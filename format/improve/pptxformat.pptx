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6" r:id="rId1"/>
  </p:sldMasterIdLst>
  <p:notesMasterIdLst>
    <p:notesMasterId r:id="rId43"/>
  </p:notesMasterIdLst>
  <p:handoutMasterIdLst>
    <p:handoutMasterId r:id="rId44"/>
  </p:handout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297" r:id="rId37"/>
    <p:sldId id="298" r:id="rId38"/>
    <p:sldId id="299" r:id="rId39"/>
    <p:sldId id="300" r:id="rId40"/>
    <p:sldId id="301" r:id="rId41"/>
    <p:sldId id="302" r:id="rId42"/>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7C1"/>
    <a:srgbClr val="D9E6FF"/>
    <a:srgbClr val="4979F5"/>
    <a:srgbClr val="9DB7F9"/>
    <a:srgbClr val="E6E7E8"/>
    <a:srgbClr val="A7C7DE"/>
    <a:srgbClr val="FFF9E9"/>
    <a:srgbClr val="DAC148"/>
    <a:srgbClr val="FFFFFF"/>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26" autoAdjust="0"/>
  </p:normalViewPr>
  <p:slideViewPr>
    <p:cSldViewPr snapToGrid="0" snapToObjects="1">
      <p:cViewPr varScale="1">
        <p:scale>
          <a:sx n="105" d="100"/>
          <a:sy n="105" d="100"/>
        </p:scale>
        <p:origin x="1584" y="10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62" d="100"/>
          <a:sy n="62" d="100"/>
        </p:scale>
        <p:origin x="3226"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18810</c:v>
                </c:pt>
                <c:pt idx="1">
                  <c:v>19181</c:v>
                </c:pt>
                <c:pt idx="2">
                  <c:v>18495</c:v>
                </c:pt>
                <c:pt idx="3">
                  <c:v>17483</c:v>
                </c:pt>
                <c:pt idx="4">
                  <c:v>18371</c:v>
                </c:pt>
                <c:pt idx="5">
                  <c:v>18061</c:v>
                </c:pt>
                <c:pt idx="6">
                  <c:v>15142</c:v>
                </c:pt>
                <c:pt idx="7">
                  <c:v>19484</c:v>
                </c:pt>
                <c:pt idx="8">
                  <c:v>22320</c:v>
                </c:pt>
                <c:pt idx="9">
                  <c:v>18248</c:v>
                </c:pt>
                <c:pt idx="10">
                  <c:v>15932</c:v>
                </c:pt>
                <c:pt idx="11">
                  <c:v>14702</c:v>
                </c:pt>
              </c:numCache>
            </c:numRef>
          </c:val>
          <c:extLst>
            <c:ext xmlns:c16="http://schemas.microsoft.com/office/drawing/2014/chart" uri="{C3380CC4-5D6E-409C-BE32-E72D297353CC}">
              <c16:uniqueId val="{00000000-FC1E-40CE-B047-D4B1F137EBC5}"/>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15100</c:v>
                </c:pt>
                <c:pt idx="1">
                  <c:v>16314</c:v>
                </c:pt>
                <c:pt idx="2">
                  <c:v>18507</c:v>
                </c:pt>
                <c:pt idx="3">
                  <c:v>20247</c:v>
                </c:pt>
                <c:pt idx="4">
                  <c:v>23305</c:v>
                </c:pt>
                <c:pt idx="5">
                  <c:v>22487</c:v>
                </c:pt>
                <c:pt idx="6">
                  <c:v>20435</c:v>
                </c:pt>
                <c:pt idx="7">
                  <c:v>16500</c:v>
                </c:pt>
                <c:pt idx="8">
                  <c:v>23347</c:v>
                </c:pt>
                <c:pt idx="9">
                  <c:v>21934</c:v>
                </c:pt>
                <c:pt idx="10">
                  <c:v>21552</c:v>
                </c:pt>
                <c:pt idx="11">
                  <c:v>26141</c:v>
                </c:pt>
              </c:numCache>
            </c:numRef>
          </c:val>
          <c:extLst>
            <c:ext xmlns:c16="http://schemas.microsoft.com/office/drawing/2014/chart" uri="{C3380CC4-5D6E-409C-BE32-E72D297353CC}">
              <c16:uniqueId val="{00000001-FC1E-40CE-B047-D4B1F137EBC5}"/>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ユーザー</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2026年1月</a:t>
            </a:r>
          </a:p>
        </c:rich>
      </c:tx>
      <c:overlay val="0"/>
    </c:title>
    <c:autoTitleDeleted val="0"/>
    <c:plotArea>
      <c:layout/>
      <c:lineChart>
        <c:grouping val="standard"/>
        <c:varyColors val="0"/>
        <c:ser>
          <c:idx val="0"/>
          <c:order val="0"/>
          <c:tx>
            <c:strRef>
              <c:f>sheet1!$B$1</c:f>
              <c:strCache>
                <c:ptCount val="1"/>
                <c:pt idx="0">
                  <c:v>metric</c:v>
                </c:pt>
              </c:strCache>
            </c:strRef>
          </c:tx>
          <c:spPr>
            <a:ln w="25400" algn="ctr">
              <a:solidFill>
                <a:srgbClr val="4596C7">
                  <a:alpha val="100000"/>
                </a:srgbClr>
              </a:solidFill>
              <a:prstDash val="solid"/>
            </a:ln>
          </c:spPr>
          <c:marker>
            <c:symbol val="circle"/>
            <c:size val="8"/>
            <c:spPr>
              <a:solidFill>
                <a:srgbClr val="4596C7">
                  <a:alpha val="100000"/>
                </a:srgbClr>
              </a:solidFill>
              <a:ln>
                <a:solidFill>
                  <a:srgbClr val="4596C7">
                    <a:alpha val="100000"/>
                  </a:srgbClr>
                </a:solidFill>
              </a:ln>
              <a:effectLst/>
            </c:spPr>
          </c:marker>
          <c:cat>
            <c:numRef>
              <c:f>sheet1!$A$2:$A$32</c:f>
              <c:numCache>
                <c:formatCode>yyyy\-mm\-dd</c:formatCode>
                <c:ptCount val="31"/>
                <c:pt idx="0">
                  <c:v>46023</c:v>
                </c:pt>
                <c:pt idx="1">
                  <c:v>46024</c:v>
                </c:pt>
                <c:pt idx="2">
                  <c:v>46025</c:v>
                </c:pt>
                <c:pt idx="3">
                  <c:v>46026</c:v>
                </c:pt>
                <c:pt idx="4">
                  <c:v>46027</c:v>
                </c:pt>
                <c:pt idx="5">
                  <c:v>46028</c:v>
                </c:pt>
                <c:pt idx="6">
                  <c:v>46029</c:v>
                </c:pt>
                <c:pt idx="7">
                  <c:v>46030</c:v>
                </c:pt>
                <c:pt idx="8">
                  <c:v>46031</c:v>
                </c:pt>
                <c:pt idx="9">
                  <c:v>46032</c:v>
                </c:pt>
                <c:pt idx="10">
                  <c:v>46033</c:v>
                </c:pt>
                <c:pt idx="11">
                  <c:v>46034</c:v>
                </c:pt>
                <c:pt idx="12">
                  <c:v>46035</c:v>
                </c:pt>
                <c:pt idx="13">
                  <c:v>46036</c:v>
                </c:pt>
                <c:pt idx="14">
                  <c:v>46037</c:v>
                </c:pt>
                <c:pt idx="15">
                  <c:v>46038</c:v>
                </c:pt>
                <c:pt idx="16">
                  <c:v>46039</c:v>
                </c:pt>
                <c:pt idx="17">
                  <c:v>46040</c:v>
                </c:pt>
                <c:pt idx="18">
                  <c:v>46041</c:v>
                </c:pt>
                <c:pt idx="19">
                  <c:v>46042</c:v>
                </c:pt>
                <c:pt idx="20">
                  <c:v>46043</c:v>
                </c:pt>
                <c:pt idx="21">
                  <c:v>46044</c:v>
                </c:pt>
                <c:pt idx="22">
                  <c:v>46045</c:v>
                </c:pt>
                <c:pt idx="23">
                  <c:v>46046</c:v>
                </c:pt>
                <c:pt idx="24">
                  <c:v>46047</c:v>
                </c:pt>
                <c:pt idx="25">
                  <c:v>46048</c:v>
                </c:pt>
                <c:pt idx="26">
                  <c:v>46049</c:v>
                </c:pt>
                <c:pt idx="27">
                  <c:v>46050</c:v>
                </c:pt>
                <c:pt idx="28">
                  <c:v>46051</c:v>
                </c:pt>
                <c:pt idx="29">
                  <c:v>46052</c:v>
                </c:pt>
                <c:pt idx="30">
                  <c:v>46053</c:v>
                </c:pt>
              </c:numCache>
            </c:numRef>
          </c:cat>
          <c:val>
            <c:numRef>
              <c:f>sheet1!$B$2:$B$32</c:f>
              <c:numCache>
                <c:formatCode>General</c:formatCode>
                <c:ptCount val="31"/>
                <c:pt idx="0">
                  <c:v>67</c:v>
                </c:pt>
                <c:pt idx="1">
                  <c:v>74</c:v>
                </c:pt>
                <c:pt idx="2">
                  <c:v>68</c:v>
                </c:pt>
                <c:pt idx="3">
                  <c:v>106</c:v>
                </c:pt>
                <c:pt idx="4">
                  <c:v>963</c:v>
                </c:pt>
                <c:pt idx="5">
                  <c:v>1160</c:v>
                </c:pt>
                <c:pt idx="6">
                  <c:v>1051</c:v>
                </c:pt>
                <c:pt idx="7">
                  <c:v>1282</c:v>
                </c:pt>
                <c:pt idx="8">
                  <c:v>1079</c:v>
                </c:pt>
                <c:pt idx="9">
                  <c:v>302</c:v>
                </c:pt>
                <c:pt idx="10">
                  <c:v>120</c:v>
                </c:pt>
                <c:pt idx="11">
                  <c:v>509</c:v>
                </c:pt>
                <c:pt idx="12">
                  <c:v>1249</c:v>
                </c:pt>
                <c:pt idx="13">
                  <c:v>1291</c:v>
                </c:pt>
                <c:pt idx="14">
                  <c:v>1217</c:v>
                </c:pt>
                <c:pt idx="15">
                  <c:v>1206</c:v>
                </c:pt>
                <c:pt idx="16">
                  <c:v>476</c:v>
                </c:pt>
                <c:pt idx="17">
                  <c:v>204</c:v>
                </c:pt>
                <c:pt idx="18">
                  <c:v>1517</c:v>
                </c:pt>
                <c:pt idx="19">
                  <c:v>1311</c:v>
                </c:pt>
                <c:pt idx="20">
                  <c:v>1670</c:v>
                </c:pt>
                <c:pt idx="21">
                  <c:v>1596</c:v>
                </c:pt>
                <c:pt idx="22">
                  <c:v>1540</c:v>
                </c:pt>
                <c:pt idx="23">
                  <c:v>693</c:v>
                </c:pt>
                <c:pt idx="24">
                  <c:v>113</c:v>
                </c:pt>
                <c:pt idx="25">
                  <c:v>1398</c:v>
                </c:pt>
                <c:pt idx="26">
                  <c:v>1539</c:v>
                </c:pt>
                <c:pt idx="27">
                  <c:v>1431</c:v>
                </c:pt>
                <c:pt idx="28">
                  <c:v>1641</c:v>
                </c:pt>
                <c:pt idx="29">
                  <c:v>1242</c:v>
                </c:pt>
                <c:pt idx="30">
                  <c:v>599</c:v>
                </c:pt>
              </c:numCache>
            </c:numRef>
          </c:val>
          <c:smooth val="1"/>
          <c:extLst>
            <c:ext xmlns:c16="http://schemas.microsoft.com/office/drawing/2014/chart" uri="{C3380CC4-5D6E-409C-BE32-E72D297353CC}">
              <c16:uniqueId val="{00000000-7D97-4D87-823B-97372799A1DA}"/>
            </c:ext>
          </c:extLst>
        </c:ser>
        <c:dLbls>
          <c:showLegendKey val="0"/>
          <c:showVal val="0"/>
          <c:showCatName val="0"/>
          <c:showSerName val="0"/>
          <c:showPercent val="0"/>
          <c:showBubbleSize val="0"/>
        </c:dLbls>
        <c:marker val="1"/>
        <c:smooth val="0"/>
        <c:axId val="64451712"/>
        <c:axId val="64453248"/>
      </c:line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dd"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days"/>
      </c:dateAx>
      <c:valAx>
        <c:axId val="64453248"/>
        <c:scaling>
          <c:orientation val="minMax"/>
          <c:min val="0"/>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ユーザー</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26026</c:v>
                </c:pt>
                <c:pt idx="1">
                  <c:v>26476</c:v>
                </c:pt>
                <c:pt idx="2">
                  <c:v>28047</c:v>
                </c:pt>
                <c:pt idx="3">
                  <c:v>25868</c:v>
                </c:pt>
                <c:pt idx="4">
                  <c:v>25720</c:v>
                </c:pt>
                <c:pt idx="5">
                  <c:v>26369</c:v>
                </c:pt>
                <c:pt idx="6">
                  <c:v>20701</c:v>
                </c:pt>
                <c:pt idx="7">
                  <c:v>26403</c:v>
                </c:pt>
                <c:pt idx="8">
                  <c:v>30924</c:v>
                </c:pt>
                <c:pt idx="9">
                  <c:v>26262</c:v>
                </c:pt>
                <c:pt idx="10">
                  <c:v>25258</c:v>
                </c:pt>
                <c:pt idx="11">
                  <c:v>21802</c:v>
                </c:pt>
              </c:numCache>
            </c:numRef>
          </c:val>
          <c:extLst>
            <c:ext xmlns:c16="http://schemas.microsoft.com/office/drawing/2014/chart" uri="{C3380CC4-5D6E-409C-BE32-E72D297353CC}">
              <c16:uniqueId val="{00000000-C9F8-440E-9623-E084D16EBC02}"/>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22540</c:v>
                </c:pt>
                <c:pt idx="1">
                  <c:v>23483</c:v>
                </c:pt>
                <c:pt idx="2">
                  <c:v>28458</c:v>
                </c:pt>
                <c:pt idx="3">
                  <c:v>30795</c:v>
                </c:pt>
                <c:pt idx="4">
                  <c:v>32750</c:v>
                </c:pt>
                <c:pt idx="5">
                  <c:v>32507</c:v>
                </c:pt>
                <c:pt idx="6">
                  <c:v>27222</c:v>
                </c:pt>
                <c:pt idx="7">
                  <c:v>24341</c:v>
                </c:pt>
                <c:pt idx="8">
                  <c:v>35238</c:v>
                </c:pt>
                <c:pt idx="9">
                  <c:v>29632</c:v>
                </c:pt>
                <c:pt idx="10">
                  <c:v>29724</c:v>
                </c:pt>
                <c:pt idx="11">
                  <c:v>34445</c:v>
                </c:pt>
              </c:numCache>
            </c:numRef>
          </c:val>
          <c:extLst>
            <c:ext xmlns:c16="http://schemas.microsoft.com/office/drawing/2014/chart" uri="{C3380CC4-5D6E-409C-BE32-E72D297353CC}">
              <c16:uniqueId val="{00000001-C9F8-440E-9623-E084D16EBC02}"/>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セッション</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2026年1月</a:t>
            </a:r>
          </a:p>
        </c:rich>
      </c:tx>
      <c:overlay val="0"/>
    </c:title>
    <c:autoTitleDeleted val="0"/>
    <c:plotArea>
      <c:layout/>
      <c:lineChart>
        <c:grouping val="standard"/>
        <c:varyColors val="0"/>
        <c:ser>
          <c:idx val="0"/>
          <c:order val="0"/>
          <c:tx>
            <c:strRef>
              <c:f>sheet1!$B$1</c:f>
              <c:strCache>
                <c:ptCount val="1"/>
                <c:pt idx="0">
                  <c:v>metric</c:v>
                </c:pt>
              </c:strCache>
            </c:strRef>
          </c:tx>
          <c:spPr>
            <a:ln w="25400" algn="ctr">
              <a:solidFill>
                <a:srgbClr val="4596C7">
                  <a:alpha val="100000"/>
                </a:srgbClr>
              </a:solidFill>
              <a:prstDash val="solid"/>
            </a:ln>
          </c:spPr>
          <c:marker>
            <c:symbol val="circle"/>
            <c:size val="8"/>
            <c:spPr>
              <a:solidFill>
                <a:srgbClr val="4596C7">
                  <a:alpha val="100000"/>
                </a:srgbClr>
              </a:solidFill>
              <a:ln>
                <a:solidFill>
                  <a:srgbClr val="4596C7">
                    <a:alpha val="100000"/>
                  </a:srgbClr>
                </a:solidFill>
              </a:ln>
              <a:effectLst/>
            </c:spPr>
          </c:marker>
          <c:cat>
            <c:numRef>
              <c:f>sheet1!$A$2:$A$32</c:f>
              <c:numCache>
                <c:formatCode>yyyy\-mm\-dd</c:formatCode>
                <c:ptCount val="31"/>
                <c:pt idx="0">
                  <c:v>46023</c:v>
                </c:pt>
                <c:pt idx="1">
                  <c:v>46024</c:v>
                </c:pt>
                <c:pt idx="2">
                  <c:v>46025</c:v>
                </c:pt>
                <c:pt idx="3">
                  <c:v>46026</c:v>
                </c:pt>
                <c:pt idx="4">
                  <c:v>46027</c:v>
                </c:pt>
                <c:pt idx="5">
                  <c:v>46028</c:v>
                </c:pt>
                <c:pt idx="6">
                  <c:v>46029</c:v>
                </c:pt>
                <c:pt idx="7">
                  <c:v>46030</c:v>
                </c:pt>
                <c:pt idx="8">
                  <c:v>46031</c:v>
                </c:pt>
                <c:pt idx="9">
                  <c:v>46032</c:v>
                </c:pt>
                <c:pt idx="10">
                  <c:v>46033</c:v>
                </c:pt>
                <c:pt idx="11">
                  <c:v>46034</c:v>
                </c:pt>
                <c:pt idx="12">
                  <c:v>46035</c:v>
                </c:pt>
                <c:pt idx="13">
                  <c:v>46036</c:v>
                </c:pt>
                <c:pt idx="14">
                  <c:v>46037</c:v>
                </c:pt>
                <c:pt idx="15">
                  <c:v>46038</c:v>
                </c:pt>
                <c:pt idx="16">
                  <c:v>46039</c:v>
                </c:pt>
                <c:pt idx="17">
                  <c:v>46040</c:v>
                </c:pt>
                <c:pt idx="18">
                  <c:v>46041</c:v>
                </c:pt>
                <c:pt idx="19">
                  <c:v>46042</c:v>
                </c:pt>
                <c:pt idx="20">
                  <c:v>46043</c:v>
                </c:pt>
                <c:pt idx="21">
                  <c:v>46044</c:v>
                </c:pt>
                <c:pt idx="22">
                  <c:v>46045</c:v>
                </c:pt>
                <c:pt idx="23">
                  <c:v>46046</c:v>
                </c:pt>
                <c:pt idx="24">
                  <c:v>46047</c:v>
                </c:pt>
                <c:pt idx="25">
                  <c:v>46048</c:v>
                </c:pt>
                <c:pt idx="26">
                  <c:v>46049</c:v>
                </c:pt>
                <c:pt idx="27">
                  <c:v>46050</c:v>
                </c:pt>
                <c:pt idx="28">
                  <c:v>46051</c:v>
                </c:pt>
                <c:pt idx="29">
                  <c:v>46052</c:v>
                </c:pt>
                <c:pt idx="30">
                  <c:v>46053</c:v>
                </c:pt>
              </c:numCache>
            </c:numRef>
          </c:cat>
          <c:val>
            <c:numRef>
              <c:f>sheet1!$B$2:$B$32</c:f>
              <c:numCache>
                <c:formatCode>General</c:formatCode>
                <c:ptCount val="31"/>
                <c:pt idx="0">
                  <c:v>80</c:v>
                </c:pt>
                <c:pt idx="1">
                  <c:v>85</c:v>
                </c:pt>
                <c:pt idx="2">
                  <c:v>79</c:v>
                </c:pt>
                <c:pt idx="3">
                  <c:v>123</c:v>
                </c:pt>
                <c:pt idx="4">
                  <c:v>1159</c:v>
                </c:pt>
                <c:pt idx="5">
                  <c:v>1384</c:v>
                </c:pt>
                <c:pt idx="6">
                  <c:v>1285</c:v>
                </c:pt>
                <c:pt idx="7">
                  <c:v>1549</c:v>
                </c:pt>
                <c:pt idx="8">
                  <c:v>1312</c:v>
                </c:pt>
                <c:pt idx="9">
                  <c:v>352</c:v>
                </c:pt>
                <c:pt idx="10">
                  <c:v>125</c:v>
                </c:pt>
                <c:pt idx="11">
                  <c:v>594</c:v>
                </c:pt>
                <c:pt idx="12">
                  <c:v>1485</c:v>
                </c:pt>
                <c:pt idx="13">
                  <c:v>1560</c:v>
                </c:pt>
                <c:pt idx="14">
                  <c:v>1506</c:v>
                </c:pt>
                <c:pt idx="15">
                  <c:v>1455</c:v>
                </c:pt>
                <c:pt idx="16">
                  <c:v>538</c:v>
                </c:pt>
                <c:pt idx="17">
                  <c:v>219</c:v>
                </c:pt>
                <c:pt idx="18">
                  <c:v>1778</c:v>
                </c:pt>
                <c:pt idx="19">
                  <c:v>1592</c:v>
                </c:pt>
                <c:pt idx="20">
                  <c:v>2155</c:v>
                </c:pt>
                <c:pt idx="21">
                  <c:v>1908</c:v>
                </c:pt>
                <c:pt idx="22">
                  <c:v>1841</c:v>
                </c:pt>
                <c:pt idx="23">
                  <c:v>759</c:v>
                </c:pt>
                <c:pt idx="24">
                  <c:v>148</c:v>
                </c:pt>
                <c:pt idx="25">
                  <c:v>1697</c:v>
                </c:pt>
                <c:pt idx="26">
                  <c:v>1828</c:v>
                </c:pt>
                <c:pt idx="27">
                  <c:v>1708</c:v>
                </c:pt>
                <c:pt idx="28">
                  <c:v>1961</c:v>
                </c:pt>
                <c:pt idx="29">
                  <c:v>1510</c:v>
                </c:pt>
                <c:pt idx="30">
                  <c:v>668</c:v>
                </c:pt>
              </c:numCache>
            </c:numRef>
          </c:val>
          <c:smooth val="1"/>
          <c:extLst>
            <c:ext xmlns:c16="http://schemas.microsoft.com/office/drawing/2014/chart" uri="{C3380CC4-5D6E-409C-BE32-E72D297353CC}">
              <c16:uniqueId val="{00000000-85F6-4CEA-B351-A153B550BD31}"/>
            </c:ext>
          </c:extLst>
        </c:ser>
        <c:dLbls>
          <c:showLegendKey val="0"/>
          <c:showVal val="0"/>
          <c:showCatName val="0"/>
          <c:showSerName val="0"/>
          <c:showPercent val="0"/>
          <c:showBubbleSize val="0"/>
        </c:dLbls>
        <c:marker val="1"/>
        <c:smooth val="0"/>
        <c:axId val="64451712"/>
        <c:axId val="64453248"/>
      </c:line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dd"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days"/>
      </c:dateAx>
      <c:valAx>
        <c:axId val="64453248"/>
        <c:scaling>
          <c:orientation val="minMax"/>
          <c:min val="0"/>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セッション</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65564</c:v>
                </c:pt>
                <c:pt idx="1">
                  <c:v>64540</c:v>
                </c:pt>
                <c:pt idx="2">
                  <c:v>67216</c:v>
                </c:pt>
                <c:pt idx="3">
                  <c:v>60790</c:v>
                </c:pt>
                <c:pt idx="4">
                  <c:v>59656</c:v>
                </c:pt>
                <c:pt idx="5">
                  <c:v>70557</c:v>
                </c:pt>
                <c:pt idx="6">
                  <c:v>50446</c:v>
                </c:pt>
                <c:pt idx="7">
                  <c:v>55630</c:v>
                </c:pt>
                <c:pt idx="8">
                  <c:v>69655</c:v>
                </c:pt>
                <c:pt idx="9">
                  <c:v>55962</c:v>
                </c:pt>
                <c:pt idx="10">
                  <c:v>58046</c:v>
                </c:pt>
                <c:pt idx="11">
                  <c:v>54153</c:v>
                </c:pt>
              </c:numCache>
            </c:numRef>
          </c:val>
          <c:extLst>
            <c:ext xmlns:c16="http://schemas.microsoft.com/office/drawing/2014/chart" uri="{C3380CC4-5D6E-409C-BE32-E72D297353CC}">
              <c16:uniqueId val="{00000000-5B8E-44D5-B6AB-4A8991588340}"/>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51371</c:v>
                </c:pt>
                <c:pt idx="1">
                  <c:v>55181</c:v>
                </c:pt>
                <c:pt idx="2">
                  <c:v>65068</c:v>
                </c:pt>
                <c:pt idx="3">
                  <c:v>105212</c:v>
                </c:pt>
                <c:pt idx="4">
                  <c:v>136743</c:v>
                </c:pt>
                <c:pt idx="5">
                  <c:v>131397</c:v>
                </c:pt>
                <c:pt idx="6">
                  <c:v>105195</c:v>
                </c:pt>
                <c:pt idx="7">
                  <c:v>96518</c:v>
                </c:pt>
                <c:pt idx="8">
                  <c:v>79210</c:v>
                </c:pt>
                <c:pt idx="9">
                  <c:v>60115</c:v>
                </c:pt>
                <c:pt idx="10">
                  <c:v>62581</c:v>
                </c:pt>
                <c:pt idx="11">
                  <c:v>66437</c:v>
                </c:pt>
              </c:numCache>
            </c:numRef>
          </c:val>
          <c:extLst>
            <c:ext xmlns:c16="http://schemas.microsoft.com/office/drawing/2014/chart" uri="{C3380CC4-5D6E-409C-BE32-E72D297353CC}">
              <c16:uniqueId val="{00000001-5B8E-44D5-B6AB-4A8991588340}"/>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表示回数</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2026年1月</a:t>
            </a:r>
          </a:p>
        </c:rich>
      </c:tx>
      <c:overlay val="0"/>
    </c:title>
    <c:autoTitleDeleted val="0"/>
    <c:plotArea>
      <c:layout/>
      <c:lineChart>
        <c:grouping val="standard"/>
        <c:varyColors val="0"/>
        <c:ser>
          <c:idx val="0"/>
          <c:order val="0"/>
          <c:tx>
            <c:strRef>
              <c:f>sheet1!$B$1</c:f>
              <c:strCache>
                <c:ptCount val="1"/>
                <c:pt idx="0">
                  <c:v>metric</c:v>
                </c:pt>
              </c:strCache>
            </c:strRef>
          </c:tx>
          <c:spPr>
            <a:ln w="25400" algn="ctr">
              <a:solidFill>
                <a:srgbClr val="4596C7">
                  <a:alpha val="100000"/>
                </a:srgbClr>
              </a:solidFill>
              <a:prstDash val="solid"/>
            </a:ln>
          </c:spPr>
          <c:marker>
            <c:symbol val="circle"/>
            <c:size val="8"/>
            <c:spPr>
              <a:solidFill>
                <a:srgbClr val="4596C7">
                  <a:alpha val="100000"/>
                </a:srgbClr>
              </a:solidFill>
              <a:ln>
                <a:solidFill>
                  <a:srgbClr val="4596C7">
                    <a:alpha val="100000"/>
                  </a:srgbClr>
                </a:solidFill>
              </a:ln>
              <a:effectLst/>
            </c:spPr>
          </c:marker>
          <c:cat>
            <c:numRef>
              <c:f>sheet1!$A$2:$A$32</c:f>
              <c:numCache>
                <c:formatCode>yyyy\-mm\-dd</c:formatCode>
                <c:ptCount val="31"/>
                <c:pt idx="0">
                  <c:v>46023</c:v>
                </c:pt>
                <c:pt idx="1">
                  <c:v>46024</c:v>
                </c:pt>
                <c:pt idx="2">
                  <c:v>46025</c:v>
                </c:pt>
                <c:pt idx="3">
                  <c:v>46026</c:v>
                </c:pt>
                <c:pt idx="4">
                  <c:v>46027</c:v>
                </c:pt>
                <c:pt idx="5">
                  <c:v>46028</c:v>
                </c:pt>
                <c:pt idx="6">
                  <c:v>46029</c:v>
                </c:pt>
                <c:pt idx="7">
                  <c:v>46030</c:v>
                </c:pt>
                <c:pt idx="8">
                  <c:v>46031</c:v>
                </c:pt>
                <c:pt idx="9">
                  <c:v>46032</c:v>
                </c:pt>
                <c:pt idx="10">
                  <c:v>46033</c:v>
                </c:pt>
                <c:pt idx="11">
                  <c:v>46034</c:v>
                </c:pt>
                <c:pt idx="12">
                  <c:v>46035</c:v>
                </c:pt>
                <c:pt idx="13">
                  <c:v>46036</c:v>
                </c:pt>
                <c:pt idx="14">
                  <c:v>46037</c:v>
                </c:pt>
                <c:pt idx="15">
                  <c:v>46038</c:v>
                </c:pt>
                <c:pt idx="16">
                  <c:v>46039</c:v>
                </c:pt>
                <c:pt idx="17">
                  <c:v>46040</c:v>
                </c:pt>
                <c:pt idx="18">
                  <c:v>46041</c:v>
                </c:pt>
                <c:pt idx="19">
                  <c:v>46042</c:v>
                </c:pt>
                <c:pt idx="20">
                  <c:v>46043</c:v>
                </c:pt>
                <c:pt idx="21">
                  <c:v>46044</c:v>
                </c:pt>
                <c:pt idx="22">
                  <c:v>46045</c:v>
                </c:pt>
                <c:pt idx="23">
                  <c:v>46046</c:v>
                </c:pt>
                <c:pt idx="24">
                  <c:v>46047</c:v>
                </c:pt>
                <c:pt idx="25">
                  <c:v>46048</c:v>
                </c:pt>
                <c:pt idx="26">
                  <c:v>46049</c:v>
                </c:pt>
                <c:pt idx="27">
                  <c:v>46050</c:v>
                </c:pt>
                <c:pt idx="28">
                  <c:v>46051</c:v>
                </c:pt>
                <c:pt idx="29">
                  <c:v>46052</c:v>
                </c:pt>
                <c:pt idx="30">
                  <c:v>46053</c:v>
                </c:pt>
              </c:numCache>
            </c:numRef>
          </c:cat>
          <c:val>
            <c:numRef>
              <c:f>sheet1!$B$2:$B$32</c:f>
              <c:numCache>
                <c:formatCode>General</c:formatCode>
                <c:ptCount val="31"/>
                <c:pt idx="0">
                  <c:v>136</c:v>
                </c:pt>
                <c:pt idx="1">
                  <c:v>175</c:v>
                </c:pt>
                <c:pt idx="2">
                  <c:v>189</c:v>
                </c:pt>
                <c:pt idx="3">
                  <c:v>261</c:v>
                </c:pt>
                <c:pt idx="4">
                  <c:v>2255</c:v>
                </c:pt>
                <c:pt idx="5">
                  <c:v>2534</c:v>
                </c:pt>
                <c:pt idx="6">
                  <c:v>2476</c:v>
                </c:pt>
                <c:pt idx="7">
                  <c:v>2778</c:v>
                </c:pt>
                <c:pt idx="8">
                  <c:v>2550</c:v>
                </c:pt>
                <c:pt idx="9">
                  <c:v>627</c:v>
                </c:pt>
                <c:pt idx="10">
                  <c:v>190</c:v>
                </c:pt>
                <c:pt idx="11">
                  <c:v>992</c:v>
                </c:pt>
                <c:pt idx="12">
                  <c:v>2704</c:v>
                </c:pt>
                <c:pt idx="13">
                  <c:v>3148</c:v>
                </c:pt>
                <c:pt idx="14">
                  <c:v>3068</c:v>
                </c:pt>
                <c:pt idx="15">
                  <c:v>2857</c:v>
                </c:pt>
                <c:pt idx="16">
                  <c:v>930</c:v>
                </c:pt>
                <c:pt idx="17">
                  <c:v>456</c:v>
                </c:pt>
                <c:pt idx="18">
                  <c:v>3717</c:v>
                </c:pt>
                <c:pt idx="19">
                  <c:v>3062</c:v>
                </c:pt>
                <c:pt idx="20">
                  <c:v>4146</c:v>
                </c:pt>
                <c:pt idx="21">
                  <c:v>3568</c:v>
                </c:pt>
                <c:pt idx="22">
                  <c:v>3564</c:v>
                </c:pt>
                <c:pt idx="23">
                  <c:v>1115</c:v>
                </c:pt>
                <c:pt idx="24">
                  <c:v>302</c:v>
                </c:pt>
                <c:pt idx="25">
                  <c:v>3486</c:v>
                </c:pt>
                <c:pt idx="26">
                  <c:v>3549</c:v>
                </c:pt>
                <c:pt idx="27">
                  <c:v>3533</c:v>
                </c:pt>
                <c:pt idx="28">
                  <c:v>4158</c:v>
                </c:pt>
                <c:pt idx="29">
                  <c:v>2987</c:v>
                </c:pt>
                <c:pt idx="30">
                  <c:v>924</c:v>
                </c:pt>
              </c:numCache>
            </c:numRef>
          </c:val>
          <c:smooth val="1"/>
          <c:extLst>
            <c:ext xmlns:c16="http://schemas.microsoft.com/office/drawing/2014/chart" uri="{C3380CC4-5D6E-409C-BE32-E72D297353CC}">
              <c16:uniqueId val="{00000000-D3EB-4D86-BFFB-F02B3B99C40D}"/>
            </c:ext>
          </c:extLst>
        </c:ser>
        <c:dLbls>
          <c:showLegendKey val="0"/>
          <c:showVal val="0"/>
          <c:showCatName val="0"/>
          <c:showSerName val="0"/>
          <c:showPercent val="0"/>
          <c:showBubbleSize val="0"/>
        </c:dLbls>
        <c:marker val="1"/>
        <c:smooth val="0"/>
        <c:axId val="64451712"/>
        <c:axId val="64453248"/>
      </c:line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dd"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days"/>
      </c:dateAx>
      <c:valAx>
        <c:axId val="64453248"/>
        <c:scaling>
          <c:orientation val="minMax"/>
          <c:min val="0"/>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表示回数</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0.46626450000000003</c:v>
                </c:pt>
                <c:pt idx="1">
                  <c:v>0.46249430000000002</c:v>
                </c:pt>
                <c:pt idx="2">
                  <c:v>0.46892719999999999</c:v>
                </c:pt>
                <c:pt idx="3">
                  <c:v>0.46598109999999998</c:v>
                </c:pt>
                <c:pt idx="4">
                  <c:v>0.4671073</c:v>
                </c:pt>
                <c:pt idx="5">
                  <c:v>0.47222120000000001</c:v>
                </c:pt>
                <c:pt idx="6">
                  <c:v>0.4601227</c:v>
                </c:pt>
                <c:pt idx="7">
                  <c:v>0.39957579999999998</c:v>
                </c:pt>
                <c:pt idx="8">
                  <c:v>0.40036860000000002</c:v>
                </c:pt>
                <c:pt idx="9">
                  <c:v>0.40686159999999999</c:v>
                </c:pt>
                <c:pt idx="10">
                  <c:v>0.41080050000000001</c:v>
                </c:pt>
                <c:pt idx="11">
                  <c:v>0.49495460000000002</c:v>
                </c:pt>
              </c:numCache>
            </c:numRef>
          </c:val>
          <c:extLst>
            <c:ext xmlns:c16="http://schemas.microsoft.com/office/drawing/2014/chart" uri="{C3380CC4-5D6E-409C-BE32-E72D297353CC}">
              <c16:uniqueId val="{00000000-1779-4F5B-8CF5-4DAA59522264}"/>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0.4875776</c:v>
                </c:pt>
                <c:pt idx="1">
                  <c:v>0.4762594</c:v>
                </c:pt>
                <c:pt idx="2">
                  <c:v>0.47125590000000001</c:v>
                </c:pt>
                <c:pt idx="3">
                  <c:v>0.68332519999999997</c:v>
                </c:pt>
                <c:pt idx="4">
                  <c:v>0.89551150000000002</c:v>
                </c:pt>
                <c:pt idx="5">
                  <c:v>0.90915800000000002</c:v>
                </c:pt>
                <c:pt idx="6">
                  <c:v>0.90386449999999996</c:v>
                </c:pt>
                <c:pt idx="7">
                  <c:v>0.88537860000000002</c:v>
                </c:pt>
                <c:pt idx="8">
                  <c:v>0.44979849999999999</c:v>
                </c:pt>
                <c:pt idx="9">
                  <c:v>0.40341519999999997</c:v>
                </c:pt>
                <c:pt idx="10">
                  <c:v>0.44183149999999999</c:v>
                </c:pt>
                <c:pt idx="11">
                  <c:v>0.40929019999999999</c:v>
                </c:pt>
              </c:numCache>
            </c:numRef>
          </c:val>
          <c:extLst>
            <c:ext xmlns:c16="http://schemas.microsoft.com/office/drawing/2014/chart" uri="{C3380CC4-5D6E-409C-BE32-E72D297353CC}">
              <c16:uniqueId val="{00000001-1779-4F5B-8CF5-4DAA59522264}"/>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エンゲージメント率</a:t>
                </a:r>
              </a:p>
            </c:rich>
          </c:tx>
          <c:overlay val="0"/>
        </c:title>
        <c:numFmt formatCode="General"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5.4724329999999999E-4</c:v>
                </c:pt>
                <c:pt idx="1">
                  <c:v>4.8940759999999996E-4</c:v>
                </c:pt>
                <c:pt idx="2">
                  <c:v>5.3245500000000004E-4</c:v>
                </c:pt>
                <c:pt idx="3">
                  <c:v>6.9163419999999996E-4</c:v>
                </c:pt>
                <c:pt idx="4">
                  <c:v>6.7829830000000002E-4</c:v>
                </c:pt>
                <c:pt idx="5">
                  <c:v>7.713571E-4</c:v>
                </c:pt>
                <c:pt idx="6">
                  <c:v>6.6500629999999999E-4</c:v>
                </c:pt>
                <c:pt idx="7">
                  <c:v>5.5896289999999996E-4</c:v>
                </c:pt>
                <c:pt idx="8">
                  <c:v>5.708264E-4</c:v>
                </c:pt>
                <c:pt idx="9">
                  <c:v>5.6339509999999999E-4</c:v>
                </c:pt>
                <c:pt idx="10">
                  <c:v>6.7173799999999996E-4</c:v>
                </c:pt>
                <c:pt idx="11">
                  <c:v>7.3282809999999996E-4</c:v>
                </c:pt>
              </c:numCache>
            </c:numRef>
          </c:val>
          <c:extLst>
            <c:ext xmlns:c16="http://schemas.microsoft.com/office/drawing/2014/chart" uri="{C3380CC4-5D6E-409C-BE32-E72D297353CC}">
              <c16:uniqueId val="{00000000-388D-432C-A2EF-E62C13C0B907}"/>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7.1857520000000001E-4</c:v>
                </c:pt>
                <c:pt idx="1">
                  <c:v>6.8541730000000001E-4</c:v>
                </c:pt>
                <c:pt idx="2">
                  <c:v>7.1407350000000003E-4</c:v>
                </c:pt>
                <c:pt idx="3">
                  <c:v>7.3144639999999999E-4</c:v>
                </c:pt>
                <c:pt idx="4">
                  <c:v>6.2042499999999997E-4</c:v>
                </c:pt>
                <c:pt idx="5">
                  <c:v>6.8044510000000004E-4</c:v>
                </c:pt>
                <c:pt idx="6">
                  <c:v>6.3934650000000001E-4</c:v>
                </c:pt>
                <c:pt idx="7">
                  <c:v>5.9864409999999999E-4</c:v>
                </c:pt>
                <c:pt idx="8">
                  <c:v>7.24294E-4</c:v>
                </c:pt>
                <c:pt idx="9">
                  <c:v>3.7200509999999999E-4</c:v>
                </c:pt>
                <c:pt idx="10">
                  <c:v>4.0175710000000002E-4</c:v>
                </c:pt>
                <c:pt idx="11">
                  <c:v>3.9363540000000001E-4</c:v>
                </c:pt>
              </c:numCache>
            </c:numRef>
          </c:val>
          <c:extLst>
            <c:ext xmlns:c16="http://schemas.microsoft.com/office/drawing/2014/chart" uri="{C3380CC4-5D6E-409C-BE32-E72D297353CC}">
              <c16:uniqueId val="{00000001-388D-432C-A2EF-E62C13C0B907}"/>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平均エンゲージ
メント時間</a:t>
                </a:r>
              </a:p>
            </c:rich>
          </c:tx>
          <c:overlay val="0"/>
        </c:title>
        <c:numFmt formatCode="h:mm:ss"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ユーザー</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15100</c:v>
                </c:pt>
                <c:pt idx="1">
                  <c:v>16314</c:v>
                </c:pt>
                <c:pt idx="2">
                  <c:v>18507</c:v>
                </c:pt>
                <c:pt idx="3">
                  <c:v>20247</c:v>
                </c:pt>
                <c:pt idx="4">
                  <c:v>23305</c:v>
                </c:pt>
                <c:pt idx="5">
                  <c:v>22487</c:v>
                </c:pt>
                <c:pt idx="6">
                  <c:v>20435</c:v>
                </c:pt>
                <c:pt idx="7">
                  <c:v>16500</c:v>
                </c:pt>
                <c:pt idx="8">
                  <c:v>23347</c:v>
                </c:pt>
                <c:pt idx="9">
                  <c:v>21934</c:v>
                </c:pt>
                <c:pt idx="10">
                  <c:v>21552</c:v>
                </c:pt>
                <c:pt idx="11">
                  <c:v>26141</c:v>
                </c:pt>
              </c:numCache>
            </c:numRef>
          </c:val>
          <c:extLst>
            <c:ext xmlns:c16="http://schemas.microsoft.com/office/drawing/2014/chart" uri="{C3380CC4-5D6E-409C-BE32-E72D297353CC}">
              <c16:uniqueId val="{00000000-3950-491E-8D06-A9279F1BD007}"/>
            </c:ext>
          </c:extLst>
        </c:ser>
        <c:ser>
          <c:idx val="1"/>
          <c:order val="1"/>
          <c:tx>
            <c:strRef>
              <c:f>sheet1!$C$1</c:f>
              <c:strCache>
                <c:ptCount val="1"/>
                <c:pt idx="0">
                  <c:v>新しいユーザー</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13062</c:v>
                </c:pt>
                <c:pt idx="1">
                  <c:v>14095</c:v>
                </c:pt>
                <c:pt idx="2">
                  <c:v>16246</c:v>
                </c:pt>
                <c:pt idx="3">
                  <c:v>17303</c:v>
                </c:pt>
                <c:pt idx="4">
                  <c:v>19841</c:v>
                </c:pt>
                <c:pt idx="5">
                  <c:v>19051</c:v>
                </c:pt>
                <c:pt idx="6">
                  <c:v>17584</c:v>
                </c:pt>
                <c:pt idx="7">
                  <c:v>13644</c:v>
                </c:pt>
                <c:pt idx="8">
                  <c:v>20941</c:v>
                </c:pt>
                <c:pt idx="9">
                  <c:v>19858</c:v>
                </c:pt>
                <c:pt idx="10">
                  <c:v>19027</c:v>
                </c:pt>
                <c:pt idx="11">
                  <c:v>24041</c:v>
                </c:pt>
              </c:numCache>
            </c:numRef>
          </c:val>
          <c:extLst>
            <c:ext xmlns:c16="http://schemas.microsoft.com/office/drawing/2014/chart" uri="{C3380CC4-5D6E-409C-BE32-E72D297353CC}">
              <c16:uniqueId val="{00000001-3950-491E-8D06-A9279F1BD007}"/>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ユーザー</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legend>
      <c:legendPos val="t"/>
      <c:overlay val="0"/>
      <c:txPr>
        <a:bodyPr/>
        <a:lstStyle/>
        <a:p>
          <a:pPr>
            <a:defRPr sz="1400" b="0" i="0" u="none" cap="none">
              <a:solidFill>
                <a:srgbClr val="000000">
                  <a:alpha val="100000"/>
                </a:srgbClr>
              </a:solidFill>
              <a:latin typeface="Arial"/>
              <a:cs typeface="Arial"/>
              <a:sym typeface="Arial"/>
            </a:defRPr>
          </a:pPr>
          <a:endParaRPr lang="ja-JP"/>
        </a:p>
      </c:txPr>
    </c:legend>
    <c:plotVisOnly val="1"/>
    <c:dispBlanksAs val="gap"/>
    <c:showDLblsOverMax val="0"/>
  </c:chart>
  <c:txPr>
    <a:bodyPr/>
    <a:lstStyle/>
    <a:p>
      <a:pPr>
        <a:defRPr sz="1800"/>
      </a:pPr>
      <a:endParaRPr lang="fr-F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400" b="1" i="0" u="none" cap="none">
                <a:solidFill>
                  <a:srgbClr val="000000">
                    <a:alpha val="100000"/>
                  </a:srgbClr>
                </a:solidFill>
                <a:latin typeface="游ゴシック Regular (本文)"/>
                <a:cs typeface="游ゴシック Regular (本文)"/>
                <a:sym typeface="游ゴシック Regular (本文)"/>
              </a:rPr>
              <a:t>2026年1月</a:t>
            </a:r>
          </a:p>
        </c:rich>
      </c:tx>
      <c:overlay val="0"/>
    </c:title>
    <c:autoTitleDeleted val="0"/>
    <c:plotArea>
      <c:layout/>
      <c:barChart>
        <c:barDir val="bar"/>
        <c:grouping val="percentStacked"/>
        <c:varyColors val="0"/>
        <c:ser>
          <c:idx val="0"/>
          <c:order val="0"/>
          <c:tx>
            <c:strRef>
              <c:f>sheet1!$B$1</c:f>
              <c:strCache>
                <c:ptCount val="1"/>
                <c:pt idx="0">
                  <c:v>男性</c:v>
                </c:pt>
              </c:strCache>
            </c:strRef>
          </c:tx>
          <c:spPr>
            <a:solidFill>
              <a:srgbClr val="50BEBE">
                <a:alpha val="100000"/>
              </a:srgbClr>
            </a:solidFill>
            <a:ln w="25400">
              <a:solidFill>
                <a:srgbClr val="50BEBE">
                  <a:alpha val="100000"/>
                </a:srgbClr>
              </a:solidFill>
            </a:ln>
            <a:effectLst/>
          </c:spPr>
          <c:invertIfNegative val="0"/>
          <c:cat>
            <c:strRef>
              <c:f>sheet1!$A$2:$A$7</c:f>
              <c:strCache>
                <c:ptCount val="6"/>
                <c:pt idx="0">
                  <c:v>18-24</c:v>
                </c:pt>
                <c:pt idx="1">
                  <c:v>25-34</c:v>
                </c:pt>
                <c:pt idx="2">
                  <c:v>35-44</c:v>
                </c:pt>
                <c:pt idx="3">
                  <c:v>45-54</c:v>
                </c:pt>
                <c:pt idx="4">
                  <c:v>55-64</c:v>
                </c:pt>
                <c:pt idx="5">
                  <c:v>65+</c:v>
                </c:pt>
              </c:strCache>
            </c:strRef>
          </c:cat>
          <c:val>
            <c:numRef>
              <c:f>sheet1!$B$2:$B$7</c:f>
              <c:numCache>
                <c:formatCode>General</c:formatCode>
                <c:ptCount val="6"/>
                <c:pt idx="0">
                  <c:v>762</c:v>
                </c:pt>
                <c:pt idx="1">
                  <c:v>1788</c:v>
                </c:pt>
                <c:pt idx="2">
                  <c:v>1481</c:v>
                </c:pt>
                <c:pt idx="3">
                  <c:v>691</c:v>
                </c:pt>
                <c:pt idx="4">
                  <c:v>328</c:v>
                </c:pt>
                <c:pt idx="5">
                  <c:v>203</c:v>
                </c:pt>
              </c:numCache>
            </c:numRef>
          </c:val>
          <c:extLst>
            <c:ext xmlns:c16="http://schemas.microsoft.com/office/drawing/2014/chart" uri="{C3380CC4-5D6E-409C-BE32-E72D297353CC}">
              <c16:uniqueId val="{00000000-A3C5-4C24-A374-2CEEC3FC13BB}"/>
            </c:ext>
          </c:extLst>
        </c:ser>
        <c:ser>
          <c:idx val="1"/>
          <c:order val="1"/>
          <c:tx>
            <c:strRef>
              <c:f>sheet1!$C$1</c:f>
              <c:strCache>
                <c:ptCount val="1"/>
                <c:pt idx="0">
                  <c:v>女性</c:v>
                </c:pt>
              </c:strCache>
            </c:strRef>
          </c:tx>
          <c:spPr>
            <a:solidFill>
              <a:srgbClr val="4596C7">
                <a:alpha val="100000"/>
              </a:srgbClr>
            </a:solidFill>
            <a:ln w="25400">
              <a:solidFill>
                <a:srgbClr val="4596C7">
                  <a:alpha val="100000"/>
                </a:srgbClr>
              </a:solidFill>
            </a:ln>
            <a:effectLst/>
          </c:spPr>
          <c:invertIfNegative val="0"/>
          <c:cat>
            <c:strRef>
              <c:f>sheet1!$A$2:$A$7</c:f>
              <c:strCache>
                <c:ptCount val="6"/>
                <c:pt idx="0">
                  <c:v>18-24</c:v>
                </c:pt>
                <c:pt idx="1">
                  <c:v>25-34</c:v>
                </c:pt>
                <c:pt idx="2">
                  <c:v>35-44</c:v>
                </c:pt>
                <c:pt idx="3">
                  <c:v>45-54</c:v>
                </c:pt>
                <c:pt idx="4">
                  <c:v>55-64</c:v>
                </c:pt>
                <c:pt idx="5">
                  <c:v>65+</c:v>
                </c:pt>
              </c:strCache>
            </c:strRef>
          </c:cat>
          <c:val>
            <c:numRef>
              <c:f>sheet1!$C$2:$C$7</c:f>
              <c:numCache>
                <c:formatCode>General</c:formatCode>
                <c:ptCount val="6"/>
                <c:pt idx="0">
                  <c:v>447</c:v>
                </c:pt>
                <c:pt idx="1">
                  <c:v>561</c:v>
                </c:pt>
                <c:pt idx="2">
                  <c:v>350</c:v>
                </c:pt>
                <c:pt idx="3">
                  <c:v>205</c:v>
                </c:pt>
                <c:pt idx="4">
                  <c:v>80</c:v>
                </c:pt>
                <c:pt idx="5">
                  <c:v>71</c:v>
                </c:pt>
              </c:numCache>
            </c:numRef>
          </c:val>
          <c:extLst>
            <c:ext xmlns:c16="http://schemas.microsoft.com/office/drawing/2014/chart" uri="{C3380CC4-5D6E-409C-BE32-E72D297353CC}">
              <c16:uniqueId val="{00000001-A3C5-4C24-A374-2CEEC3FC13BB}"/>
            </c:ext>
          </c:extLst>
        </c:ser>
        <c:dLbls>
          <c:showLegendKey val="0"/>
          <c:showVal val="0"/>
          <c:showCatName val="0"/>
          <c:showSerName val="0"/>
          <c:showPercent val="0"/>
          <c:showBubbleSize val="0"/>
        </c:dLbls>
        <c:gapWidth val="50"/>
        <c:overlap val="100"/>
        <c:axId val="64451712"/>
        <c:axId val="64453248"/>
      </c:barChart>
      <c:catAx>
        <c:axId val="64451712"/>
        <c:scaling>
          <c:orientation val="minMax"/>
        </c:scaling>
        <c:delete val="0"/>
        <c:axPos val="l"/>
        <c:majorGridlines>
          <c:spPr>
            <a:ln w="12700" algn="ctr">
              <a:solidFill>
                <a:srgbClr val="999999">
                  <a:alpha val="60000"/>
                </a:srgbClr>
              </a:solidFill>
              <a:prstDash val="sysDash"/>
            </a:ln>
          </c:spPr>
        </c:majorGridlines>
        <c:title>
          <c:tx>
            <c:rich>
              <a:bodyPr rot="16200000" vert="horz" anchor="ctr"/>
              <a:lstStyle/>
              <a:p>
                <a:pPr>
                  <a:defRPr/>
                </a:pPr>
                <a:r>
                  <a:rPr sz="1400" b="1" i="0" u="none" cap="none">
                    <a:solidFill>
                      <a:srgbClr val="000000">
                        <a:alpha val="100000"/>
                      </a:srgbClr>
                    </a:solidFill>
                    <a:latin typeface="游ゴシック Regular (本文)"/>
                    <a:cs typeface="游ゴシック Regular (本文)"/>
                    <a:sym typeface="游ゴシック Regular (本文)"/>
                  </a:rPr>
                  <a:t>年齢</a:t>
                </a:r>
              </a:p>
            </c:rich>
          </c:tx>
          <c:overlay val="0"/>
        </c:title>
        <c:numFmt formatCode="General"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Algn val="ctr"/>
        <c:lblOffset val="100"/>
        <c:noMultiLvlLbl val="1"/>
      </c:catAx>
      <c:valAx>
        <c:axId val="64453248"/>
        <c:scaling>
          <c:orientation val="minMax"/>
        </c:scaling>
        <c:delete val="0"/>
        <c:axPos val="b"/>
        <c:majorGridlines>
          <c:spPr>
            <a:ln w="12700" algn="ctr">
              <a:solidFill>
                <a:srgbClr val="999999">
                  <a:alpha val="60000"/>
                </a:srgbClr>
              </a:solidFill>
              <a:prstDash val="sysDash"/>
            </a:ln>
          </c:spPr>
        </c:majorGridlines>
        <c:title>
          <c:tx>
            <c:rich>
              <a:bodyPr rot="16200000" vert="horz" anchor="ctr"/>
              <a:lstStyle/>
              <a:p>
                <a:pPr>
                  <a:defRPr/>
                </a:pPr>
                <a:endParaRP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legend>
      <c:legendPos val="t"/>
      <c:overlay val="0"/>
      <c:txPr>
        <a:bodyPr/>
        <a:lstStyle/>
        <a:p>
          <a:pPr>
            <a:defRPr sz="1200" b="0" i="0" u="none" cap="none">
              <a:solidFill>
                <a:srgbClr val="000000">
                  <a:alpha val="100000"/>
                </a:srgbClr>
              </a:solidFill>
              <a:latin typeface="游ゴシック Regular (本文)"/>
              <a:cs typeface="游ゴシック Regular (本文)"/>
              <a:sym typeface="游ゴシック Regular (本文)"/>
            </a:defRPr>
          </a:pPr>
          <a:endParaRPr lang="ja-JP"/>
        </a:p>
      </c:txPr>
    </c:legend>
    <c:plotVisOnly val="1"/>
    <c:dispBlanksAs val="gap"/>
    <c:showDLblsOverMax val="0"/>
  </c:chart>
  <c:txPr>
    <a:bodyPr/>
    <a:lstStyle/>
    <a:p>
      <a:pPr>
        <a:defRPr sz="1800"/>
      </a:pPr>
      <a:endParaRPr lang="fr-FR"/>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stacked"/>
        <c:varyColors val="0"/>
        <c:ser>
          <c:idx val="0"/>
          <c:order val="0"/>
          <c:tx>
            <c:strRef>
              <c:f>sheet1!$B$1</c:f>
              <c:strCache>
                <c:ptCount val="1"/>
                <c:pt idx="0">
                  <c:v>mobile</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2583</c:v>
                </c:pt>
                <c:pt idx="1">
                  <c:v>2910</c:v>
                </c:pt>
                <c:pt idx="2">
                  <c:v>3049</c:v>
                </c:pt>
                <c:pt idx="3">
                  <c:v>3477</c:v>
                </c:pt>
                <c:pt idx="4">
                  <c:v>5227</c:v>
                </c:pt>
                <c:pt idx="5">
                  <c:v>3357</c:v>
                </c:pt>
                <c:pt idx="6">
                  <c:v>3462</c:v>
                </c:pt>
                <c:pt idx="7">
                  <c:v>2630</c:v>
                </c:pt>
                <c:pt idx="8">
                  <c:v>3747</c:v>
                </c:pt>
                <c:pt idx="9">
                  <c:v>7294</c:v>
                </c:pt>
                <c:pt idx="10">
                  <c:v>4256</c:v>
                </c:pt>
                <c:pt idx="11">
                  <c:v>7614</c:v>
                </c:pt>
              </c:numCache>
            </c:numRef>
          </c:val>
          <c:extLst>
            <c:ext xmlns:c16="http://schemas.microsoft.com/office/drawing/2014/chart" uri="{C3380CC4-5D6E-409C-BE32-E72D297353CC}">
              <c16:uniqueId val="{00000000-8E07-4B92-AFAC-9A9C8EE781A1}"/>
            </c:ext>
          </c:extLst>
        </c:ser>
        <c:ser>
          <c:idx val="1"/>
          <c:order val="1"/>
          <c:tx>
            <c:strRef>
              <c:f>sheet1!$C$1</c:f>
              <c:strCache>
                <c:ptCount val="1"/>
                <c:pt idx="0">
                  <c:v>desktop</c:v>
                </c:pt>
              </c:strCache>
            </c:strRef>
          </c:tx>
          <c:spPr>
            <a:solidFill>
              <a:srgbClr val="50BEBE">
                <a:alpha val="100000"/>
              </a:srgbClr>
            </a:solidFill>
            <a:ln w="25400">
              <a:solidFill>
                <a:srgbClr val="50BEBE">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12337</c:v>
                </c:pt>
                <c:pt idx="1">
                  <c:v>13197</c:v>
                </c:pt>
                <c:pt idx="2">
                  <c:v>15315</c:v>
                </c:pt>
                <c:pt idx="3">
                  <c:v>16810</c:v>
                </c:pt>
                <c:pt idx="4">
                  <c:v>17982</c:v>
                </c:pt>
                <c:pt idx="5">
                  <c:v>18750</c:v>
                </c:pt>
                <c:pt idx="6">
                  <c:v>16115</c:v>
                </c:pt>
                <c:pt idx="7">
                  <c:v>13085</c:v>
                </c:pt>
                <c:pt idx="8">
                  <c:v>18553</c:v>
                </c:pt>
                <c:pt idx="9">
                  <c:v>14559</c:v>
                </c:pt>
                <c:pt idx="10">
                  <c:v>17201</c:v>
                </c:pt>
                <c:pt idx="11">
                  <c:v>18520</c:v>
                </c:pt>
              </c:numCache>
            </c:numRef>
          </c:val>
          <c:extLst>
            <c:ext xmlns:c16="http://schemas.microsoft.com/office/drawing/2014/chart" uri="{C3380CC4-5D6E-409C-BE32-E72D297353CC}">
              <c16:uniqueId val="{00000001-8E07-4B92-AFAC-9A9C8EE781A1}"/>
            </c:ext>
          </c:extLst>
        </c:ser>
        <c:ser>
          <c:idx val="2"/>
          <c:order val="2"/>
          <c:tx>
            <c:strRef>
              <c:f>sheet1!$D$1</c:f>
              <c:strCache>
                <c:ptCount val="1"/>
                <c:pt idx="0">
                  <c:v>tablet</c:v>
                </c:pt>
              </c:strCache>
            </c:strRef>
          </c:tx>
          <c:spPr>
            <a:solidFill>
              <a:srgbClr val="9ED0E4">
                <a:alpha val="100000"/>
              </a:srgbClr>
            </a:solidFill>
            <a:ln w="25400">
              <a:solidFill>
                <a:srgbClr val="9ED0E4">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sheet1!$D$2:$D$13</c:f>
              <c:numCache>
                <c:formatCode>General</c:formatCode>
                <c:ptCount val="12"/>
                <c:pt idx="0">
                  <c:v>103</c:v>
                </c:pt>
                <c:pt idx="1">
                  <c:v>113</c:v>
                </c:pt>
                <c:pt idx="2">
                  <c:v>110</c:v>
                </c:pt>
                <c:pt idx="3">
                  <c:v>119</c:v>
                </c:pt>
                <c:pt idx="4">
                  <c:v>150</c:v>
                </c:pt>
                <c:pt idx="5">
                  <c:v>482</c:v>
                </c:pt>
                <c:pt idx="6">
                  <c:v>907</c:v>
                </c:pt>
                <c:pt idx="7">
                  <c:v>885</c:v>
                </c:pt>
                <c:pt idx="8">
                  <c:v>1095</c:v>
                </c:pt>
                <c:pt idx="9">
                  <c:v>90</c:v>
                </c:pt>
                <c:pt idx="10">
                  <c:v>65</c:v>
                </c:pt>
                <c:pt idx="11">
                  <c:v>70</c:v>
                </c:pt>
              </c:numCache>
            </c:numRef>
          </c:val>
          <c:extLst>
            <c:ext xmlns:c16="http://schemas.microsoft.com/office/drawing/2014/chart" uri="{C3380CC4-5D6E-409C-BE32-E72D297353CC}">
              <c16:uniqueId val="{00000002-8E07-4B92-AFAC-9A9C8EE781A1}"/>
            </c:ext>
          </c:extLst>
        </c:ser>
        <c:dLbls>
          <c:showLegendKey val="0"/>
          <c:showVal val="0"/>
          <c:showCatName val="0"/>
          <c:showSerName val="0"/>
          <c:showPercent val="0"/>
          <c:showBubbleSize val="0"/>
        </c:dLbls>
        <c:gapWidth val="150"/>
        <c:overlap val="10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1" i="0" u="none" cap="none">
                    <a:solidFill>
                      <a:srgbClr val="000000">
                        <a:alpha val="100000"/>
                      </a:srgbClr>
                    </a:solidFill>
                    <a:latin typeface="Arial"/>
                    <a:cs typeface="Arial"/>
                    <a:sym typeface="Arial"/>
                  </a:rPr>
                  <a:t>ユーザー</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legend>
      <c:legendPos val="t"/>
      <c:overlay val="0"/>
      <c:txPr>
        <a:bodyPr/>
        <a:lstStyle/>
        <a:p>
          <a:pPr>
            <a:defRPr sz="1200" b="0" i="0" u="none" cap="none">
              <a:solidFill>
                <a:srgbClr val="000000">
                  <a:alpha val="100000"/>
                </a:srgbClr>
              </a:solidFill>
              <a:latin typeface="游ゴシック Regular (本文)"/>
              <a:cs typeface="游ゴシック Regular (本文)"/>
              <a:sym typeface="游ゴシック Regular (本文)"/>
            </a:defRPr>
          </a:pPr>
          <a:endParaRPr lang="ja-JP"/>
        </a:p>
      </c:txPr>
    </c:legend>
    <c:plotVisOnly val="1"/>
    <c:dispBlanksAs val="gap"/>
    <c:showDLblsOverMax val="0"/>
  </c:chart>
  <c:txPr>
    <a:bodyPr/>
    <a:lstStyle/>
    <a:p>
      <a:pPr>
        <a:defRPr sz="1800"/>
      </a:pPr>
      <a:endParaRPr lang="fr-F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stacked"/>
        <c:varyColors val="0"/>
        <c:ser>
          <c:idx val="0"/>
          <c:order val="0"/>
          <c:tx>
            <c:strRef>
              <c:f>sheet1!$B$1</c:f>
              <c:strCache>
                <c:ptCount val="1"/>
                <c:pt idx="0">
                  <c:v>iOS</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1856</c:v>
                </c:pt>
                <c:pt idx="1">
                  <c:v>2093</c:v>
                </c:pt>
                <c:pt idx="2">
                  <c:v>2205</c:v>
                </c:pt>
                <c:pt idx="3">
                  <c:v>2480</c:v>
                </c:pt>
                <c:pt idx="4">
                  <c:v>3227</c:v>
                </c:pt>
                <c:pt idx="5">
                  <c:v>2281</c:v>
                </c:pt>
                <c:pt idx="6">
                  <c:v>1989</c:v>
                </c:pt>
                <c:pt idx="7">
                  <c:v>1665</c:v>
                </c:pt>
                <c:pt idx="8">
                  <c:v>2398</c:v>
                </c:pt>
                <c:pt idx="9">
                  <c:v>4823</c:v>
                </c:pt>
                <c:pt idx="10">
                  <c:v>2686</c:v>
                </c:pt>
                <c:pt idx="11">
                  <c:v>4423</c:v>
                </c:pt>
              </c:numCache>
            </c:numRef>
          </c:val>
          <c:extLst>
            <c:ext xmlns:c16="http://schemas.microsoft.com/office/drawing/2014/chart" uri="{C3380CC4-5D6E-409C-BE32-E72D297353CC}">
              <c16:uniqueId val="{00000000-7CF0-49BF-8540-09782BEC25CB}"/>
            </c:ext>
          </c:extLst>
        </c:ser>
        <c:ser>
          <c:idx val="1"/>
          <c:order val="1"/>
          <c:tx>
            <c:strRef>
              <c:f>sheet1!$C$1</c:f>
              <c:strCache>
                <c:ptCount val="1"/>
                <c:pt idx="0">
                  <c:v>Android</c:v>
                </c:pt>
              </c:strCache>
            </c:strRef>
          </c:tx>
          <c:spPr>
            <a:solidFill>
              <a:srgbClr val="50BEBE">
                <a:alpha val="100000"/>
              </a:srgbClr>
            </a:solidFill>
            <a:ln w="25400">
              <a:solidFill>
                <a:srgbClr val="50BEBE">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725</c:v>
                </c:pt>
                <c:pt idx="1">
                  <c:v>818</c:v>
                </c:pt>
                <c:pt idx="2">
                  <c:v>842</c:v>
                </c:pt>
                <c:pt idx="3">
                  <c:v>995</c:v>
                </c:pt>
                <c:pt idx="4">
                  <c:v>2000</c:v>
                </c:pt>
                <c:pt idx="5">
                  <c:v>1076</c:v>
                </c:pt>
                <c:pt idx="6">
                  <c:v>1473</c:v>
                </c:pt>
                <c:pt idx="7">
                  <c:v>965</c:v>
                </c:pt>
                <c:pt idx="8">
                  <c:v>1349</c:v>
                </c:pt>
                <c:pt idx="9">
                  <c:v>2536</c:v>
                </c:pt>
                <c:pt idx="10">
                  <c:v>1570</c:v>
                </c:pt>
                <c:pt idx="11">
                  <c:v>3183</c:v>
                </c:pt>
              </c:numCache>
            </c:numRef>
          </c:val>
          <c:extLst>
            <c:ext xmlns:c16="http://schemas.microsoft.com/office/drawing/2014/chart" uri="{C3380CC4-5D6E-409C-BE32-E72D297353CC}">
              <c16:uniqueId val="{00000001-7CF0-49BF-8540-09782BEC25CB}"/>
            </c:ext>
          </c:extLst>
        </c:ser>
        <c:dLbls>
          <c:showLegendKey val="0"/>
          <c:showVal val="0"/>
          <c:showCatName val="0"/>
          <c:showSerName val="0"/>
          <c:showPercent val="0"/>
          <c:showBubbleSize val="0"/>
        </c:dLbls>
        <c:gapWidth val="150"/>
        <c:overlap val="10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1" i="0" u="none" cap="none">
                    <a:solidFill>
                      <a:srgbClr val="000000">
                        <a:alpha val="100000"/>
                      </a:srgbClr>
                    </a:solidFill>
                    <a:latin typeface="Arial"/>
                    <a:cs typeface="Arial"/>
                    <a:sym typeface="Arial"/>
                  </a:rPr>
                  <a:t>ユーザー</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legend>
      <c:legendPos val="t"/>
      <c:overlay val="0"/>
      <c:txPr>
        <a:bodyPr/>
        <a:lstStyle/>
        <a:p>
          <a:pPr>
            <a:defRPr sz="1200" b="0" i="0" u="none" cap="none">
              <a:solidFill>
                <a:srgbClr val="000000">
                  <a:alpha val="100000"/>
                </a:srgbClr>
              </a:solidFill>
              <a:latin typeface="游ゴシック Regular (本文)"/>
              <a:cs typeface="游ゴシック Regular (本文)"/>
              <a:sym typeface="游ゴシック Regular (本文)"/>
            </a:defRPr>
          </a:pPr>
          <a:endParaRPr lang="ja-JP"/>
        </a:p>
      </c:txPr>
    </c:legend>
    <c:plotVisOnly val="1"/>
    <c:dispBlanksAs val="gap"/>
    <c:showDLblsOverMax val="0"/>
  </c:chart>
  <c:txPr>
    <a:bodyPr/>
    <a:lstStyle/>
    <a:p>
      <a:pPr>
        <a:defRPr sz="1800"/>
      </a:pPr>
      <a:endParaRPr lang="fr-F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218</c:v>
                </c:pt>
                <c:pt idx="1">
                  <c:v>212</c:v>
                </c:pt>
                <c:pt idx="2">
                  <c:v>278</c:v>
                </c:pt>
                <c:pt idx="3">
                  <c:v>211</c:v>
                </c:pt>
                <c:pt idx="4">
                  <c:v>218</c:v>
                </c:pt>
                <c:pt idx="5">
                  <c:v>237</c:v>
                </c:pt>
                <c:pt idx="6">
                  <c:v>214</c:v>
                </c:pt>
                <c:pt idx="7">
                  <c:v>200</c:v>
                </c:pt>
                <c:pt idx="8">
                  <c:v>360</c:v>
                </c:pt>
                <c:pt idx="9">
                  <c:v>207</c:v>
                </c:pt>
                <c:pt idx="10">
                  <c:v>156</c:v>
                </c:pt>
                <c:pt idx="11">
                  <c:v>158</c:v>
                </c:pt>
              </c:numCache>
            </c:numRef>
          </c:val>
          <c:extLst>
            <c:ext xmlns:c16="http://schemas.microsoft.com/office/drawing/2014/chart" uri="{C3380CC4-5D6E-409C-BE32-E72D297353CC}">
              <c16:uniqueId val="{00000000-C64C-42B5-9F83-3DAF04A2F9FB}"/>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158</c:v>
                </c:pt>
                <c:pt idx="1">
                  <c:v>186</c:v>
                </c:pt>
                <c:pt idx="2">
                  <c:v>229</c:v>
                </c:pt>
                <c:pt idx="3">
                  <c:v>316</c:v>
                </c:pt>
                <c:pt idx="4">
                  <c:v>407</c:v>
                </c:pt>
                <c:pt idx="5">
                  <c:v>314</c:v>
                </c:pt>
                <c:pt idx="6">
                  <c:v>295</c:v>
                </c:pt>
                <c:pt idx="7">
                  <c:v>243</c:v>
                </c:pt>
                <c:pt idx="8">
                  <c:v>196</c:v>
                </c:pt>
                <c:pt idx="9">
                  <c:v>172</c:v>
                </c:pt>
                <c:pt idx="10">
                  <c:v>154</c:v>
                </c:pt>
                <c:pt idx="11">
                  <c:v>172</c:v>
                </c:pt>
              </c:numCache>
            </c:numRef>
          </c:val>
          <c:extLst>
            <c:ext xmlns:c16="http://schemas.microsoft.com/office/drawing/2014/chart" uri="{C3380CC4-5D6E-409C-BE32-E72D297353CC}">
              <c16:uniqueId val="{00000001-C64C-42B5-9F83-3DAF04A2F9FB}"/>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キーイベント</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2026年1月</a:t>
            </a:r>
          </a:p>
        </c:rich>
      </c:tx>
      <c:overlay val="0"/>
    </c:title>
    <c:autoTitleDeleted val="0"/>
    <c:plotArea>
      <c:layout/>
      <c:lineChart>
        <c:grouping val="standard"/>
        <c:varyColors val="0"/>
        <c:ser>
          <c:idx val="0"/>
          <c:order val="0"/>
          <c:tx>
            <c:strRef>
              <c:f>sheet1!$B$1</c:f>
              <c:strCache>
                <c:ptCount val="1"/>
                <c:pt idx="0">
                  <c:v>metric</c:v>
                </c:pt>
              </c:strCache>
            </c:strRef>
          </c:tx>
          <c:spPr>
            <a:ln w="25400" algn="ctr">
              <a:solidFill>
                <a:srgbClr val="4596C7">
                  <a:alpha val="100000"/>
                </a:srgbClr>
              </a:solidFill>
              <a:prstDash val="solid"/>
            </a:ln>
          </c:spPr>
          <c:marker>
            <c:symbol val="circle"/>
            <c:size val="8"/>
            <c:spPr>
              <a:solidFill>
                <a:srgbClr val="4596C7">
                  <a:alpha val="100000"/>
                </a:srgbClr>
              </a:solidFill>
              <a:ln>
                <a:solidFill>
                  <a:srgbClr val="4596C7">
                    <a:alpha val="100000"/>
                  </a:srgbClr>
                </a:solidFill>
              </a:ln>
              <a:effectLst/>
            </c:spPr>
          </c:marker>
          <c:cat>
            <c:numRef>
              <c:f>sheet1!$A$2:$A$32</c:f>
              <c:numCache>
                <c:formatCode>yyyy\-mm\-dd</c:formatCode>
                <c:ptCount val="31"/>
                <c:pt idx="0">
                  <c:v>46023</c:v>
                </c:pt>
                <c:pt idx="1">
                  <c:v>46024</c:v>
                </c:pt>
                <c:pt idx="2">
                  <c:v>46025</c:v>
                </c:pt>
                <c:pt idx="3">
                  <c:v>46026</c:v>
                </c:pt>
                <c:pt idx="4">
                  <c:v>46027</c:v>
                </c:pt>
                <c:pt idx="5">
                  <c:v>46028</c:v>
                </c:pt>
                <c:pt idx="6">
                  <c:v>46029</c:v>
                </c:pt>
                <c:pt idx="7">
                  <c:v>46030</c:v>
                </c:pt>
                <c:pt idx="8">
                  <c:v>46031</c:v>
                </c:pt>
                <c:pt idx="9">
                  <c:v>46032</c:v>
                </c:pt>
                <c:pt idx="10">
                  <c:v>46033</c:v>
                </c:pt>
                <c:pt idx="11">
                  <c:v>46034</c:v>
                </c:pt>
                <c:pt idx="12">
                  <c:v>46035</c:v>
                </c:pt>
                <c:pt idx="13">
                  <c:v>46036</c:v>
                </c:pt>
                <c:pt idx="14">
                  <c:v>46037</c:v>
                </c:pt>
                <c:pt idx="15">
                  <c:v>46038</c:v>
                </c:pt>
                <c:pt idx="16">
                  <c:v>46039</c:v>
                </c:pt>
                <c:pt idx="17">
                  <c:v>46040</c:v>
                </c:pt>
                <c:pt idx="18">
                  <c:v>46041</c:v>
                </c:pt>
                <c:pt idx="19">
                  <c:v>46042</c:v>
                </c:pt>
                <c:pt idx="20">
                  <c:v>46043</c:v>
                </c:pt>
                <c:pt idx="21">
                  <c:v>46044</c:v>
                </c:pt>
                <c:pt idx="22">
                  <c:v>46045</c:v>
                </c:pt>
                <c:pt idx="23">
                  <c:v>46046</c:v>
                </c:pt>
                <c:pt idx="24">
                  <c:v>46047</c:v>
                </c:pt>
                <c:pt idx="25">
                  <c:v>46048</c:v>
                </c:pt>
                <c:pt idx="26">
                  <c:v>46049</c:v>
                </c:pt>
                <c:pt idx="27">
                  <c:v>46050</c:v>
                </c:pt>
                <c:pt idx="28">
                  <c:v>46051</c:v>
                </c:pt>
                <c:pt idx="29">
                  <c:v>46052</c:v>
                </c:pt>
                <c:pt idx="30">
                  <c:v>46053</c:v>
                </c:pt>
              </c:numCache>
            </c:numRef>
          </c:cat>
          <c:val>
            <c:numRef>
              <c:f>sheet1!$B$2:$B$32</c:f>
              <c:numCache>
                <c:formatCode>General</c:formatCode>
                <c:ptCount val="31"/>
                <c:pt idx="0">
                  <c:v>0</c:v>
                </c:pt>
                <c:pt idx="1">
                  <c:v>0</c:v>
                </c:pt>
                <c:pt idx="2">
                  <c:v>2</c:v>
                </c:pt>
                <c:pt idx="3">
                  <c:v>1</c:v>
                </c:pt>
                <c:pt idx="4">
                  <c:v>6</c:v>
                </c:pt>
                <c:pt idx="5">
                  <c:v>7</c:v>
                </c:pt>
                <c:pt idx="6">
                  <c:v>3</c:v>
                </c:pt>
                <c:pt idx="7">
                  <c:v>8</c:v>
                </c:pt>
                <c:pt idx="8">
                  <c:v>4</c:v>
                </c:pt>
                <c:pt idx="9">
                  <c:v>4</c:v>
                </c:pt>
                <c:pt idx="10">
                  <c:v>0</c:v>
                </c:pt>
                <c:pt idx="11">
                  <c:v>8</c:v>
                </c:pt>
                <c:pt idx="12">
                  <c:v>9</c:v>
                </c:pt>
                <c:pt idx="13">
                  <c:v>8</c:v>
                </c:pt>
                <c:pt idx="14">
                  <c:v>5</c:v>
                </c:pt>
                <c:pt idx="15">
                  <c:v>8</c:v>
                </c:pt>
                <c:pt idx="16">
                  <c:v>0</c:v>
                </c:pt>
                <c:pt idx="17">
                  <c:v>1</c:v>
                </c:pt>
                <c:pt idx="18">
                  <c:v>8</c:v>
                </c:pt>
                <c:pt idx="19">
                  <c:v>7</c:v>
                </c:pt>
                <c:pt idx="20">
                  <c:v>8</c:v>
                </c:pt>
                <c:pt idx="21">
                  <c:v>25</c:v>
                </c:pt>
                <c:pt idx="22">
                  <c:v>7</c:v>
                </c:pt>
                <c:pt idx="23">
                  <c:v>4</c:v>
                </c:pt>
                <c:pt idx="24">
                  <c:v>1</c:v>
                </c:pt>
                <c:pt idx="25">
                  <c:v>7</c:v>
                </c:pt>
                <c:pt idx="26">
                  <c:v>7</c:v>
                </c:pt>
                <c:pt idx="27">
                  <c:v>4</c:v>
                </c:pt>
                <c:pt idx="28">
                  <c:v>5</c:v>
                </c:pt>
                <c:pt idx="29">
                  <c:v>12</c:v>
                </c:pt>
                <c:pt idx="30">
                  <c:v>3</c:v>
                </c:pt>
              </c:numCache>
            </c:numRef>
          </c:val>
          <c:smooth val="1"/>
          <c:extLst>
            <c:ext xmlns:c16="http://schemas.microsoft.com/office/drawing/2014/chart" uri="{C3380CC4-5D6E-409C-BE32-E72D297353CC}">
              <c16:uniqueId val="{00000000-7D12-4E38-A3B3-4F2E7E7491F7}"/>
            </c:ext>
          </c:extLst>
        </c:ser>
        <c:dLbls>
          <c:showLegendKey val="0"/>
          <c:showVal val="0"/>
          <c:showCatName val="0"/>
          <c:showSerName val="0"/>
          <c:showPercent val="0"/>
          <c:showBubbleSize val="0"/>
        </c:dLbls>
        <c:marker val="1"/>
        <c:smooth val="0"/>
        <c:axId val="64451712"/>
        <c:axId val="64453248"/>
      </c:line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dd"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days"/>
      </c:dateAx>
      <c:valAx>
        <c:axId val="64453248"/>
        <c:scaling>
          <c:orientation val="minMax"/>
          <c:min val="0"/>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キーイベント</a:t>
                </a:r>
              </a:p>
            </c:rich>
          </c:tx>
          <c:overlay val="0"/>
        </c:title>
        <c:numFmt formatCode="#,##0"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2025年2月 ~ 2026年1月</a:t>
            </a:r>
          </a:p>
        </c:rich>
      </c:tx>
      <c:overlay val="0"/>
    </c:title>
    <c:autoTitleDeleted val="0"/>
    <c:plotArea>
      <c:layout/>
      <c:barChart>
        <c:barDir val="col"/>
        <c:grouping val="clustered"/>
        <c:varyColors val="0"/>
        <c:ser>
          <c:idx val="0"/>
          <c:order val="0"/>
          <c:tx>
            <c:strRef>
              <c:f>sheet1!$B$1</c:f>
              <c:strCache>
                <c:ptCount val="1"/>
                <c:pt idx="0">
                  <c:v>1</c:v>
                </c:pt>
              </c:strCache>
            </c:strRef>
          </c:tx>
          <c:spPr>
            <a:solidFill>
              <a:srgbClr val="CDCDCD">
                <a:alpha val="100000"/>
              </a:srgbClr>
            </a:solidFill>
            <a:ln w="25400">
              <a:solidFill>
                <a:srgbClr val="CDCDCD">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sheet1!$B$2:$B$13</c:f>
              <c:numCache>
                <c:formatCode>General</c:formatCode>
                <c:ptCount val="12"/>
                <c:pt idx="0">
                  <c:v>7.3896860000000003E-3</c:v>
                </c:pt>
                <c:pt idx="1">
                  <c:v>8.0809130000000003E-3</c:v>
                </c:pt>
                <c:pt idx="2">
                  <c:v>1.0056772E-2</c:v>
                </c:pt>
                <c:pt idx="3">
                  <c:v>8.4653660000000002E-3</c:v>
                </c:pt>
                <c:pt idx="4">
                  <c:v>8.8726800000000008E-3</c:v>
                </c:pt>
                <c:pt idx="5">
                  <c:v>9.7447539999999996E-3</c:v>
                </c:pt>
                <c:pt idx="6">
                  <c:v>1.0500594E-2</c:v>
                </c:pt>
                <c:pt idx="7">
                  <c:v>7.185383E-3</c:v>
                </c:pt>
                <c:pt idx="8">
                  <c:v>1.3306452E-2</c:v>
                </c:pt>
                <c:pt idx="9">
                  <c:v>9.2064880000000005E-3</c:v>
                </c:pt>
                <c:pt idx="10">
                  <c:v>8.0969119999999995E-3</c:v>
                </c:pt>
                <c:pt idx="11">
                  <c:v>9.5225139999999993E-3</c:v>
                </c:pt>
              </c:numCache>
            </c:numRef>
          </c:val>
          <c:extLst>
            <c:ext xmlns:c16="http://schemas.microsoft.com/office/drawing/2014/chart" uri="{C3380CC4-5D6E-409C-BE32-E72D297353CC}">
              <c16:uniqueId val="{00000000-E2A4-46D0-ACDF-E74F7355B295}"/>
            </c:ext>
          </c:extLst>
        </c:ser>
        <c:ser>
          <c:idx val="1"/>
          <c:order val="1"/>
          <c:tx>
            <c:strRef>
              <c:f>sheet1!$C$1</c:f>
              <c:strCache>
                <c:ptCount val="1"/>
                <c:pt idx="0">
                  <c:v>2</c:v>
                </c:pt>
              </c:strCache>
            </c:strRef>
          </c:tx>
          <c:spPr>
            <a:solidFill>
              <a:srgbClr val="4596C7">
                <a:alpha val="100000"/>
              </a:srgbClr>
            </a:solidFill>
            <a:ln w="25400">
              <a:solidFill>
                <a:srgbClr val="4596C7">
                  <a:alpha val="100000"/>
                </a:srgbClr>
              </a:solidFill>
            </a:ln>
            <a:effectLst/>
          </c:spPr>
          <c:invertIfNegative val="0"/>
          <c:cat>
            <c:numRef>
              <c:f>sheet1!$A$2:$A$13</c:f>
              <c:numCache>
                <c:formatCode>yyyy\-mm\-dd</c:formatCode>
                <c:ptCount val="12"/>
                <c:pt idx="0">
                  <c:v>45689</c:v>
                </c:pt>
                <c:pt idx="1">
                  <c:v>45717</c:v>
                </c:pt>
                <c:pt idx="2">
                  <c:v>45748</c:v>
                </c:pt>
                <c:pt idx="3">
                  <c:v>45778</c:v>
                </c:pt>
                <c:pt idx="4">
                  <c:v>45809</c:v>
                </c:pt>
                <c:pt idx="5">
                  <c:v>45839</c:v>
                </c:pt>
                <c:pt idx="6">
                  <c:v>45870</c:v>
                </c:pt>
                <c:pt idx="7">
                  <c:v>45901</c:v>
                </c:pt>
                <c:pt idx="8">
                  <c:v>45931</c:v>
                </c:pt>
                <c:pt idx="9">
                  <c:v>45962</c:v>
                </c:pt>
                <c:pt idx="10">
                  <c:v>45992</c:v>
                </c:pt>
                <c:pt idx="11">
                  <c:v>46023</c:v>
                </c:pt>
              </c:numCache>
            </c:numRef>
          </c:cat>
          <c:val>
            <c:numRef>
              <c:f>sheet1!$C$2:$C$13</c:f>
              <c:numCache>
                <c:formatCode>General</c:formatCode>
                <c:ptCount val="12"/>
                <c:pt idx="0">
                  <c:v>8.9403969999999992E-3</c:v>
                </c:pt>
                <c:pt idx="1">
                  <c:v>8.3363980000000001E-3</c:v>
                </c:pt>
                <c:pt idx="2">
                  <c:v>7.7808399999999998E-3</c:v>
                </c:pt>
                <c:pt idx="3">
                  <c:v>9.5816660000000008E-3</c:v>
                </c:pt>
                <c:pt idx="4">
                  <c:v>6.6938429999999997E-3</c:v>
                </c:pt>
                <c:pt idx="5">
                  <c:v>6.3592299999999996E-3</c:v>
                </c:pt>
                <c:pt idx="6">
                  <c:v>7.3403469999999997E-3</c:v>
                </c:pt>
                <c:pt idx="7">
                  <c:v>7.2121210000000002E-3</c:v>
                </c:pt>
                <c:pt idx="8">
                  <c:v>6.8102969999999999E-3</c:v>
                </c:pt>
                <c:pt idx="9">
                  <c:v>6.1548280000000002E-3</c:v>
                </c:pt>
                <c:pt idx="10">
                  <c:v>5.9391239999999996E-3</c:v>
                </c:pt>
                <c:pt idx="11">
                  <c:v>5.3173179999999997E-3</c:v>
                </c:pt>
              </c:numCache>
            </c:numRef>
          </c:val>
          <c:extLst>
            <c:ext xmlns:c16="http://schemas.microsoft.com/office/drawing/2014/chart" uri="{C3380CC4-5D6E-409C-BE32-E72D297353CC}">
              <c16:uniqueId val="{00000001-E2A4-46D0-ACDF-E74F7355B295}"/>
            </c:ext>
          </c:extLst>
        </c:ser>
        <c:dLbls>
          <c:showLegendKey val="0"/>
          <c:showVal val="0"/>
          <c:showCatName val="0"/>
          <c:showSerName val="0"/>
          <c:showPercent val="0"/>
          <c:showBubbleSize val="0"/>
        </c:dLbls>
        <c:gapWidth val="150"/>
        <c:axId val="64451712"/>
        <c:axId val="64453248"/>
      </c:bar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months"/>
      </c:dateAx>
      <c:valAx>
        <c:axId val="64453248"/>
        <c:scaling>
          <c:orientation val="minMax"/>
        </c:scaling>
        <c:delete val="0"/>
        <c:axPos val="l"/>
        <c:majorGridlines>
          <c:spPr>
            <a:ln w="12700" algn="ctr">
              <a:solidFill>
                <a:srgbClr val="E5E5E5">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ユーザー
キーイベントレート</a:t>
                </a:r>
              </a:p>
            </c:rich>
          </c:tx>
          <c:overlay val="0"/>
        </c:title>
        <c:numFmt formatCode="General"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sz="1200" b="1" i="0" u="none" cap="none">
                <a:solidFill>
                  <a:srgbClr val="000000">
                    <a:alpha val="100000"/>
                  </a:srgbClr>
                </a:solidFill>
                <a:latin typeface="游ゴシック Regular (本文)"/>
                <a:cs typeface="游ゴシック Regular (本文)"/>
                <a:sym typeface="游ゴシック Regular (本文)"/>
              </a:rPr>
              <a:t>2026年1月</a:t>
            </a:r>
          </a:p>
        </c:rich>
      </c:tx>
      <c:overlay val="0"/>
    </c:title>
    <c:autoTitleDeleted val="0"/>
    <c:plotArea>
      <c:layout/>
      <c:lineChart>
        <c:grouping val="standard"/>
        <c:varyColors val="0"/>
        <c:ser>
          <c:idx val="0"/>
          <c:order val="0"/>
          <c:tx>
            <c:strRef>
              <c:f>sheet1!$B$1</c:f>
              <c:strCache>
                <c:ptCount val="1"/>
                <c:pt idx="0">
                  <c:v>metric</c:v>
                </c:pt>
              </c:strCache>
            </c:strRef>
          </c:tx>
          <c:spPr>
            <a:ln w="25400" algn="ctr">
              <a:solidFill>
                <a:srgbClr val="4596C7">
                  <a:alpha val="100000"/>
                </a:srgbClr>
              </a:solidFill>
              <a:prstDash val="solid"/>
            </a:ln>
          </c:spPr>
          <c:marker>
            <c:symbol val="circle"/>
            <c:size val="8"/>
            <c:spPr>
              <a:solidFill>
                <a:srgbClr val="4596C7">
                  <a:alpha val="100000"/>
                </a:srgbClr>
              </a:solidFill>
              <a:ln>
                <a:solidFill>
                  <a:srgbClr val="4596C7">
                    <a:alpha val="100000"/>
                  </a:srgbClr>
                </a:solidFill>
              </a:ln>
              <a:effectLst/>
            </c:spPr>
          </c:marker>
          <c:cat>
            <c:numRef>
              <c:f>sheet1!$A$2:$A$32</c:f>
              <c:numCache>
                <c:formatCode>yyyy\-mm\-dd</c:formatCode>
                <c:ptCount val="31"/>
                <c:pt idx="0">
                  <c:v>46023</c:v>
                </c:pt>
                <c:pt idx="1">
                  <c:v>46024</c:v>
                </c:pt>
                <c:pt idx="2">
                  <c:v>46025</c:v>
                </c:pt>
                <c:pt idx="3">
                  <c:v>46026</c:v>
                </c:pt>
                <c:pt idx="4">
                  <c:v>46027</c:v>
                </c:pt>
                <c:pt idx="5">
                  <c:v>46028</c:v>
                </c:pt>
                <c:pt idx="6">
                  <c:v>46029</c:v>
                </c:pt>
                <c:pt idx="7">
                  <c:v>46030</c:v>
                </c:pt>
                <c:pt idx="8">
                  <c:v>46031</c:v>
                </c:pt>
                <c:pt idx="9">
                  <c:v>46032</c:v>
                </c:pt>
                <c:pt idx="10">
                  <c:v>46033</c:v>
                </c:pt>
                <c:pt idx="11">
                  <c:v>46034</c:v>
                </c:pt>
                <c:pt idx="12">
                  <c:v>46035</c:v>
                </c:pt>
                <c:pt idx="13">
                  <c:v>46036</c:v>
                </c:pt>
                <c:pt idx="14">
                  <c:v>46037</c:v>
                </c:pt>
                <c:pt idx="15">
                  <c:v>46038</c:v>
                </c:pt>
                <c:pt idx="16">
                  <c:v>46039</c:v>
                </c:pt>
                <c:pt idx="17">
                  <c:v>46040</c:v>
                </c:pt>
                <c:pt idx="18">
                  <c:v>46041</c:v>
                </c:pt>
                <c:pt idx="19">
                  <c:v>46042</c:v>
                </c:pt>
                <c:pt idx="20">
                  <c:v>46043</c:v>
                </c:pt>
                <c:pt idx="21">
                  <c:v>46044</c:v>
                </c:pt>
                <c:pt idx="22">
                  <c:v>46045</c:v>
                </c:pt>
                <c:pt idx="23">
                  <c:v>46046</c:v>
                </c:pt>
                <c:pt idx="24">
                  <c:v>46047</c:v>
                </c:pt>
                <c:pt idx="25">
                  <c:v>46048</c:v>
                </c:pt>
                <c:pt idx="26">
                  <c:v>46049</c:v>
                </c:pt>
                <c:pt idx="27">
                  <c:v>46050</c:v>
                </c:pt>
                <c:pt idx="28">
                  <c:v>46051</c:v>
                </c:pt>
                <c:pt idx="29">
                  <c:v>46052</c:v>
                </c:pt>
                <c:pt idx="30">
                  <c:v>46053</c:v>
                </c:pt>
              </c:numCache>
            </c:numRef>
          </c:cat>
          <c:val>
            <c:numRef>
              <c:f>sheet1!$B$2:$B$32</c:f>
              <c:numCache>
                <c:formatCode>General</c:formatCode>
                <c:ptCount val="31"/>
                <c:pt idx="0">
                  <c:v>0</c:v>
                </c:pt>
                <c:pt idx="1">
                  <c:v>0</c:v>
                </c:pt>
                <c:pt idx="2">
                  <c:v>2.9411764999999999E-2</c:v>
                </c:pt>
                <c:pt idx="3">
                  <c:v>9.4339620000000006E-3</c:v>
                </c:pt>
                <c:pt idx="4">
                  <c:v>5.192108E-3</c:v>
                </c:pt>
                <c:pt idx="5">
                  <c:v>5.1724140000000002E-3</c:v>
                </c:pt>
                <c:pt idx="6">
                  <c:v>2.8544239999999999E-3</c:v>
                </c:pt>
                <c:pt idx="7">
                  <c:v>6.2402500000000001E-3</c:v>
                </c:pt>
                <c:pt idx="8">
                  <c:v>2.7803519999999998E-3</c:v>
                </c:pt>
                <c:pt idx="9">
                  <c:v>9.9337750000000006E-3</c:v>
                </c:pt>
                <c:pt idx="10">
                  <c:v>0</c:v>
                </c:pt>
                <c:pt idx="11">
                  <c:v>9.8231829999999992E-3</c:v>
                </c:pt>
                <c:pt idx="12">
                  <c:v>7.2057650000000003E-3</c:v>
                </c:pt>
                <c:pt idx="13">
                  <c:v>6.1967469999999998E-3</c:v>
                </c:pt>
                <c:pt idx="14">
                  <c:v>3.286771E-3</c:v>
                </c:pt>
                <c:pt idx="15">
                  <c:v>4.975124E-3</c:v>
                </c:pt>
                <c:pt idx="16">
                  <c:v>0</c:v>
                </c:pt>
                <c:pt idx="17">
                  <c:v>4.9019609999999998E-3</c:v>
                </c:pt>
                <c:pt idx="18">
                  <c:v>4.6143699999999996E-3</c:v>
                </c:pt>
                <c:pt idx="19">
                  <c:v>5.3394360000000004E-3</c:v>
                </c:pt>
                <c:pt idx="20">
                  <c:v>3.5928140000000002E-3</c:v>
                </c:pt>
                <c:pt idx="21">
                  <c:v>1.3784461E-2</c:v>
                </c:pt>
                <c:pt idx="22">
                  <c:v>3.8961040000000001E-3</c:v>
                </c:pt>
                <c:pt idx="23">
                  <c:v>5.7720059999999997E-3</c:v>
                </c:pt>
                <c:pt idx="24">
                  <c:v>8.8495580000000004E-3</c:v>
                </c:pt>
                <c:pt idx="25">
                  <c:v>5.0071530000000003E-3</c:v>
                </c:pt>
                <c:pt idx="26">
                  <c:v>4.5484080000000003E-3</c:v>
                </c:pt>
                <c:pt idx="27">
                  <c:v>2.7952480000000002E-3</c:v>
                </c:pt>
                <c:pt idx="28">
                  <c:v>3.046923E-3</c:v>
                </c:pt>
                <c:pt idx="29">
                  <c:v>8.0515299999999995E-3</c:v>
                </c:pt>
                <c:pt idx="30">
                  <c:v>3.3388979999999999E-3</c:v>
                </c:pt>
              </c:numCache>
            </c:numRef>
          </c:val>
          <c:smooth val="1"/>
          <c:extLst>
            <c:ext xmlns:c16="http://schemas.microsoft.com/office/drawing/2014/chart" uri="{C3380CC4-5D6E-409C-BE32-E72D297353CC}">
              <c16:uniqueId val="{00000000-9545-4118-AD37-E30A785AE86E}"/>
            </c:ext>
          </c:extLst>
        </c:ser>
        <c:dLbls>
          <c:showLegendKey val="0"/>
          <c:showVal val="0"/>
          <c:showCatName val="0"/>
          <c:showSerName val="0"/>
          <c:showPercent val="0"/>
          <c:showBubbleSize val="0"/>
        </c:dLbls>
        <c:marker val="1"/>
        <c:smooth val="0"/>
        <c:axId val="64451712"/>
        <c:axId val="64453248"/>
      </c:lineChart>
      <c:dateAx>
        <c:axId val="64451712"/>
        <c:scaling>
          <c:orientation val="minMax"/>
        </c:scaling>
        <c:delete val="0"/>
        <c:axPos val="b"/>
        <c:majorGridlines>
          <c:spPr>
            <a:ln w="12700" algn="ctr">
              <a:solidFill>
                <a:srgbClr val="FFFFFF">
                  <a:alpha val="100000"/>
                </a:srgbClr>
              </a:solidFill>
              <a:prstDash val="solid"/>
            </a:ln>
          </c:spPr>
        </c:majorGridlines>
        <c:title>
          <c:tx>
            <c:rich>
              <a:bodyPr rot="0" vert="horz" anchor="ctr"/>
              <a:lstStyle/>
              <a:p>
                <a:pPr>
                  <a:defRPr/>
                </a:pPr>
                <a:endParaRPr/>
              </a:p>
            </c:rich>
          </c:tx>
          <c:overlay val="0"/>
        </c:title>
        <c:numFmt formatCode="yyyy/mm/dd"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3248"/>
        <c:crosses val="autoZero"/>
        <c:auto val="1"/>
        <c:lblOffset val="100"/>
        <c:baseTimeUnit val="days"/>
      </c:dateAx>
      <c:valAx>
        <c:axId val="64453248"/>
        <c:scaling>
          <c:orientation val="minMax"/>
          <c:min val="0"/>
        </c:scaling>
        <c:delete val="0"/>
        <c:axPos val="l"/>
        <c:majorGridlines>
          <c:spPr>
            <a:ln w="12700" algn="ctr">
              <a:solidFill>
                <a:srgbClr val="B2B2B2">
                  <a:alpha val="100000"/>
                </a:srgbClr>
              </a:solidFill>
              <a:prstDash val="solid"/>
            </a:ln>
          </c:spPr>
        </c:majorGridlines>
        <c:title>
          <c:tx>
            <c:rich>
              <a:bodyPr rot="16200000" vert="horz" anchor="ctr"/>
              <a:lstStyle/>
              <a:p>
                <a:pPr>
                  <a:defRPr/>
                </a:pPr>
                <a:r>
                  <a:rPr sz="1200" b="0" i="0" u="none" cap="none">
                    <a:solidFill>
                      <a:srgbClr val="000000">
                        <a:alpha val="100000"/>
                      </a:srgbClr>
                    </a:solidFill>
                    <a:latin typeface="Arial"/>
                    <a:cs typeface="Arial"/>
                    <a:sym typeface="Arial"/>
                  </a:rPr>
                  <a:t>ユーザー
キーイベントレート</a:t>
                </a:r>
              </a:p>
            </c:rich>
          </c:tx>
          <c:overlay val="0"/>
        </c:title>
        <c:numFmt formatCode="General" sourceLinked="0"/>
        <c:majorTickMark val="cross"/>
        <c:minorTickMark val="none"/>
        <c:tickLblPos val="nextTo"/>
        <c:spPr>
          <a:ln w="12700" algn="ctr">
            <a:solidFill>
              <a:srgbClr val="999999">
                <a:alpha val="60000"/>
              </a:srgbClr>
            </a:solidFill>
            <a:prstDash val="solid"/>
          </a:ln>
        </c:spPr>
        <c:txPr>
          <a:bodyPr rot="0" vert="horz"/>
          <a:lstStyle/>
          <a:p>
            <a:pPr>
              <a:defRPr sz="1000" b="0" i="0" u="none" cap="none">
                <a:solidFill>
                  <a:srgbClr val="000000">
                    <a:alpha val="100000"/>
                  </a:srgbClr>
                </a:solidFill>
                <a:latin typeface="Arial"/>
                <a:cs typeface="Arial"/>
                <a:sym typeface="Arial"/>
              </a:defRPr>
            </a:pPr>
            <a:endParaRPr lang="ja-JP"/>
          </a:p>
        </c:txPr>
        <c:crossAx val="64451712"/>
        <c:crosses val="autoZero"/>
        <c:crossBetween val="between"/>
      </c:valAx>
    </c:plotArea>
    <c:plotVisOnly val="1"/>
    <c:dispBlanksAs val="gap"/>
    <c:showDLblsOverMax val="0"/>
  </c:chart>
  <c:txPr>
    <a:bodyPr/>
    <a:lstStyle/>
    <a:p>
      <a:pPr>
        <a:defRPr sz="1800"/>
      </a:pPr>
      <a:endParaRPr lang="fr-F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9B35378-C983-C00C-14A0-7AE32A7A33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E93ED822-2B43-6D9B-2776-65F48F5043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560C3C-F2B0-4E77-9451-9B009FD90111}" type="datetimeFigureOut">
              <a:rPr kumimoji="1" lang="ja-JP" altLang="en-US" smtClean="0"/>
              <a:t>2026/2/26</a:t>
            </a:fld>
            <a:endParaRPr kumimoji="1" lang="ja-JP" altLang="en-US"/>
          </a:p>
        </p:txBody>
      </p:sp>
      <p:sp>
        <p:nvSpPr>
          <p:cNvPr id="4" name="フッター プレースホルダー 3">
            <a:extLst>
              <a:ext uri="{FF2B5EF4-FFF2-40B4-BE49-F238E27FC236}">
                <a16:creationId xmlns:a16="http://schemas.microsoft.com/office/drawing/2014/main" id="{4167639D-5BAD-4235-C9CB-616367846C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Tree>
    <p:extLst>
      <p:ext uri="{BB962C8B-B14F-4D97-AF65-F5344CB8AC3E}">
        <p14:creationId xmlns:p14="http://schemas.microsoft.com/office/powerpoint/2010/main" val="1872717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018C7-4DFE-A542-90AF-E06DB94DD31F}" type="datetimeFigureOut">
              <a:rPr kumimoji="1" lang="ja-JP" altLang="en-US" smtClean="0"/>
              <a:t>2026/2/26</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7B1A9F-F87E-514D-9FEF-0F7BBE4D711D}" type="slidenum">
              <a:rPr kumimoji="1" lang="ja-JP" altLang="en-US" smtClean="0"/>
              <a:t>‹#›</a:t>
            </a:fld>
            <a:endParaRPr kumimoji="1" lang="ja-JP" altLang="en-US"/>
          </a:p>
        </p:txBody>
      </p:sp>
    </p:spTree>
    <p:extLst>
      <p:ext uri="{BB962C8B-B14F-4D97-AF65-F5344CB8AC3E}">
        <p14:creationId xmlns:p14="http://schemas.microsoft.com/office/powerpoint/2010/main" val="147295810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2057320" y="2285683"/>
            <a:ext cx="5791359" cy="3086100"/>
          </a:xfrm>
          <a:prstGeom prst="rect">
            <a:avLst/>
          </a:prstGeom>
        </p:spPr>
        <p:txBody>
          <a:bodyPr/>
          <a:lstStyle>
            <a:lvl1pPr marL="0" indent="0" algn="ctr">
              <a:buFontTx/>
              <a:buNone/>
              <a:defRPr/>
            </a:lvl1pPr>
          </a:lstStyle>
          <a:p>
            <a:endParaRPr kumimoji="1" lang="ja-JP" altLang="en-US"/>
          </a:p>
        </p:txBody>
      </p:sp>
      <p:sp>
        <p:nvSpPr>
          <p:cNvPr id="6" name="page_title">
            <a:extLst>
              <a:ext uri="{FF2B5EF4-FFF2-40B4-BE49-F238E27FC236}">
                <a16:creationId xmlns:a16="http://schemas.microsoft.com/office/drawing/2014/main" id="{3DB77545-FB9A-B51C-E450-61EFEEEBFC48}"/>
              </a:ext>
            </a:extLst>
          </p:cNvPr>
          <p:cNvSpPr>
            <a:spLocks noGrp="1"/>
          </p:cNvSpPr>
          <p:nvPr>
            <p:ph type="body" sz="quarter" idx="11"/>
          </p:nvPr>
        </p:nvSpPr>
        <p:spPr>
          <a:xfrm>
            <a:off x="2057320" y="1486217"/>
            <a:ext cx="5791359" cy="456883"/>
          </a:xfrm>
          <a:prstGeom prst="rect">
            <a:avLst/>
          </a:prstGeom>
        </p:spPr>
        <p:txBody>
          <a:bodyPr/>
          <a:lstStyle>
            <a:lvl1pPr marL="0" indent="0" algn="ctr">
              <a:buNone/>
              <a:defRPr sz="2000" b="1"/>
            </a:lvl1pPr>
          </a:lstStyle>
          <a:p>
            <a:pPr lvl="0"/>
            <a:endParaRPr kumimoji="1" lang="ja-JP" altLang="en-US" dirty="0"/>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4502F154-112C-4B60-9E9D-942609102DFF}"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spTree>
    <p:extLst>
      <p:ext uri="{BB962C8B-B14F-4D97-AF65-F5344CB8AC3E}">
        <p14:creationId xmlns:p14="http://schemas.microsoft.com/office/powerpoint/2010/main" val="2783152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591608" y="106380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591609" y="1412564"/>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591608" y="1884905"/>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591608" y="2232089"/>
            <a:ext cx="4231525" cy="2336326"/>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591608" y="4716951"/>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591608" y="5073118"/>
            <a:ext cx="4231525" cy="514278"/>
          </a:xfrm>
          <a:prstGeom prst="rect">
            <a:avLst/>
          </a:prstGeom>
        </p:spPr>
        <p:txBody>
          <a:bodyPr anchor="t"/>
          <a:lstStyle>
            <a:lvl1pPr marL="0" indent="0">
              <a:lnSpc>
                <a:spcPct val="100000"/>
              </a:lnSpc>
              <a:spcBef>
                <a:spcPts val="50"/>
              </a:spcBef>
              <a:buNone/>
              <a:defRPr sz="1400" b="0"/>
            </a:lvl1pPr>
          </a:lstStyle>
          <a:p>
            <a:endParaRPr lang="ja-JP" altLang="en-US" sz="140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1052513"/>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1378696"/>
            <a:ext cx="4541424" cy="1227625"/>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2767948"/>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82867" y="3108787"/>
            <a:ext cx="4231525" cy="1459627"/>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101" name="index_7">
            <a:extLst>
              <a:ext uri="{FF2B5EF4-FFF2-40B4-BE49-F238E27FC236}">
                <a16:creationId xmlns:a16="http://schemas.microsoft.com/office/drawing/2014/main" id="{E05F13F7-EDF0-059A-2650-4FBDBA02F617}"/>
              </a:ext>
            </a:extLst>
          </p:cNvPr>
          <p:cNvSpPr>
            <a:spLocks noGrp="1"/>
          </p:cNvSpPr>
          <p:nvPr>
            <p:ph type="body" sz="quarter" idx="31"/>
          </p:nvPr>
        </p:nvSpPr>
        <p:spPr>
          <a:xfrm>
            <a:off x="5082867" y="4686139"/>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2" name="index_text_7">
            <a:extLst>
              <a:ext uri="{FF2B5EF4-FFF2-40B4-BE49-F238E27FC236}">
                <a16:creationId xmlns:a16="http://schemas.microsoft.com/office/drawing/2014/main" id="{2E04FC26-9C0C-4CCA-3B6D-DDA13A22C863}"/>
              </a:ext>
            </a:extLst>
          </p:cNvPr>
          <p:cNvSpPr>
            <a:spLocks noGrp="1"/>
          </p:cNvSpPr>
          <p:nvPr>
            <p:ph type="body" sz="quarter" idx="32"/>
          </p:nvPr>
        </p:nvSpPr>
        <p:spPr>
          <a:xfrm>
            <a:off x="5082867" y="5001033"/>
            <a:ext cx="4231525" cy="40050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91608" y="5742103"/>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91608" y="6092099"/>
            <a:ext cx="4231525" cy="514278"/>
          </a:xfrm>
          <a:prstGeom prst="rect">
            <a:avLst/>
          </a:prstGeom>
        </p:spPr>
        <p:txBody>
          <a:bodyPr anchor="t"/>
          <a:lstStyle>
            <a:lvl1pPr marL="0" indent="0">
              <a:lnSpc>
                <a:spcPct val="100000"/>
              </a:lnSpc>
              <a:spcBef>
                <a:spcPts val="50"/>
              </a:spcBef>
              <a:buNone/>
              <a:defRPr sz="1400" b="0"/>
            </a:lvl1pPr>
          </a:lstStyle>
          <a:p>
            <a:endParaRPr lang="ja-JP" altLang="en-US" sz="140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0F6832FF-D8A2-4285-8FBF-650645891842}"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Tree>
    <p:extLst>
      <p:ext uri="{BB962C8B-B14F-4D97-AF65-F5344CB8AC3E}">
        <p14:creationId xmlns:p14="http://schemas.microsoft.com/office/powerpoint/2010/main" val="344307273"/>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ex_custom">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01A43972-A8F9-4A55-90A8-8C3299066A81}"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2" name="index_text_1">
            <a:extLst>
              <a:ext uri="{FF2B5EF4-FFF2-40B4-BE49-F238E27FC236}">
                <a16:creationId xmlns:a16="http://schemas.microsoft.com/office/drawing/2014/main" id="{4186B8C8-0875-438E-805D-EA2FC6F871D6}"/>
              </a:ext>
            </a:extLst>
          </p:cNvPr>
          <p:cNvSpPr txBox="1"/>
          <p:nvPr userDrawn="1"/>
        </p:nvSpPr>
        <p:spPr>
          <a:xfrm>
            <a:off x="582372" y="1052513"/>
            <a:ext cx="8762253" cy="427168"/>
          </a:xfrm>
          <a:prstGeom prst="rect">
            <a:avLst/>
          </a:prstGeom>
          <a:noFill/>
        </p:spPr>
        <p:txBody>
          <a:bodyPr wrap="square" rtlCol="0" anchor="t">
            <a:spAutoFit/>
          </a:bodyPr>
          <a:lstStyle/>
          <a:p>
            <a:pPr marL="285750" indent="-285750" algn="l">
              <a:lnSpc>
                <a:spcPct val="150000"/>
              </a:lnSpc>
              <a:buFont typeface="Arial" panose="020B0604020202020204" pitchFamily="34" charset="0"/>
              <a:buChar char="•"/>
            </a:pPr>
            <a:endParaRPr kumimoji="1" lang="ja-JP" altLang="en-US" sz="1600" b="0" dirty="0"/>
          </a:p>
        </p:txBody>
      </p:sp>
    </p:spTree>
    <p:extLst>
      <p:ext uri="{BB962C8B-B14F-4D97-AF65-F5344CB8AC3E}">
        <p14:creationId xmlns:p14="http://schemas.microsoft.com/office/powerpoint/2010/main" val="548673318"/>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ex_ai_suggest">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591608" y="241574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591608" y="2734283"/>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591608" y="3139770"/>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591608" y="3467452"/>
            <a:ext cx="4231525" cy="2336326"/>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580782" y="5907159"/>
            <a:ext cx="42470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591608" y="6222053"/>
            <a:ext cx="4231525" cy="514278"/>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55064" y="2412910"/>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55064" y="2747191"/>
            <a:ext cx="4587700" cy="1227625"/>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62229" y="4060586"/>
            <a:ext cx="4231525"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62229" y="4372495"/>
            <a:ext cx="4231525" cy="1382939"/>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101" name="index_8">
            <a:extLst>
              <a:ext uri="{FF2B5EF4-FFF2-40B4-BE49-F238E27FC236}">
                <a16:creationId xmlns:a16="http://schemas.microsoft.com/office/drawing/2014/main" id="{E05F13F7-EDF0-059A-2650-4FBDBA02F617}"/>
              </a:ext>
            </a:extLst>
          </p:cNvPr>
          <p:cNvSpPr>
            <a:spLocks noGrp="1"/>
          </p:cNvSpPr>
          <p:nvPr>
            <p:ph type="body" sz="quarter" idx="31"/>
          </p:nvPr>
        </p:nvSpPr>
        <p:spPr>
          <a:xfrm>
            <a:off x="5062229" y="5826085"/>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2" name="index_text_8">
            <a:extLst>
              <a:ext uri="{FF2B5EF4-FFF2-40B4-BE49-F238E27FC236}">
                <a16:creationId xmlns:a16="http://schemas.microsoft.com/office/drawing/2014/main" id="{2E04FC26-9C0C-4CCA-3B6D-DDA13A22C863}"/>
              </a:ext>
            </a:extLst>
          </p:cNvPr>
          <p:cNvSpPr>
            <a:spLocks noGrp="1"/>
          </p:cNvSpPr>
          <p:nvPr>
            <p:ph type="body" sz="quarter" idx="32"/>
          </p:nvPr>
        </p:nvSpPr>
        <p:spPr>
          <a:xfrm>
            <a:off x="5055064" y="6156098"/>
            <a:ext cx="4236686" cy="40050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62229" y="1070975"/>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62229" y="1409906"/>
            <a:ext cx="4231525" cy="918889"/>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C23274E-8A02-4754-98A3-9049D174E88A}"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index_7">
            <a:extLst>
              <a:ext uri="{FF2B5EF4-FFF2-40B4-BE49-F238E27FC236}">
                <a16:creationId xmlns:a16="http://schemas.microsoft.com/office/drawing/2014/main" id="{B2993D2A-D1C7-0D3C-B36B-066D13FA467D}"/>
              </a:ext>
            </a:extLst>
          </p:cNvPr>
          <p:cNvSpPr>
            <a:spLocks noGrp="1"/>
          </p:cNvSpPr>
          <p:nvPr>
            <p:ph type="body" sz="quarter" idx="38"/>
          </p:nvPr>
        </p:nvSpPr>
        <p:spPr>
          <a:xfrm>
            <a:off x="591609" y="1063310"/>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 name="index_text_7">
            <a:extLst>
              <a:ext uri="{FF2B5EF4-FFF2-40B4-BE49-F238E27FC236}">
                <a16:creationId xmlns:a16="http://schemas.microsoft.com/office/drawing/2014/main" id="{651E6E15-E21B-F092-89B6-15DD6B01DE0B}"/>
              </a:ext>
            </a:extLst>
          </p:cNvPr>
          <p:cNvSpPr>
            <a:spLocks noGrp="1"/>
          </p:cNvSpPr>
          <p:nvPr>
            <p:ph type="body" sz="quarter" idx="39"/>
          </p:nvPr>
        </p:nvSpPr>
        <p:spPr>
          <a:xfrm>
            <a:off x="591608" y="1391364"/>
            <a:ext cx="4231525" cy="93743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Tree>
    <p:extLst>
      <p:ext uri="{BB962C8B-B14F-4D97-AF65-F5344CB8AC3E}">
        <p14:creationId xmlns:p14="http://schemas.microsoft.com/office/powerpoint/2010/main" val="3710096575"/>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ex_limited">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591608" y="106380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591608" y="157254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591608" y="208129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7" name="index_4">
            <a:extLst>
              <a:ext uri="{FF2B5EF4-FFF2-40B4-BE49-F238E27FC236}">
                <a16:creationId xmlns:a16="http://schemas.microsoft.com/office/drawing/2014/main" id="{E592DB79-B646-DB77-11EA-4E0597E752D2}"/>
              </a:ext>
            </a:extLst>
          </p:cNvPr>
          <p:cNvSpPr>
            <a:spLocks noGrp="1"/>
          </p:cNvSpPr>
          <p:nvPr>
            <p:ph type="body" sz="quarter" idx="27"/>
          </p:nvPr>
        </p:nvSpPr>
        <p:spPr>
          <a:xfrm>
            <a:off x="591608" y="259003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9" name="index_5">
            <a:extLst>
              <a:ext uri="{FF2B5EF4-FFF2-40B4-BE49-F238E27FC236}">
                <a16:creationId xmlns:a16="http://schemas.microsoft.com/office/drawing/2014/main" id="{BFC98CEF-FE8D-4F28-0A00-298B11AAECA0}"/>
              </a:ext>
            </a:extLst>
          </p:cNvPr>
          <p:cNvSpPr>
            <a:spLocks noGrp="1"/>
          </p:cNvSpPr>
          <p:nvPr>
            <p:ph type="body" sz="quarter" idx="29"/>
          </p:nvPr>
        </p:nvSpPr>
        <p:spPr>
          <a:xfrm>
            <a:off x="591608" y="309878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1" name="index_6">
            <a:extLst>
              <a:ext uri="{FF2B5EF4-FFF2-40B4-BE49-F238E27FC236}">
                <a16:creationId xmlns:a16="http://schemas.microsoft.com/office/drawing/2014/main" id="{E05F13F7-EDF0-059A-2650-4FBDBA02F617}"/>
              </a:ext>
            </a:extLst>
          </p:cNvPr>
          <p:cNvSpPr>
            <a:spLocks noGrp="1"/>
          </p:cNvSpPr>
          <p:nvPr>
            <p:ph type="body" sz="quarter" idx="31"/>
          </p:nvPr>
        </p:nvSpPr>
        <p:spPr>
          <a:xfrm>
            <a:off x="591608" y="360752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3" name="index_7">
            <a:extLst>
              <a:ext uri="{FF2B5EF4-FFF2-40B4-BE49-F238E27FC236}">
                <a16:creationId xmlns:a16="http://schemas.microsoft.com/office/drawing/2014/main" id="{DBBF9C46-BCB8-BFD9-DBB5-C97AAFE0D127}"/>
              </a:ext>
            </a:extLst>
          </p:cNvPr>
          <p:cNvSpPr>
            <a:spLocks noGrp="1"/>
          </p:cNvSpPr>
          <p:nvPr>
            <p:ph type="body" sz="quarter" idx="32"/>
          </p:nvPr>
        </p:nvSpPr>
        <p:spPr>
          <a:xfrm>
            <a:off x="591608" y="411627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2" name="スライド番号プレースホルダー 1">
            <a:extLst>
              <a:ext uri="{FF2B5EF4-FFF2-40B4-BE49-F238E27FC236}">
                <a16:creationId xmlns:a16="http://schemas.microsoft.com/office/drawing/2014/main" id="{5AABA1D4-7A34-E3C7-B352-32BC8A9DD3B1}"/>
              </a:ext>
            </a:extLst>
          </p:cNvPr>
          <p:cNvSpPr>
            <a:spLocks noGrp="1"/>
          </p:cNvSpPr>
          <p:nvPr>
            <p:ph type="sldNum" sz="quarter" idx="3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BBBC217E-18D5-AA51-D7D9-FA35AF8AA10B}"/>
              </a:ext>
            </a:extLst>
          </p:cNvPr>
          <p:cNvSpPr>
            <a:spLocks noGrp="1"/>
          </p:cNvSpPr>
          <p:nvPr>
            <p:ph type="dt" sz="half" idx="34"/>
          </p:nvPr>
        </p:nvSpPr>
        <p:spPr>
          <a:xfrm>
            <a:off x="681038" y="6356350"/>
            <a:ext cx="2228850" cy="365125"/>
          </a:xfrm>
          <a:prstGeom prst="rect">
            <a:avLst/>
          </a:prstGeom>
        </p:spPr>
        <p:txBody>
          <a:bodyPr/>
          <a:lstStyle/>
          <a:p>
            <a:fld id="{D0FD3CC7-BFC7-46DC-BFAE-24D1021C1304}"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898F4363-0F19-F197-68F4-90B5B4E91227}"/>
              </a:ext>
            </a:extLst>
          </p:cNvPr>
          <p:cNvSpPr>
            <a:spLocks noGrp="1"/>
          </p:cNvSpPr>
          <p:nvPr>
            <p:ph type="ftr" sz="quarter" idx="35"/>
          </p:nvPr>
        </p:nvSpPr>
        <p:spPr/>
        <p:txBody>
          <a:bodyPr/>
          <a:lstStyle/>
          <a:p>
            <a:endParaRPr kumimoji="1" lang="ja-JP" altLang="en-US"/>
          </a:p>
        </p:txBody>
      </p:sp>
    </p:spTree>
    <p:extLst>
      <p:ext uri="{BB962C8B-B14F-4D97-AF65-F5344CB8AC3E}">
        <p14:creationId xmlns:p14="http://schemas.microsoft.com/office/powerpoint/2010/main" val="4168306962"/>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rtition">
    <p:spTree>
      <p:nvGrpSpPr>
        <p:cNvPr id="1" name=""/>
        <p:cNvGrpSpPr/>
        <p:nvPr/>
      </p:nvGrpSpPr>
      <p:grpSpPr>
        <a:xfrm>
          <a:off x="0" y="0"/>
          <a:ext cx="0" cy="0"/>
          <a:chOff x="0" y="0"/>
          <a:chExt cx="0" cy="0"/>
        </a:xfrm>
      </p:grpSpPr>
      <p:sp>
        <p:nvSpPr>
          <p:cNvPr id="5" name="page_title">
            <a:extLst>
              <a:ext uri="{FF2B5EF4-FFF2-40B4-BE49-F238E27FC236}">
                <a16:creationId xmlns:a16="http://schemas.microsoft.com/office/drawing/2014/main" id="{3A9FEFD7-2261-ED16-247A-08593673D7F1}"/>
              </a:ext>
            </a:extLst>
          </p:cNvPr>
          <p:cNvSpPr>
            <a:spLocks noGrp="1"/>
          </p:cNvSpPr>
          <p:nvPr>
            <p:ph type="body" sz="quarter" idx="10"/>
          </p:nvPr>
        </p:nvSpPr>
        <p:spPr>
          <a:xfrm>
            <a:off x="1554692" y="3200400"/>
            <a:ext cx="6769100" cy="457200"/>
          </a:xfrm>
          <a:prstGeom prst="rect">
            <a:avLst/>
          </a:prstGeom>
        </p:spPr>
        <p:txBody>
          <a:bodyPr anchor="ctr"/>
          <a:lstStyle>
            <a:lvl1pPr marL="0" indent="0" algn="ctr">
              <a:buNone/>
              <a:defRPr sz="1800" b="1"/>
            </a:lvl1pPr>
          </a:lstStyle>
          <a:p>
            <a:pPr lvl="0"/>
            <a:endParaRPr kumimoji="1" lang="ja-JP" altLang="en-US" dirty="0"/>
          </a:p>
        </p:txBody>
      </p:sp>
      <p:cxnSp>
        <p:nvCxnSpPr>
          <p:cNvPr id="2" name="connector">
            <a:extLst>
              <a:ext uri="{FF2B5EF4-FFF2-40B4-BE49-F238E27FC236}">
                <a16:creationId xmlns:a16="http://schemas.microsoft.com/office/drawing/2014/main" id="{2DA346C2-D094-C8BD-5CDD-A506A9A6610A}"/>
              </a:ext>
            </a:extLst>
          </p:cNvPr>
          <p:cNvCxnSpPr>
            <a:cxnSpLocks noGrp="1" noRot="1" noMove="1" noResize="1" noEditPoints="1" noAdjustHandles="1" noChangeArrowheads="1" noChangeShapeType="1"/>
          </p:cNvCxnSpPr>
          <p:nvPr userDrawn="1"/>
        </p:nvCxnSpPr>
        <p:spPr>
          <a:xfrm>
            <a:off x="584729" y="3657846"/>
            <a:ext cx="8736542"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F29103F3-C0D5-059F-4080-FE27820CDE3B}"/>
              </a:ext>
            </a:extLst>
          </p:cNvPr>
          <p:cNvSpPr>
            <a:spLocks noGrp="1"/>
          </p:cNvSpPr>
          <p:nvPr>
            <p:ph type="sldNum" sz="quarter" idx="1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DFCB0D00-0B24-262E-BEE6-F7AF8487AC84}"/>
              </a:ext>
            </a:extLst>
          </p:cNvPr>
          <p:cNvSpPr>
            <a:spLocks noGrp="1"/>
          </p:cNvSpPr>
          <p:nvPr>
            <p:ph type="dt" sz="half" idx="12"/>
          </p:nvPr>
        </p:nvSpPr>
        <p:spPr>
          <a:xfrm>
            <a:off x="681038" y="6356350"/>
            <a:ext cx="2228850" cy="365125"/>
          </a:xfrm>
          <a:prstGeom prst="rect">
            <a:avLst/>
          </a:prstGeom>
        </p:spPr>
        <p:txBody>
          <a:bodyPr/>
          <a:lstStyle/>
          <a:p>
            <a:fld id="{DCE133B8-BF6F-4147-847A-48F7E52D4A67}"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3EB95A35-0A79-EEEF-7B1D-2BDAD53678B6}"/>
              </a:ext>
            </a:extLst>
          </p:cNvPr>
          <p:cNvSpPr>
            <a:spLocks noGrp="1"/>
          </p:cNvSpPr>
          <p:nvPr>
            <p:ph type="ftr" sz="quarter" idx="13"/>
          </p:nvPr>
        </p:nvSpPr>
        <p:spPr/>
        <p:txBody>
          <a:bodyPr/>
          <a:lstStyle/>
          <a:p>
            <a:endParaRPr kumimoji="1" lang="ja-JP" altLang="en-US"/>
          </a:p>
        </p:txBody>
      </p:sp>
    </p:spTree>
    <p:extLst>
      <p:ext uri="{BB962C8B-B14F-4D97-AF65-F5344CB8AC3E}">
        <p14:creationId xmlns:p14="http://schemas.microsoft.com/office/powerpoint/2010/main" val="663560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nthly_basic">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C4030951-8787-D2A0-CCF7-3C4209F7EB32}"/>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CA0ACBD3-C83A-54EC-9EDA-85839AFC4DE2}"/>
              </a:ext>
            </a:extLst>
          </p:cNvPr>
          <p:cNvSpPr>
            <a:spLocks noGrp="1"/>
          </p:cNvSpPr>
          <p:nvPr>
            <p:ph type="dt" sz="half" idx="15"/>
          </p:nvPr>
        </p:nvSpPr>
        <p:spPr>
          <a:xfrm>
            <a:off x="681038" y="6356350"/>
            <a:ext cx="2228850" cy="365125"/>
          </a:xfrm>
          <a:prstGeom prst="rect">
            <a:avLst/>
          </a:prstGeom>
        </p:spPr>
        <p:txBody>
          <a:bodyPr/>
          <a:lstStyle/>
          <a:p>
            <a:fld id="{ECC53C8D-F86B-4060-B6D0-1914257CBA74}"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3B5A244-54A0-9CF4-5CE0-EF358C559478}"/>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3992157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nthly_basic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7ADE517-CB28-5EBB-68D3-725F9FE0FCA3}"/>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FC4A8645-CA31-16F9-C62D-C79717548511}"/>
              </a:ext>
            </a:extLst>
          </p:cNvPr>
          <p:cNvSpPr>
            <a:spLocks noGrp="1"/>
          </p:cNvSpPr>
          <p:nvPr>
            <p:ph type="dt" sz="half" idx="14"/>
          </p:nvPr>
        </p:nvSpPr>
        <p:spPr>
          <a:xfrm>
            <a:off x="681038" y="6356350"/>
            <a:ext cx="2228850" cy="365125"/>
          </a:xfrm>
          <a:prstGeom prst="rect">
            <a:avLst/>
          </a:prstGeom>
        </p:spPr>
        <p:txBody>
          <a:bodyPr/>
          <a:lstStyle/>
          <a:p>
            <a:fld id="{13914836-85D5-4D2A-BBFE-E9D78187F2C8}"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FAC79CB2-8296-083A-74FE-D1D1E8D45DE5}"/>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761907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_basic">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82979"/>
            <a:ext cx="8726710" cy="4320536"/>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525FFFB1-2A52-420C-A543-9544C49BDD3A}" type="datetime1">
              <a:rPr kumimoji="1" lang="ja-JP" altLang="en-US" smtClean="0"/>
              <a:t>2026/2/26</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Tree>
    <p:extLst>
      <p:ext uri="{BB962C8B-B14F-4D97-AF65-F5344CB8AC3E}">
        <p14:creationId xmlns:p14="http://schemas.microsoft.com/office/powerpoint/2010/main" val="50379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_basic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1102" y="1640516"/>
            <a:ext cx="8726710" cy="3860871"/>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0A60F5A7-E34F-4EFE-902D-E0F4CB8DC731}" type="datetime1">
              <a:rPr kumimoji="1" lang="ja-JP" altLang="en-US" smtClean="0"/>
              <a:t>2026/2/26</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text">
            <a:extLst>
              <a:ext uri="{FF2B5EF4-FFF2-40B4-BE49-F238E27FC236}">
                <a16:creationId xmlns:a16="http://schemas.microsoft.com/office/drawing/2014/main" id="{889C65C6-90AE-2AED-827F-AAB3F176EEC5}"/>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Tree>
    <p:extLst>
      <p:ext uri="{BB962C8B-B14F-4D97-AF65-F5344CB8AC3E}">
        <p14:creationId xmlns:p14="http://schemas.microsoft.com/office/powerpoint/2010/main" val="2753437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_basic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82979"/>
            <a:ext cx="8726710" cy="4320536"/>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C6DB4B67-4169-FE0E-12D3-EB1684E84D3F}"/>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E3DF07D4-4AA8-BC12-1531-E3D3541BA8C1}"/>
              </a:ext>
            </a:extLst>
          </p:cNvPr>
          <p:cNvSpPr>
            <a:spLocks noGrp="1"/>
          </p:cNvSpPr>
          <p:nvPr>
            <p:ph type="dt" sz="half" idx="14"/>
          </p:nvPr>
        </p:nvSpPr>
        <p:spPr>
          <a:xfrm>
            <a:off x="681038" y="6356350"/>
            <a:ext cx="2228850" cy="365125"/>
          </a:xfrm>
          <a:prstGeom prst="rect">
            <a:avLst/>
          </a:prstGeom>
        </p:spPr>
        <p:txBody>
          <a:bodyPr/>
          <a:lstStyle/>
          <a:p>
            <a:fld id="{CE84FF31-3EFD-4B26-B34A-84533463FFBD}"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3EB9FE2A-C200-D3A2-C71D-ACDBD5A6871D}"/>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34718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ily_basic">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113464"/>
          </a:xfrm>
          <a:prstGeom prst="rect">
            <a:avLst/>
          </a:prstGeom>
        </p:spPr>
        <p:txBody>
          <a:bodyPr/>
          <a:lstStyle/>
          <a:p>
            <a:endParaRPr kumimoji="1" lang="ja-JP" altLang="en-US"/>
          </a:p>
        </p:txBody>
      </p:sp>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166267"/>
            <a:ext cx="8726710" cy="711805"/>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able_2">
            <a:extLst>
              <a:ext uri="{FF2B5EF4-FFF2-40B4-BE49-F238E27FC236}">
                <a16:creationId xmlns:a16="http://schemas.microsoft.com/office/drawing/2014/main" id="{68B65ED2-7C06-A65C-573A-084D3F83708D}"/>
              </a:ext>
            </a:extLst>
          </p:cNvPr>
          <p:cNvSpPr>
            <a:spLocks noGrp="1"/>
          </p:cNvSpPr>
          <p:nvPr>
            <p:ph type="tbl" sz="quarter" idx="14"/>
          </p:nvPr>
        </p:nvSpPr>
        <p:spPr>
          <a:xfrm>
            <a:off x="589401" y="4944777"/>
            <a:ext cx="8726710" cy="71180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EE0F841-B717-E938-CED3-20736E939D54}"/>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DDC3DCD7-0703-5D6D-8E5D-163CDDED34FA}"/>
              </a:ext>
            </a:extLst>
          </p:cNvPr>
          <p:cNvSpPr>
            <a:spLocks noGrp="1"/>
          </p:cNvSpPr>
          <p:nvPr>
            <p:ph type="dt" sz="half" idx="16"/>
          </p:nvPr>
        </p:nvSpPr>
        <p:spPr>
          <a:xfrm>
            <a:off x="681038" y="6356350"/>
            <a:ext cx="2228850" cy="365125"/>
          </a:xfrm>
          <a:prstGeom prst="rect">
            <a:avLst/>
          </a:prstGeom>
        </p:spPr>
        <p:txBody>
          <a:bodyPr/>
          <a:lstStyle/>
          <a:p>
            <a:fld id="{BD3C0DAA-E57B-47E1-BC4A-D9CF28C69578}"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EC778F96-8367-6A14-8A15-5A141D3169C2}"/>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1057636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ily_basic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113464"/>
          </a:xfrm>
          <a:prstGeom prst="rect">
            <a:avLst/>
          </a:prstGeom>
        </p:spPr>
        <p:txBody>
          <a:bodyPr/>
          <a:lstStyle/>
          <a:p>
            <a:endParaRPr kumimoji="1" lang="ja-JP" altLang="en-US"/>
          </a:p>
        </p:txBody>
      </p:sp>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166267"/>
            <a:ext cx="8726710" cy="711805"/>
          </a:xfrm>
          <a:prstGeom prst="rect">
            <a:avLst/>
          </a:prstGeom>
        </p:spPr>
        <p:txBody>
          <a:bodyPr/>
          <a:lstStyle/>
          <a:p>
            <a:endParaRPr kumimoji="1" lang="ja-JP" altLang="en-US"/>
          </a:p>
        </p:txBody>
      </p:sp>
      <p:sp>
        <p:nvSpPr>
          <p:cNvPr id="4" name="table_2">
            <a:extLst>
              <a:ext uri="{FF2B5EF4-FFF2-40B4-BE49-F238E27FC236}">
                <a16:creationId xmlns:a16="http://schemas.microsoft.com/office/drawing/2014/main" id="{68B65ED2-7C06-A65C-573A-084D3F83708D}"/>
              </a:ext>
            </a:extLst>
          </p:cNvPr>
          <p:cNvSpPr>
            <a:spLocks noGrp="1"/>
          </p:cNvSpPr>
          <p:nvPr>
            <p:ph type="tbl" sz="quarter" idx="14"/>
          </p:nvPr>
        </p:nvSpPr>
        <p:spPr>
          <a:xfrm>
            <a:off x="589401" y="4944777"/>
            <a:ext cx="8726710" cy="711805"/>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8BE864B5-A50B-38E7-C7AD-7B156772C344}"/>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2676CE60-394B-0CB1-6E1C-C93AE1068726}"/>
              </a:ext>
            </a:extLst>
          </p:cNvPr>
          <p:cNvSpPr>
            <a:spLocks noGrp="1"/>
          </p:cNvSpPr>
          <p:nvPr>
            <p:ph type="dt" sz="half" idx="16"/>
          </p:nvPr>
        </p:nvSpPr>
        <p:spPr>
          <a:xfrm>
            <a:off x="681038" y="6356350"/>
            <a:ext cx="2228850" cy="365125"/>
          </a:xfrm>
          <a:prstGeom prst="rect">
            <a:avLst/>
          </a:prstGeom>
        </p:spPr>
        <p:txBody>
          <a:bodyPr/>
          <a:lstStyle/>
          <a:p>
            <a:fld id="{8936BF78-E240-43A8-84A3-9F71A0D40EC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42115EE7-6E7A-0CF2-8C28-EFD6E8BF2D21}"/>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90773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onthly_bigtable">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B0CC03DA-9748-DA92-A876-81C9D155632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6CCB0573-FC7C-B47F-64D2-A06925C0FA68}"/>
              </a:ext>
            </a:extLst>
          </p:cNvPr>
          <p:cNvSpPr>
            <a:spLocks noGrp="1"/>
          </p:cNvSpPr>
          <p:nvPr>
            <p:ph type="dt" sz="half" idx="15"/>
          </p:nvPr>
        </p:nvSpPr>
        <p:spPr>
          <a:xfrm>
            <a:off x="681038" y="6356350"/>
            <a:ext cx="2228850" cy="365125"/>
          </a:xfrm>
          <a:prstGeom prst="rect">
            <a:avLst/>
          </a:prstGeom>
        </p:spPr>
        <p:txBody>
          <a:bodyPr/>
          <a:lstStyle/>
          <a:p>
            <a:fld id="{FB8E986D-5AE7-44A9-A1A2-CEC166C52C97}"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5F49DE80-FF1A-DF3D-1E7B-A1A8E7CF9D6D}"/>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262480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onthly_bigtable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231617D-9554-01BB-7AEF-61923C0F37E1}"/>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01E52DAA-4A87-30C3-8269-740B30FBA4FF}"/>
              </a:ext>
            </a:extLst>
          </p:cNvPr>
          <p:cNvSpPr>
            <a:spLocks noGrp="1"/>
          </p:cNvSpPr>
          <p:nvPr>
            <p:ph type="dt" sz="half" idx="14"/>
          </p:nvPr>
        </p:nvSpPr>
        <p:spPr>
          <a:xfrm>
            <a:off x="681038" y="6356350"/>
            <a:ext cx="2228850" cy="365125"/>
          </a:xfrm>
          <a:prstGeom prst="rect">
            <a:avLst/>
          </a:prstGeom>
        </p:spPr>
        <p:txBody>
          <a:bodyPr/>
          <a:lstStyle/>
          <a:p>
            <a:fld id="{A9B4C25E-AF6A-4C0C-80CA-39F30272A601}"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4E997EAB-C18E-ACFD-CC12-3BD549906EC9}"/>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218805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_big">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965836"/>
            <a:ext cx="8726710" cy="4926327"/>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6FF601F4-26B2-4761-B76F-3607E0DD7CFE}"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1058970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_big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965836"/>
            <a:ext cx="8726710" cy="4926327"/>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1ED4B44A-5C0F-E043-2CEE-BF8A07C9AECC}"/>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8182A0BE-6856-8620-A2B2-ECFB0216FCCD}"/>
              </a:ext>
            </a:extLst>
          </p:cNvPr>
          <p:cNvSpPr>
            <a:spLocks noGrp="1"/>
          </p:cNvSpPr>
          <p:nvPr>
            <p:ph type="dt" sz="half" idx="14"/>
          </p:nvPr>
        </p:nvSpPr>
        <p:spPr>
          <a:xfrm>
            <a:off x="681038" y="6356350"/>
            <a:ext cx="2228850" cy="365125"/>
          </a:xfrm>
          <a:prstGeom prst="rect">
            <a:avLst/>
          </a:prstGeom>
        </p:spPr>
        <p:txBody>
          <a:bodyPr/>
          <a:lstStyle/>
          <a:p>
            <a:fld id="{D8736DC1-373F-4CDC-A01E-5B406E34645C}"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EA737A81-2773-9399-61CB-B31B6EC444B6}"/>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184769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ge">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E6909CAD-A600-4A17-99A7-F80045847152}"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1297815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_big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496292"/>
            <a:ext cx="8726710" cy="4395872"/>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5D30740B-75D4-430A-8EDA-0CCC665F1A5B}"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
        <p:nvSpPr>
          <p:cNvPr id="8" name="text">
            <a:extLst>
              <a:ext uri="{FF2B5EF4-FFF2-40B4-BE49-F238E27FC236}">
                <a16:creationId xmlns:a16="http://schemas.microsoft.com/office/drawing/2014/main" id="{668035FC-DB99-590A-6A5D-F75B6EE00B20}"/>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Tree>
    <p:extLst>
      <p:ext uri="{BB962C8B-B14F-4D97-AF65-F5344CB8AC3E}">
        <p14:creationId xmlns:p14="http://schemas.microsoft.com/office/powerpoint/2010/main" val="24619741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e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162060" y="1595236"/>
            <a:ext cx="4182838" cy="4207011"/>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lstStyle>
            <a:lvl1pPr marL="0" indent="0">
              <a:spcBef>
                <a:spcPts val="0"/>
              </a:spcBef>
              <a:buNone/>
              <a:defRPr sz="10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304C7AAF-FC63-42D5-B3FB-0AB690DCF63E}"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3051860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age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15979676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ender">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sp>
        <p:nvSpPr>
          <p:cNvPr id="5" name="comment">
            <a:extLst>
              <a:ext uri="{FF2B5EF4-FFF2-40B4-BE49-F238E27FC236}">
                <a16:creationId xmlns:a16="http://schemas.microsoft.com/office/drawing/2014/main" id="{8FBB1FCB-3909-C80E-3027-662C9FF4B285}"/>
              </a:ext>
            </a:extLst>
          </p:cNvPr>
          <p:cNvSpPr>
            <a:spLocks noGrp="1" noRot="1" noMove="1" noResize="1" noEditPoints="1" noAdjustHandles="1" noChangeArrowheads="1" noChangeShapeType="1"/>
          </p:cNvSpPr>
          <p:nvPr>
            <p:ph type="body" sz="quarter" idx="14"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a:p>
        </p:txBody>
      </p:sp>
      <p:sp>
        <p:nvSpPr>
          <p:cNvPr id="6" name="スライド番号プレースホルダー 5">
            <a:extLst>
              <a:ext uri="{FF2B5EF4-FFF2-40B4-BE49-F238E27FC236}">
                <a16:creationId xmlns:a16="http://schemas.microsoft.com/office/drawing/2014/main" id="{85171553-7B7E-D3DD-1EE2-5EF50436E9D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14" name="日付プレースホルダー 13">
            <a:extLst>
              <a:ext uri="{FF2B5EF4-FFF2-40B4-BE49-F238E27FC236}">
                <a16:creationId xmlns:a16="http://schemas.microsoft.com/office/drawing/2014/main" id="{3E8EF783-B99B-7325-C221-249B2EE37B08}"/>
              </a:ext>
            </a:extLst>
          </p:cNvPr>
          <p:cNvSpPr>
            <a:spLocks noGrp="1"/>
          </p:cNvSpPr>
          <p:nvPr>
            <p:ph type="dt" sz="half" idx="22"/>
          </p:nvPr>
        </p:nvSpPr>
        <p:spPr>
          <a:xfrm>
            <a:off x="681038" y="6356350"/>
            <a:ext cx="2228850" cy="365125"/>
          </a:xfrm>
          <a:prstGeom prst="rect">
            <a:avLst/>
          </a:prstGeom>
        </p:spPr>
        <p:txBody>
          <a:bodyPr/>
          <a:lstStyle/>
          <a:p>
            <a:fld id="{96F73E8C-5E9B-4B8C-822F-D4D054218585}" type="datetime1">
              <a:rPr kumimoji="1" lang="ja-JP" altLang="en-US" smtClean="0"/>
              <a:t>2026/2/26</a:t>
            </a:fld>
            <a:endParaRPr kumimoji="1" lang="ja-JP" altLang="en-US"/>
          </a:p>
        </p:txBody>
      </p:sp>
      <p:sp>
        <p:nvSpPr>
          <p:cNvPr id="15" name="フッター プレースホルダー 14">
            <a:extLst>
              <a:ext uri="{FF2B5EF4-FFF2-40B4-BE49-F238E27FC236}">
                <a16:creationId xmlns:a16="http://schemas.microsoft.com/office/drawing/2014/main" id="{D5371D22-EE58-AE54-571F-7342CBDED8D0}"/>
              </a:ext>
            </a:extLst>
          </p:cNvPr>
          <p:cNvSpPr>
            <a:spLocks noGrp="1"/>
          </p:cNvSpPr>
          <p:nvPr>
            <p:ph type="ftr" sz="quarter" idx="23"/>
          </p:nvPr>
        </p:nvSpPr>
        <p:spPr/>
        <p:txBody>
          <a:bodyPr/>
          <a:lstStyle/>
          <a:p>
            <a:endParaRPr kumimoji="1" lang="ja-JP" altLang="en-US"/>
          </a:p>
        </p:txBody>
      </p:sp>
    </p:spTree>
    <p:extLst>
      <p:ext uri="{BB962C8B-B14F-4D97-AF65-F5344CB8AC3E}">
        <p14:creationId xmlns:p14="http://schemas.microsoft.com/office/powerpoint/2010/main" val="306240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e_2graph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FD48D30A-9082-46EE-9184-A83C8D5C9A90}"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
        <p:nvSpPr>
          <p:cNvPr id="9" name="graph2">
            <a:extLst>
              <a:ext uri="{FF2B5EF4-FFF2-40B4-BE49-F238E27FC236}">
                <a16:creationId xmlns:a16="http://schemas.microsoft.com/office/drawing/2014/main" id="{1DC438BC-F3F4-0B7F-A286-B81266AC1745}"/>
              </a:ext>
            </a:extLst>
          </p:cNvPr>
          <p:cNvSpPr>
            <a:spLocks noGrp="1"/>
          </p:cNvSpPr>
          <p:nvPr>
            <p:ph type="chart" sz="quarter" idx="18"/>
          </p:nvPr>
        </p:nvSpPr>
        <p:spPr>
          <a:xfrm>
            <a:off x="5162062" y="1595236"/>
            <a:ext cx="4182838" cy="4189059"/>
          </a:xfrm>
          <a:prstGeom prst="rect">
            <a:avLst/>
          </a:prstGeom>
        </p:spPr>
        <p:txBody>
          <a:bodyPr/>
          <a:lstStyle/>
          <a:p>
            <a:endParaRPr kumimoji="1" lang="ja-JP" altLang="en-US" dirty="0"/>
          </a:p>
        </p:txBody>
      </p:sp>
      <p:sp>
        <p:nvSpPr>
          <p:cNvPr id="10" name="comment">
            <a:extLst>
              <a:ext uri="{FF2B5EF4-FFF2-40B4-BE49-F238E27FC236}">
                <a16:creationId xmlns:a16="http://schemas.microsoft.com/office/drawing/2014/main" id="{1F7D57DF-3213-674F-46C8-860BF5EBB670}"/>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1778330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ender_nocomment">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Tree>
    <p:extLst>
      <p:ext uri="{BB962C8B-B14F-4D97-AF65-F5344CB8AC3E}">
        <p14:creationId xmlns:p14="http://schemas.microsoft.com/office/powerpoint/2010/main" val="41918575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2547593"/>
          </a:xfrm>
          <a:prstGeom prst="rect">
            <a:avLst/>
          </a:prstGeom>
        </p:spPr>
        <p:txBody>
          <a:bodyPr/>
          <a:lstStyle/>
          <a:p>
            <a:endParaRPr kumimoji="1" lang="ja-JP" altLang="en-US"/>
          </a:p>
        </p:txBody>
      </p:sp>
      <p:sp>
        <p:nvSpPr>
          <p:cNvPr id="3" name="table_2">
            <a:extLst>
              <a:ext uri="{FF2B5EF4-FFF2-40B4-BE49-F238E27FC236}">
                <a16:creationId xmlns:a16="http://schemas.microsoft.com/office/drawing/2014/main" id="{6BBF5646-DB15-7993-B11F-83FF4EB30294}"/>
              </a:ext>
            </a:extLst>
          </p:cNvPr>
          <p:cNvSpPr>
            <a:spLocks noGrp="1"/>
          </p:cNvSpPr>
          <p:nvPr>
            <p:ph type="tbl" sz="quarter" idx="13"/>
          </p:nvPr>
        </p:nvSpPr>
        <p:spPr>
          <a:xfrm>
            <a:off x="589401" y="3788413"/>
            <a:ext cx="8726710" cy="2547593"/>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89CAEA8-6731-5F4B-E353-369048905847}"/>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402758EE-B152-7C0E-0D15-15741B0ADAA6}"/>
              </a:ext>
            </a:extLst>
          </p:cNvPr>
          <p:cNvSpPr>
            <a:spLocks noGrp="1"/>
          </p:cNvSpPr>
          <p:nvPr>
            <p:ph type="dt" sz="half" idx="15"/>
          </p:nvPr>
        </p:nvSpPr>
        <p:spPr>
          <a:xfrm>
            <a:off x="681038" y="6356350"/>
            <a:ext cx="2228850" cy="365125"/>
          </a:xfrm>
          <a:prstGeom prst="rect">
            <a:avLst/>
          </a:prstGeom>
        </p:spPr>
        <p:txBody>
          <a:bodyPr/>
          <a:lstStyle/>
          <a:p>
            <a:fld id="{799E050D-1387-42E3-8436-B9C6F8037E50}"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2D5E01A-F6FE-5CBA-734D-BA476156738F}"/>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5230863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_nocomment">
    <p:spTree>
      <p:nvGrpSpPr>
        <p:cNvPr id="1" name=""/>
        <p:cNvGrpSpPr/>
        <p:nvPr/>
      </p:nvGrpSpPr>
      <p:grpSpPr>
        <a:xfrm>
          <a:off x="0" y="0"/>
          <a:ext cx="0" cy="0"/>
          <a:chOff x="0" y="0"/>
          <a:chExt cx="0" cy="0"/>
        </a:xfrm>
      </p:grpSpPr>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E55248-E409-446E-87BD-DB557B389C35}"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510018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_conversion">
    <p:spTree>
      <p:nvGrpSpPr>
        <p:cNvPr id="1" name=""/>
        <p:cNvGrpSpPr/>
        <p:nvPr/>
      </p:nvGrpSpPr>
      <p:grpSpPr>
        <a:xfrm>
          <a:off x="0" y="0"/>
          <a:ext cx="0" cy="0"/>
          <a:chOff x="0" y="0"/>
          <a:chExt cx="0" cy="0"/>
        </a:xfrm>
      </p:grpSpPr>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5043055" y="6598364"/>
            <a:ext cx="4341092" cy="246221"/>
          </a:xfrm>
          <a:prstGeom prst="rect">
            <a:avLst/>
          </a:prstGeom>
          <a:noFill/>
        </p:spPr>
        <p:txBody>
          <a:bodyPr wrap="square" rtlCol="0">
            <a:spAutoFit/>
          </a:bodyPr>
          <a:lstStyle/>
          <a:p>
            <a:pPr algn="l"/>
            <a:endParaRPr kumimoji="1" lang="ja-JP" altLang="en-US" sz="1000" b="0" dirty="0"/>
          </a:p>
        </p:txBody>
      </p:sp>
    </p:spTree>
    <p:extLst>
      <p:ext uri="{BB962C8B-B14F-4D97-AF65-F5344CB8AC3E}">
        <p14:creationId xmlns:p14="http://schemas.microsoft.com/office/powerpoint/2010/main" val="29547852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i_sugges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06764"/>
            <a:ext cx="8726710" cy="5458496"/>
          </a:xfrm>
          <a:prstGeom prst="rect">
            <a:avLst/>
          </a:prstGeom>
        </p:spPr>
        <p:txBody>
          <a:bodyPr/>
          <a:lstStyle/>
          <a:p>
            <a:endParaRPr kumimoji="1" lang="ja-JP" altLang="en-US" dirty="0"/>
          </a:p>
        </p:txBody>
      </p:sp>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4091826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Attribute">
    <p:spTree>
      <p:nvGrpSpPr>
        <p:cNvPr id="1" name=""/>
        <p:cNvGrpSpPr/>
        <p:nvPr/>
      </p:nvGrpSpPr>
      <p:grpSpPr>
        <a:xfrm>
          <a:off x="0" y="0"/>
          <a:ext cx="0" cy="0"/>
          <a:chOff x="0" y="0"/>
          <a:chExt cx="0" cy="0"/>
        </a:xfrm>
      </p:grpSpPr>
      <p:sp>
        <p:nvSpPr>
          <p:cNvPr id="4" name="graph_title_2">
            <a:extLst>
              <a:ext uri="{FF2B5EF4-FFF2-40B4-BE49-F238E27FC236}">
                <a16:creationId xmlns:a16="http://schemas.microsoft.com/office/drawing/2014/main" id="{D2C94AC1-7069-6080-A24C-9D06967FD785}"/>
              </a:ext>
            </a:extLst>
          </p:cNvPr>
          <p:cNvSpPr>
            <a:spLocks noGrp="1"/>
          </p:cNvSpPr>
          <p:nvPr>
            <p:ph type="body" sz="quarter" idx="21"/>
          </p:nvPr>
        </p:nvSpPr>
        <p:spPr>
          <a:xfrm>
            <a:off x="353434" y="3117850"/>
            <a:ext cx="2243716" cy="417600"/>
          </a:xfrm>
          <a:prstGeom prst="rect">
            <a:avLst/>
          </a:prstGeom>
        </p:spPr>
        <p:txBody>
          <a:bodyPr anchor="ctr"/>
          <a:lstStyle>
            <a:lvl1pPr marL="0" indent="0" algn="ctr">
              <a:buNone/>
              <a:defRPr sz="1600" b="1"/>
            </a:lvl1pPr>
          </a:lstStyle>
          <a:p>
            <a:pPr lvl="0"/>
            <a:endParaRPr kumimoji="1" lang="ja-JP" altLang="en-US" dirty="0"/>
          </a:p>
        </p:txBody>
      </p:sp>
      <p:sp>
        <p:nvSpPr>
          <p:cNvPr id="8" name="graph_title_1">
            <a:extLst>
              <a:ext uri="{FF2B5EF4-FFF2-40B4-BE49-F238E27FC236}">
                <a16:creationId xmlns:a16="http://schemas.microsoft.com/office/drawing/2014/main" id="{0D8C2BA8-89E4-8092-AD34-316DCA2245B6}"/>
              </a:ext>
            </a:extLst>
          </p:cNvPr>
          <p:cNvSpPr>
            <a:spLocks noGrp="1"/>
          </p:cNvSpPr>
          <p:nvPr>
            <p:ph type="body" sz="quarter" idx="22"/>
          </p:nvPr>
        </p:nvSpPr>
        <p:spPr>
          <a:xfrm>
            <a:off x="353433" y="1117602"/>
            <a:ext cx="2243717" cy="417727"/>
          </a:xfrm>
          <a:prstGeom prst="rect">
            <a:avLst/>
          </a:prstGeom>
        </p:spPr>
        <p:txBody>
          <a:bodyPr anchor="ctr"/>
          <a:lstStyle>
            <a:lvl1pPr marL="0" indent="0" algn="ctr">
              <a:buNone/>
              <a:defRPr sz="1600" b="1"/>
            </a:lvl1pPr>
          </a:lstStyle>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comment">
            <a:extLst>
              <a:ext uri="{FF2B5EF4-FFF2-40B4-BE49-F238E27FC236}">
                <a16:creationId xmlns:a16="http://schemas.microsoft.com/office/drawing/2014/main" id="{8FBB1FCB-3909-C80E-3027-662C9FF4B285}"/>
              </a:ext>
            </a:extLst>
          </p:cNvPr>
          <p:cNvSpPr>
            <a:spLocks noGrp="1" noRot="1" noMove="1" noResize="1" noEditPoints="1" noAdjustHandles="1" noChangeArrowheads="1" noChangeShapeType="1"/>
          </p:cNvSpPr>
          <p:nvPr>
            <p:ph type="body" sz="quarter" idx="14"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sp>
        <p:nvSpPr>
          <p:cNvPr id="6" name="graph2">
            <a:extLst>
              <a:ext uri="{FF2B5EF4-FFF2-40B4-BE49-F238E27FC236}">
                <a16:creationId xmlns:a16="http://schemas.microsoft.com/office/drawing/2014/main" id="{3597A15B-386A-84DC-2606-E47774F74BD0}"/>
              </a:ext>
            </a:extLst>
          </p:cNvPr>
          <p:cNvSpPr>
            <a:spLocks noGrp="1"/>
          </p:cNvSpPr>
          <p:nvPr>
            <p:ph type="chart" sz="quarter" idx="20"/>
          </p:nvPr>
        </p:nvSpPr>
        <p:spPr>
          <a:xfrm>
            <a:off x="247650" y="3539924"/>
            <a:ext cx="9304916" cy="2253275"/>
          </a:xfrm>
          <a:prstGeom prst="rect">
            <a:avLst/>
          </a:prstGeom>
        </p:spPr>
        <p:txBody>
          <a:bodyPr/>
          <a:lstStyle/>
          <a:p>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7399200" y="2441650"/>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5437049" y="2440681"/>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2633865" y="2439509"/>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671714" y="2439509"/>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21" name="graph1">
            <a:extLst>
              <a:ext uri="{FF2B5EF4-FFF2-40B4-BE49-F238E27FC236}">
                <a16:creationId xmlns:a16="http://schemas.microsoft.com/office/drawing/2014/main" id="{FB15A292-5B86-771F-25AC-2E6A33588636}"/>
              </a:ext>
            </a:extLst>
          </p:cNvPr>
          <p:cNvSpPr>
            <a:spLocks noGrp="1"/>
          </p:cNvSpPr>
          <p:nvPr>
            <p:ph type="chart" sz="quarter" idx="15"/>
          </p:nvPr>
        </p:nvSpPr>
        <p:spPr>
          <a:xfrm>
            <a:off x="589400" y="723905"/>
            <a:ext cx="8783798" cy="1970775"/>
          </a:xfrm>
          <a:prstGeom prst="rect">
            <a:avLst/>
          </a:prstGeom>
        </p:spPr>
        <p:txBody>
          <a:bodyPr/>
          <a:lstStyle/>
          <a:p>
            <a:endParaRPr kumimoji="1" lang="ja-JP" altLang="en-US" dirty="0"/>
          </a:p>
        </p:txBody>
      </p:sp>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Tree>
    <p:extLst>
      <p:ext uri="{BB962C8B-B14F-4D97-AF65-F5344CB8AC3E}">
        <p14:creationId xmlns:p14="http://schemas.microsoft.com/office/powerpoint/2010/main" val="40524153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_v2">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2057320" y="3063874"/>
            <a:ext cx="5791359" cy="1942783"/>
          </a:xfrm>
          <a:prstGeom prst="rect">
            <a:avLst/>
          </a:prstGeom>
        </p:spPr>
        <p:txBody>
          <a:bodyPr/>
          <a:lstStyle>
            <a:lvl1pPr marL="0" indent="0" algn="ctr">
              <a:buFontTx/>
              <a:buNone/>
              <a:defRPr/>
            </a:lvl1pPr>
          </a:lstStyle>
          <a:p>
            <a:endParaRPr kumimoji="1" lang="ja-JP" altLang="en-US"/>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p:cNvCxnSpPr>
          <p:nvPr userDrawn="1"/>
        </p:nvCxnSpPr>
        <p:spPr>
          <a:xfrm>
            <a:off x="0" y="1100380"/>
            <a:ext cx="9906000" cy="0"/>
          </a:xfrm>
          <a:prstGeom prst="line">
            <a:avLst/>
          </a:prstGeom>
          <a:ln w="38100">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28EE0CBE-2A4F-5257-6047-979E6B7FFAFE}"/>
              </a:ext>
            </a:extLst>
          </p:cNvPr>
          <p:cNvCxnSpPr>
            <a:cxnSpLocks/>
          </p:cNvCxnSpPr>
          <p:nvPr userDrawn="1"/>
        </p:nvCxnSpPr>
        <p:spPr>
          <a:xfrm>
            <a:off x="0" y="2692113"/>
            <a:ext cx="9906000" cy="0"/>
          </a:xfrm>
          <a:prstGeom prst="line">
            <a:avLst/>
          </a:prstGeom>
          <a:ln w="38100">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
            <a:extLst>
              <a:ext uri="{FF2B5EF4-FFF2-40B4-BE49-F238E27FC236}">
                <a16:creationId xmlns:a16="http://schemas.microsoft.com/office/drawing/2014/main" id="{0694C7B5-E30D-DB73-3F0D-EC58FFA06612}"/>
              </a:ext>
            </a:extLst>
          </p:cNvPr>
          <p:cNvSpPr>
            <a:spLocks noGrp="1"/>
          </p:cNvSpPr>
          <p:nvPr>
            <p:ph type="body" sz="quarter" idx="15"/>
          </p:nvPr>
        </p:nvSpPr>
        <p:spPr>
          <a:xfrm>
            <a:off x="2057320" y="1112670"/>
            <a:ext cx="5791359" cy="1579443"/>
          </a:xfrm>
          <a:prstGeom prst="rect">
            <a:avLst/>
          </a:prstGeom>
          <a:noFill/>
        </p:spPr>
        <p:txBody>
          <a:bodyPr anchor="ctr"/>
          <a:lstStyle>
            <a:lvl1pPr marL="0" indent="0" algn="ctr">
              <a:buNone/>
              <a:defRPr sz="4400" b="1">
                <a:solidFill>
                  <a:schemeClr val="accent6">
                    <a:lumMod val="50000"/>
                    <a:lumOff val="50000"/>
                  </a:schemeClr>
                </a:solidFill>
              </a:defRPr>
            </a:lvl1pPr>
          </a:lstStyle>
          <a:p>
            <a:pPr lvl="0"/>
            <a:endParaRPr kumimoji="1" lang="ja-JP" altLang="en-US" dirty="0"/>
          </a:p>
        </p:txBody>
      </p:sp>
    </p:spTree>
    <p:extLst>
      <p:ext uri="{BB962C8B-B14F-4D97-AF65-F5344CB8AC3E}">
        <p14:creationId xmlns:p14="http://schemas.microsoft.com/office/powerpoint/2010/main" val="37701093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dex_ec_v2_1">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1063802"/>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1380206"/>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15764" y="1904503"/>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15764" y="2232089"/>
            <a:ext cx="4231525" cy="1799281"/>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4285338"/>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15764" y="4649029"/>
            <a:ext cx="4231525" cy="1754890"/>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2504309"/>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2835798"/>
            <a:ext cx="4231525" cy="92684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3970444"/>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77707" y="4295012"/>
            <a:ext cx="4231525" cy="1947924"/>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82867" y="1067995"/>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82867" y="1398012"/>
            <a:ext cx="4231525" cy="933582"/>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5052F90-AE05-4304-BB74-539B7255260B}"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140157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20924" y="223208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20924" y="4615983"/>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2" name="connector_5">
            <a:extLst>
              <a:ext uri="{FF2B5EF4-FFF2-40B4-BE49-F238E27FC236}">
                <a16:creationId xmlns:a16="http://schemas.microsoft.com/office/drawing/2014/main" id="{6E6831D7-D1D5-012C-7C31-0082925D5E1E}"/>
              </a:ext>
            </a:extLst>
          </p:cNvPr>
          <p:cNvCxnSpPr/>
          <p:nvPr userDrawn="1"/>
        </p:nvCxnSpPr>
        <p:spPr>
          <a:xfrm>
            <a:off x="5082867" y="282905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3" name="connector_2">
            <a:extLst>
              <a:ext uri="{FF2B5EF4-FFF2-40B4-BE49-F238E27FC236}">
                <a16:creationId xmlns:a16="http://schemas.microsoft.com/office/drawing/2014/main" id="{ABAC5E62-4644-044D-1889-8DF3E67CF6BA}"/>
              </a:ext>
            </a:extLst>
          </p:cNvPr>
          <p:cNvCxnSpPr>
            <a:cxnSpLocks noGrp="1" noRot="1" noMove="1" noResize="1" noEditPoints="1" noAdjustHandles="1" noChangeArrowheads="1" noChangeShapeType="1"/>
          </p:cNvCxnSpPr>
          <p:nvPr userDrawn="1"/>
        </p:nvCxnSpPr>
        <p:spPr>
          <a:xfrm flipV="1">
            <a:off x="5082867" y="139801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 name="connector_6">
            <a:extLst>
              <a:ext uri="{FF2B5EF4-FFF2-40B4-BE49-F238E27FC236}">
                <a16:creationId xmlns:a16="http://schemas.microsoft.com/office/drawing/2014/main" id="{E0B823E7-9A76-5310-D041-652C120AEA12}"/>
              </a:ext>
            </a:extLst>
          </p:cNvPr>
          <p:cNvCxnSpPr/>
          <p:nvPr userDrawn="1"/>
        </p:nvCxnSpPr>
        <p:spPr>
          <a:xfrm>
            <a:off x="5062209" y="4312491"/>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12289826"/>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ndex_ec_v2_2">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1063802"/>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1380206"/>
            <a:ext cx="4231525" cy="2015369"/>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20924" y="3667334"/>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20924" y="4018074"/>
            <a:ext cx="4231525" cy="1022321"/>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5313740"/>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15764" y="5672064"/>
            <a:ext cx="4231525" cy="365126"/>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D36340BE-16CE-4084-A23B-30EB46393CA6}"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140157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15764" y="4002584"/>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15764" y="5657120"/>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91595347"/>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dex_limited_v2">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D36340BE-16CE-4084-A23B-30EB46393CA6}"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index_1">
            <a:extLst>
              <a:ext uri="{FF2B5EF4-FFF2-40B4-BE49-F238E27FC236}">
                <a16:creationId xmlns:a16="http://schemas.microsoft.com/office/drawing/2014/main" id="{E68EC29F-C66C-EC21-927C-A0F95C8F0B64}"/>
              </a:ext>
            </a:extLst>
          </p:cNvPr>
          <p:cNvSpPr>
            <a:spLocks noGrp="1"/>
          </p:cNvSpPr>
          <p:nvPr>
            <p:ph type="body" sz="quarter" idx="38"/>
          </p:nvPr>
        </p:nvSpPr>
        <p:spPr>
          <a:xfrm>
            <a:off x="320925" y="1062290"/>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3" name="index_2">
            <a:extLst>
              <a:ext uri="{FF2B5EF4-FFF2-40B4-BE49-F238E27FC236}">
                <a16:creationId xmlns:a16="http://schemas.microsoft.com/office/drawing/2014/main" id="{BF3F6CC9-281B-C10C-E783-1CB35304D78A}"/>
              </a:ext>
            </a:extLst>
          </p:cNvPr>
          <p:cNvSpPr>
            <a:spLocks noGrp="1"/>
          </p:cNvSpPr>
          <p:nvPr>
            <p:ph type="body" sz="quarter" idx="39"/>
          </p:nvPr>
        </p:nvSpPr>
        <p:spPr>
          <a:xfrm>
            <a:off x="320925" y="1543396"/>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8" name="index_3">
            <a:extLst>
              <a:ext uri="{FF2B5EF4-FFF2-40B4-BE49-F238E27FC236}">
                <a16:creationId xmlns:a16="http://schemas.microsoft.com/office/drawing/2014/main" id="{04227597-7ED1-0C12-C43B-6087A059F60B}"/>
              </a:ext>
            </a:extLst>
          </p:cNvPr>
          <p:cNvSpPr>
            <a:spLocks noGrp="1"/>
          </p:cNvSpPr>
          <p:nvPr>
            <p:ph type="body" sz="quarter" idx="40"/>
          </p:nvPr>
        </p:nvSpPr>
        <p:spPr>
          <a:xfrm>
            <a:off x="320925" y="2030203"/>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2" name="index_4">
            <a:extLst>
              <a:ext uri="{FF2B5EF4-FFF2-40B4-BE49-F238E27FC236}">
                <a16:creationId xmlns:a16="http://schemas.microsoft.com/office/drawing/2014/main" id="{4496AA64-ABC5-64A1-B6F7-DB1863DC8120}"/>
              </a:ext>
            </a:extLst>
          </p:cNvPr>
          <p:cNvSpPr>
            <a:spLocks noGrp="1"/>
          </p:cNvSpPr>
          <p:nvPr>
            <p:ph type="body" sz="quarter" idx="41"/>
          </p:nvPr>
        </p:nvSpPr>
        <p:spPr>
          <a:xfrm>
            <a:off x="320925" y="2514515"/>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3" name="index_5">
            <a:extLst>
              <a:ext uri="{FF2B5EF4-FFF2-40B4-BE49-F238E27FC236}">
                <a16:creationId xmlns:a16="http://schemas.microsoft.com/office/drawing/2014/main" id="{49B1192E-5D0A-26A6-1E3F-D6E98589394D}"/>
              </a:ext>
            </a:extLst>
          </p:cNvPr>
          <p:cNvSpPr>
            <a:spLocks noGrp="1"/>
          </p:cNvSpPr>
          <p:nvPr>
            <p:ph type="body" sz="quarter" idx="42"/>
          </p:nvPr>
        </p:nvSpPr>
        <p:spPr>
          <a:xfrm>
            <a:off x="320925" y="3005937"/>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4" name="index_6">
            <a:extLst>
              <a:ext uri="{FF2B5EF4-FFF2-40B4-BE49-F238E27FC236}">
                <a16:creationId xmlns:a16="http://schemas.microsoft.com/office/drawing/2014/main" id="{8D2ED696-E07B-0F9A-B4C6-C814B06F7070}"/>
              </a:ext>
            </a:extLst>
          </p:cNvPr>
          <p:cNvSpPr>
            <a:spLocks noGrp="1"/>
          </p:cNvSpPr>
          <p:nvPr>
            <p:ph type="body" sz="quarter" idx="43"/>
          </p:nvPr>
        </p:nvSpPr>
        <p:spPr>
          <a:xfrm>
            <a:off x="320925" y="3497359"/>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5" name="index_7">
            <a:extLst>
              <a:ext uri="{FF2B5EF4-FFF2-40B4-BE49-F238E27FC236}">
                <a16:creationId xmlns:a16="http://schemas.microsoft.com/office/drawing/2014/main" id="{EF5C028D-9522-B47E-FB32-C60CA0E4F548}"/>
              </a:ext>
            </a:extLst>
          </p:cNvPr>
          <p:cNvSpPr>
            <a:spLocks noGrp="1"/>
          </p:cNvSpPr>
          <p:nvPr>
            <p:ph type="body" sz="quarter" idx="44"/>
          </p:nvPr>
        </p:nvSpPr>
        <p:spPr>
          <a:xfrm>
            <a:off x="320925" y="3985826"/>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7577158"/>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ndex_regular_v2">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1063802"/>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1410023"/>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15764" y="1904503"/>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15764" y="2261907"/>
            <a:ext cx="4231525" cy="2265282"/>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4739706"/>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15764" y="5128429"/>
            <a:ext cx="4231525" cy="947498"/>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2504309"/>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2855675"/>
            <a:ext cx="4705983" cy="114697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418247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88713" y="4537478"/>
            <a:ext cx="4231525" cy="107201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82867" y="1067995"/>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82867" y="1417890"/>
            <a:ext cx="4231525" cy="933582"/>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5052F90-AE05-4304-BB74-539B7255260B}"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140157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20924" y="223208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15764" y="5086278"/>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2" name="connector_5">
            <a:extLst>
              <a:ext uri="{FF2B5EF4-FFF2-40B4-BE49-F238E27FC236}">
                <a16:creationId xmlns:a16="http://schemas.microsoft.com/office/drawing/2014/main" id="{6E6831D7-D1D5-012C-7C31-0082925D5E1E}"/>
              </a:ext>
            </a:extLst>
          </p:cNvPr>
          <p:cNvCxnSpPr/>
          <p:nvPr userDrawn="1"/>
        </p:nvCxnSpPr>
        <p:spPr>
          <a:xfrm>
            <a:off x="5082867" y="282905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3" name="connector_2">
            <a:extLst>
              <a:ext uri="{FF2B5EF4-FFF2-40B4-BE49-F238E27FC236}">
                <a16:creationId xmlns:a16="http://schemas.microsoft.com/office/drawing/2014/main" id="{ABAC5E62-4644-044D-1889-8DF3E67CF6BA}"/>
              </a:ext>
            </a:extLst>
          </p:cNvPr>
          <p:cNvCxnSpPr>
            <a:cxnSpLocks noGrp="1" noRot="1" noMove="1" noResize="1" noEditPoints="1" noAdjustHandles="1" noChangeArrowheads="1" noChangeShapeType="1"/>
          </p:cNvCxnSpPr>
          <p:nvPr userDrawn="1"/>
        </p:nvCxnSpPr>
        <p:spPr>
          <a:xfrm flipV="1">
            <a:off x="5082867" y="139801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 name="connector_6">
            <a:extLst>
              <a:ext uri="{FF2B5EF4-FFF2-40B4-BE49-F238E27FC236}">
                <a16:creationId xmlns:a16="http://schemas.microsoft.com/office/drawing/2014/main" id="{E0B823E7-9A76-5310-D041-652C120AEA12}"/>
              </a:ext>
            </a:extLst>
          </p:cNvPr>
          <p:cNvCxnSpPr/>
          <p:nvPr userDrawn="1"/>
        </p:nvCxnSpPr>
        <p:spPr>
          <a:xfrm>
            <a:off x="5062209" y="4514287"/>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8" name="connector_7">
            <a:extLst>
              <a:ext uri="{FF2B5EF4-FFF2-40B4-BE49-F238E27FC236}">
                <a16:creationId xmlns:a16="http://schemas.microsoft.com/office/drawing/2014/main" id="{2F2D8FE0-2A24-54A3-0191-9DFAFF138423}"/>
              </a:ext>
            </a:extLst>
          </p:cNvPr>
          <p:cNvCxnSpPr/>
          <p:nvPr userDrawn="1"/>
        </p:nvCxnSpPr>
        <p:spPr>
          <a:xfrm>
            <a:off x="5099052" y="6163720"/>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
        <p:nvSpPr>
          <p:cNvPr id="14" name="index_7">
            <a:extLst>
              <a:ext uri="{FF2B5EF4-FFF2-40B4-BE49-F238E27FC236}">
                <a16:creationId xmlns:a16="http://schemas.microsoft.com/office/drawing/2014/main" id="{EE5F5561-B49B-5CF7-7797-0E45143D2E24}"/>
              </a:ext>
            </a:extLst>
          </p:cNvPr>
          <p:cNvSpPr>
            <a:spLocks noGrp="1"/>
          </p:cNvSpPr>
          <p:nvPr>
            <p:ph type="body" sz="quarter" idx="38"/>
          </p:nvPr>
        </p:nvSpPr>
        <p:spPr>
          <a:xfrm>
            <a:off x="5099032" y="582039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5" name="index_text_7">
            <a:extLst>
              <a:ext uri="{FF2B5EF4-FFF2-40B4-BE49-F238E27FC236}">
                <a16:creationId xmlns:a16="http://schemas.microsoft.com/office/drawing/2014/main" id="{9C351AFB-DE01-7AE9-39F7-87941AC0D831}"/>
              </a:ext>
            </a:extLst>
          </p:cNvPr>
          <p:cNvSpPr>
            <a:spLocks noGrp="1"/>
          </p:cNvSpPr>
          <p:nvPr>
            <p:ph type="body" sz="quarter" idx="39"/>
          </p:nvPr>
        </p:nvSpPr>
        <p:spPr>
          <a:xfrm>
            <a:off x="5099052" y="6183598"/>
            <a:ext cx="4231525" cy="411904"/>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Tree>
    <p:extLst>
      <p:ext uri="{BB962C8B-B14F-4D97-AF65-F5344CB8AC3E}">
        <p14:creationId xmlns:p14="http://schemas.microsoft.com/office/powerpoint/2010/main" val="431764730"/>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dex_ai_suggest_v2">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2324361"/>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2685947"/>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15764" y="3162654"/>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15764" y="3538539"/>
            <a:ext cx="4231525" cy="2281858"/>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594051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20924" y="6308510"/>
            <a:ext cx="4231525" cy="584204"/>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2504309"/>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2855675"/>
            <a:ext cx="4705983" cy="114697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418247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88713" y="4537478"/>
            <a:ext cx="4231525" cy="107201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82867" y="1067995"/>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82867" y="1417890"/>
            <a:ext cx="4231525" cy="933582"/>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5052F90-AE05-4304-BB74-539B7255260B}"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265691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20924" y="350349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15764" y="6281174"/>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2" name="connector_5">
            <a:extLst>
              <a:ext uri="{FF2B5EF4-FFF2-40B4-BE49-F238E27FC236}">
                <a16:creationId xmlns:a16="http://schemas.microsoft.com/office/drawing/2014/main" id="{6E6831D7-D1D5-012C-7C31-0082925D5E1E}"/>
              </a:ext>
            </a:extLst>
          </p:cNvPr>
          <p:cNvCxnSpPr/>
          <p:nvPr userDrawn="1"/>
        </p:nvCxnSpPr>
        <p:spPr>
          <a:xfrm>
            <a:off x="5082867" y="282905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3" name="connector_2">
            <a:extLst>
              <a:ext uri="{FF2B5EF4-FFF2-40B4-BE49-F238E27FC236}">
                <a16:creationId xmlns:a16="http://schemas.microsoft.com/office/drawing/2014/main" id="{ABAC5E62-4644-044D-1889-8DF3E67CF6BA}"/>
              </a:ext>
            </a:extLst>
          </p:cNvPr>
          <p:cNvCxnSpPr>
            <a:cxnSpLocks noGrp="1" noRot="1" noMove="1" noResize="1" noEditPoints="1" noAdjustHandles="1" noChangeArrowheads="1" noChangeShapeType="1"/>
          </p:cNvCxnSpPr>
          <p:nvPr userDrawn="1"/>
        </p:nvCxnSpPr>
        <p:spPr>
          <a:xfrm flipV="1">
            <a:off x="5082867" y="139801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 name="connector_6">
            <a:extLst>
              <a:ext uri="{FF2B5EF4-FFF2-40B4-BE49-F238E27FC236}">
                <a16:creationId xmlns:a16="http://schemas.microsoft.com/office/drawing/2014/main" id="{E0B823E7-9A76-5310-D041-652C120AEA12}"/>
              </a:ext>
            </a:extLst>
          </p:cNvPr>
          <p:cNvCxnSpPr/>
          <p:nvPr userDrawn="1"/>
        </p:nvCxnSpPr>
        <p:spPr>
          <a:xfrm>
            <a:off x="5062209" y="4514287"/>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8" name="connector_7">
            <a:extLst>
              <a:ext uri="{FF2B5EF4-FFF2-40B4-BE49-F238E27FC236}">
                <a16:creationId xmlns:a16="http://schemas.microsoft.com/office/drawing/2014/main" id="{2F2D8FE0-2A24-54A3-0191-9DFAFF138423}"/>
              </a:ext>
            </a:extLst>
          </p:cNvPr>
          <p:cNvCxnSpPr/>
          <p:nvPr userDrawn="1"/>
        </p:nvCxnSpPr>
        <p:spPr>
          <a:xfrm>
            <a:off x="5099052" y="6163720"/>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
        <p:nvSpPr>
          <p:cNvPr id="14" name="index_7">
            <a:extLst>
              <a:ext uri="{FF2B5EF4-FFF2-40B4-BE49-F238E27FC236}">
                <a16:creationId xmlns:a16="http://schemas.microsoft.com/office/drawing/2014/main" id="{EE5F5561-B49B-5CF7-7797-0E45143D2E24}"/>
              </a:ext>
            </a:extLst>
          </p:cNvPr>
          <p:cNvSpPr>
            <a:spLocks noGrp="1"/>
          </p:cNvSpPr>
          <p:nvPr>
            <p:ph type="body" sz="quarter" idx="38"/>
          </p:nvPr>
        </p:nvSpPr>
        <p:spPr>
          <a:xfrm>
            <a:off x="5099032" y="582039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5" name="index_text_7">
            <a:extLst>
              <a:ext uri="{FF2B5EF4-FFF2-40B4-BE49-F238E27FC236}">
                <a16:creationId xmlns:a16="http://schemas.microsoft.com/office/drawing/2014/main" id="{9C351AFB-DE01-7AE9-39F7-87941AC0D831}"/>
              </a:ext>
            </a:extLst>
          </p:cNvPr>
          <p:cNvSpPr>
            <a:spLocks noGrp="1"/>
          </p:cNvSpPr>
          <p:nvPr>
            <p:ph type="body" sz="quarter" idx="39"/>
          </p:nvPr>
        </p:nvSpPr>
        <p:spPr>
          <a:xfrm>
            <a:off x="5099052" y="6183598"/>
            <a:ext cx="4231525" cy="411904"/>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17" name="index_ai_suggest">
            <a:extLst>
              <a:ext uri="{FF2B5EF4-FFF2-40B4-BE49-F238E27FC236}">
                <a16:creationId xmlns:a16="http://schemas.microsoft.com/office/drawing/2014/main" id="{439AC88D-0F81-EE9C-D93C-A02198A98652}"/>
              </a:ext>
            </a:extLst>
          </p:cNvPr>
          <p:cNvSpPr>
            <a:spLocks noGrp="1"/>
          </p:cNvSpPr>
          <p:nvPr>
            <p:ph type="body" sz="quarter" idx="40"/>
          </p:nvPr>
        </p:nvSpPr>
        <p:spPr>
          <a:xfrm>
            <a:off x="315764" y="1083118"/>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18" name="index_text_ai_suggest">
            <a:extLst>
              <a:ext uri="{FF2B5EF4-FFF2-40B4-BE49-F238E27FC236}">
                <a16:creationId xmlns:a16="http://schemas.microsoft.com/office/drawing/2014/main" id="{C9259230-39DF-4326-0161-45A57C55FE6D}"/>
              </a:ext>
            </a:extLst>
          </p:cNvPr>
          <p:cNvSpPr>
            <a:spLocks noGrp="1"/>
          </p:cNvSpPr>
          <p:nvPr>
            <p:ph type="body" sz="quarter" idx="41"/>
          </p:nvPr>
        </p:nvSpPr>
        <p:spPr>
          <a:xfrm>
            <a:off x="305445" y="1423310"/>
            <a:ext cx="4231525" cy="709922"/>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ja-JP" altLang="en-US" dirty="0"/>
          </a:p>
        </p:txBody>
      </p:sp>
      <p:cxnSp>
        <p:nvCxnSpPr>
          <p:cNvPr id="19" name="connector_ai_suggest">
            <a:extLst>
              <a:ext uri="{FF2B5EF4-FFF2-40B4-BE49-F238E27FC236}">
                <a16:creationId xmlns:a16="http://schemas.microsoft.com/office/drawing/2014/main" id="{7F7E0DBF-B7CC-C5BC-4252-B4F29FE7E458}"/>
              </a:ext>
            </a:extLst>
          </p:cNvPr>
          <p:cNvCxnSpPr>
            <a:cxnSpLocks/>
          </p:cNvCxnSpPr>
          <p:nvPr userDrawn="1"/>
        </p:nvCxnSpPr>
        <p:spPr>
          <a:xfrm>
            <a:off x="320924" y="1410058"/>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53968450"/>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dex_custom_v2">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01A43972-A8F9-4A55-90A8-8C3299066A81}"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2" name="index_text_1">
            <a:extLst>
              <a:ext uri="{FF2B5EF4-FFF2-40B4-BE49-F238E27FC236}">
                <a16:creationId xmlns:a16="http://schemas.microsoft.com/office/drawing/2014/main" id="{4186B8C8-0875-438E-805D-EA2FC6F871D6}"/>
              </a:ext>
            </a:extLst>
          </p:cNvPr>
          <p:cNvSpPr txBox="1"/>
          <p:nvPr userDrawn="1"/>
        </p:nvSpPr>
        <p:spPr>
          <a:xfrm>
            <a:off x="582372" y="1052513"/>
            <a:ext cx="8762253" cy="427168"/>
          </a:xfrm>
          <a:prstGeom prst="rect">
            <a:avLst/>
          </a:prstGeom>
          <a:noFill/>
        </p:spPr>
        <p:txBody>
          <a:bodyPr wrap="square" rtlCol="0" anchor="t">
            <a:spAutoFit/>
          </a:bodyPr>
          <a:lstStyle/>
          <a:p>
            <a:pPr marL="285750" indent="-285750" algn="l">
              <a:lnSpc>
                <a:spcPct val="150000"/>
              </a:lnSpc>
              <a:buFont typeface="Arial" panose="020B0604020202020204" pitchFamily="34" charset="0"/>
              <a:buChar char="•"/>
            </a:pPr>
            <a:endParaRPr kumimoji="1" lang="ja-JP" altLang="en-US" sz="1600" b="0" dirty="0"/>
          </a:p>
        </p:txBody>
      </p:sp>
      <p:sp>
        <p:nvSpPr>
          <p:cNvPr id="3" name="page_title">
            <a:extLst>
              <a:ext uri="{FF2B5EF4-FFF2-40B4-BE49-F238E27FC236}">
                <a16:creationId xmlns:a16="http://schemas.microsoft.com/office/drawing/2014/main" id="{5ABA1366-3BF7-11B2-E6F0-34DBE0B0C795}"/>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142538618"/>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rtition_v2">
    <p:spTree>
      <p:nvGrpSpPr>
        <p:cNvPr id="1" name=""/>
        <p:cNvGrpSpPr/>
        <p:nvPr/>
      </p:nvGrpSpPr>
      <p:grpSpPr>
        <a:xfrm>
          <a:off x="0" y="0"/>
          <a:ext cx="0" cy="0"/>
          <a:chOff x="0" y="0"/>
          <a:chExt cx="0" cy="0"/>
        </a:xfrm>
      </p:grpSpPr>
      <p:sp>
        <p:nvSpPr>
          <p:cNvPr id="5" name="page_title">
            <a:extLst>
              <a:ext uri="{FF2B5EF4-FFF2-40B4-BE49-F238E27FC236}">
                <a16:creationId xmlns:a16="http://schemas.microsoft.com/office/drawing/2014/main" id="{3A9FEFD7-2261-ED16-247A-08593673D7F1}"/>
              </a:ext>
            </a:extLst>
          </p:cNvPr>
          <p:cNvSpPr>
            <a:spLocks noGrp="1"/>
          </p:cNvSpPr>
          <p:nvPr>
            <p:ph type="body" sz="quarter" idx="10"/>
          </p:nvPr>
        </p:nvSpPr>
        <p:spPr>
          <a:xfrm>
            <a:off x="2950288" y="3047999"/>
            <a:ext cx="4005424" cy="762000"/>
          </a:xfrm>
          <a:prstGeom prst="rect">
            <a:avLst/>
          </a:prstGeom>
        </p:spPr>
        <p:txBody>
          <a:bodyPr anchor="ctr"/>
          <a:lstStyle>
            <a:lvl1pPr marL="0" indent="0" algn="ctr">
              <a:buNone/>
              <a:defRPr sz="24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F29103F3-C0D5-059F-4080-FE27820CDE3B}"/>
              </a:ext>
            </a:extLst>
          </p:cNvPr>
          <p:cNvSpPr>
            <a:spLocks noGrp="1"/>
          </p:cNvSpPr>
          <p:nvPr>
            <p:ph type="sldNum" sz="quarter" idx="1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DFCB0D00-0B24-262E-BEE6-F7AF8487AC84}"/>
              </a:ext>
            </a:extLst>
          </p:cNvPr>
          <p:cNvSpPr>
            <a:spLocks noGrp="1"/>
          </p:cNvSpPr>
          <p:nvPr>
            <p:ph type="dt" sz="half" idx="12"/>
          </p:nvPr>
        </p:nvSpPr>
        <p:spPr>
          <a:xfrm>
            <a:off x="681038" y="6356350"/>
            <a:ext cx="2228850" cy="365125"/>
          </a:xfrm>
          <a:prstGeom prst="rect">
            <a:avLst/>
          </a:prstGeom>
        </p:spPr>
        <p:txBody>
          <a:bodyPr/>
          <a:lstStyle/>
          <a:p>
            <a:fld id="{EACEBFA8-0CE5-4115-9575-1263EC206FCA}"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3EB95A35-0A79-EEEF-7B1D-2BDAD53678B6}"/>
              </a:ext>
            </a:extLst>
          </p:cNvPr>
          <p:cNvSpPr>
            <a:spLocks noGrp="1"/>
          </p:cNvSpPr>
          <p:nvPr>
            <p:ph type="ftr" sz="quarter" idx="13"/>
          </p:nvPr>
        </p:nvSpPr>
        <p:spPr/>
        <p:txBody>
          <a:bodyPr/>
          <a:lstStyle/>
          <a:p>
            <a:endParaRPr kumimoji="1" lang="ja-JP" altLang="en-US"/>
          </a:p>
        </p:txBody>
      </p:sp>
      <p:sp>
        <p:nvSpPr>
          <p:cNvPr id="7" name="box">
            <a:extLst>
              <a:ext uri="{FF2B5EF4-FFF2-40B4-BE49-F238E27FC236}">
                <a16:creationId xmlns:a16="http://schemas.microsoft.com/office/drawing/2014/main" id="{D5150CE5-F471-D31D-F4A3-65F56055EFE7}"/>
              </a:ext>
            </a:extLst>
          </p:cNvPr>
          <p:cNvSpPr>
            <a:spLocks noGrp="1" noRot="1" noMove="1" noResize="1" noEditPoints="1" noAdjustHandles="1" noChangeArrowheads="1" noChangeShapeType="1"/>
          </p:cNvSpPr>
          <p:nvPr userDrawn="1"/>
        </p:nvSpPr>
        <p:spPr>
          <a:xfrm>
            <a:off x="2950288" y="2672596"/>
            <a:ext cx="4005424" cy="1512807"/>
          </a:xfrm>
          <a:prstGeom prst="rect">
            <a:avLst/>
          </a:prstGeom>
          <a:noFill/>
          <a:ln w="381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354964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ily_basic_v2">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443764" cy="725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0F7D2069-A591-4242-AB7A-5D40B0C97D1B}"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589400" y="4462436"/>
            <a:ext cx="8443764" cy="725769"/>
          </a:xfrm>
          <a:prstGeom prst="rect">
            <a:avLst/>
          </a:prstGeom>
        </p:spPr>
        <p:txBody>
          <a:bodyPr/>
          <a:lstStyle/>
          <a:p>
            <a:endParaRPr kumimoji="1" lang="ja-JP" altLang="en-US" dirty="0"/>
          </a:p>
        </p:txBody>
      </p:sp>
      <p:sp>
        <p:nvSpPr>
          <p:cNvPr id="12" name="table_3">
            <a:extLst>
              <a:ext uri="{FF2B5EF4-FFF2-40B4-BE49-F238E27FC236}">
                <a16:creationId xmlns:a16="http://schemas.microsoft.com/office/drawing/2014/main" id="{52670C0F-B4AA-D1C3-D7DC-24145553CE74}"/>
              </a:ext>
            </a:extLst>
          </p:cNvPr>
          <p:cNvSpPr>
            <a:spLocks noGrp="1"/>
          </p:cNvSpPr>
          <p:nvPr>
            <p:ph type="tbl" sz="quarter" idx="21"/>
          </p:nvPr>
        </p:nvSpPr>
        <p:spPr>
          <a:xfrm>
            <a:off x="589400" y="5340605"/>
            <a:ext cx="9199450" cy="725769"/>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comment">
            <a:extLst>
              <a:ext uri="{FF2B5EF4-FFF2-40B4-BE49-F238E27FC236}">
                <a16:creationId xmlns:a16="http://schemas.microsoft.com/office/drawing/2014/main" id="{F776985B-6BE4-864C-17AD-CC2E8A8E1A97}"/>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1479492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ily_basic_v2_no_comment">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443764" cy="725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0F7D2069-A591-4242-AB7A-5D40B0C97D1B}"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589400" y="4462436"/>
            <a:ext cx="8443764" cy="725769"/>
          </a:xfrm>
          <a:prstGeom prst="rect">
            <a:avLst/>
          </a:prstGeom>
        </p:spPr>
        <p:txBody>
          <a:bodyPr/>
          <a:lstStyle/>
          <a:p>
            <a:endParaRPr kumimoji="1" lang="ja-JP" altLang="en-US" dirty="0"/>
          </a:p>
        </p:txBody>
      </p:sp>
      <p:sp>
        <p:nvSpPr>
          <p:cNvPr id="12" name="table_3">
            <a:extLst>
              <a:ext uri="{FF2B5EF4-FFF2-40B4-BE49-F238E27FC236}">
                <a16:creationId xmlns:a16="http://schemas.microsoft.com/office/drawing/2014/main" id="{52670C0F-B4AA-D1C3-D7DC-24145553CE74}"/>
              </a:ext>
            </a:extLst>
          </p:cNvPr>
          <p:cNvSpPr>
            <a:spLocks noGrp="1"/>
          </p:cNvSpPr>
          <p:nvPr>
            <p:ph type="tbl" sz="quarter" idx="21"/>
          </p:nvPr>
        </p:nvSpPr>
        <p:spPr>
          <a:xfrm>
            <a:off x="589400" y="5340605"/>
            <a:ext cx="9199450" cy="725769"/>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9892584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c_kpi_v2">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2"/>
            <a:ext cx="8726050" cy="17750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8A85527C-8B05-45F3-BA18-6D546C4D4DA4}"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2503104"/>
            <a:ext cx="8726050" cy="2320636"/>
          </a:xfrm>
          <a:prstGeom prst="rect">
            <a:avLst/>
          </a:prstGeom>
        </p:spPr>
        <p:txBody>
          <a:bodyPr/>
          <a:lstStyle/>
          <a:p>
            <a:endParaRPr kumimoji="1" lang="ja-JP" altLang="en-US" dirty="0"/>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624717" y="4457701"/>
            <a:ext cx="8726050" cy="167732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comment">
            <a:extLst>
              <a:ext uri="{FF2B5EF4-FFF2-40B4-BE49-F238E27FC236}">
                <a16:creationId xmlns:a16="http://schemas.microsoft.com/office/drawing/2014/main" id="{04050084-A8AF-E1B6-B820-43A6EF46F840}"/>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020784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c_kpi_v2_no_comment">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2"/>
            <a:ext cx="8726050" cy="17750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8A85527C-8B05-45F3-BA18-6D546C4D4DA4}"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2503104"/>
            <a:ext cx="8726050" cy="2320636"/>
          </a:xfrm>
          <a:prstGeom prst="rect">
            <a:avLst/>
          </a:prstGeom>
        </p:spPr>
        <p:txBody>
          <a:bodyPr/>
          <a:lstStyle/>
          <a:p>
            <a:endParaRPr kumimoji="1" lang="ja-JP" altLang="en-US" dirty="0"/>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624717" y="4457701"/>
            <a:ext cx="8726050" cy="167732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7801902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c_cart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1"/>
            <a:ext cx="8726050" cy="2571071"/>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A8FD0B11-9424-45B0-BBE5-DC34A9A5B752}"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3688088"/>
            <a:ext cx="8726050" cy="255694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7" name="comment">
            <a:extLst>
              <a:ext uri="{FF2B5EF4-FFF2-40B4-BE49-F238E27FC236}">
                <a16:creationId xmlns:a16="http://schemas.microsoft.com/office/drawing/2014/main" id="{9F592A3F-2835-400E-597A-577129C87F4A}"/>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765062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c_cart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1"/>
            <a:ext cx="8726050" cy="2571071"/>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A8FD0B11-9424-45B0-BBE5-DC34A9A5B752}"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3688088"/>
            <a:ext cx="8726050" cy="255694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1674825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c_cart_abandonment_v2">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859879"/>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354198"/>
            <a:ext cx="8726050" cy="2812664"/>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D25F74B0-D790-44FB-9531-E9DE68002076}"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comment">
            <a:extLst>
              <a:ext uri="{FF2B5EF4-FFF2-40B4-BE49-F238E27FC236}">
                <a16:creationId xmlns:a16="http://schemas.microsoft.com/office/drawing/2014/main" id="{284ECB05-7714-3265-31A9-A36693651C9A}"/>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805583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c_cart_abandonment_v2_no_comment">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859879"/>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354198"/>
            <a:ext cx="8726050" cy="2812664"/>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D25F74B0-D790-44FB-9531-E9DE68002076}"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1289351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onthly_device_category_v2">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601129"/>
            <a:ext cx="8726050" cy="2491558"/>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41148F5-2335-4380-BF61-CB623A00DD9B}"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7" name="comment">
            <a:extLst>
              <a:ext uri="{FF2B5EF4-FFF2-40B4-BE49-F238E27FC236}">
                <a16:creationId xmlns:a16="http://schemas.microsoft.com/office/drawing/2014/main" id="{BAF2F480-2285-ECB2-7559-B2B3E3D78CB5}"/>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2481248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onthly_device_category_v2_no_comment">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601129"/>
            <a:ext cx="8726050" cy="2491558"/>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41148F5-2335-4380-BF61-CB623A00DD9B}"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26683775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c_channel_summary_v2">
    <p:spTree>
      <p:nvGrpSpPr>
        <p:cNvPr id="1" name=""/>
        <p:cNvGrpSpPr/>
        <p:nvPr/>
      </p:nvGrpSpPr>
      <p:grpSpPr>
        <a:xfrm>
          <a:off x="0" y="0"/>
          <a:ext cx="0" cy="0"/>
          <a:chOff x="0" y="0"/>
          <a:chExt cx="0" cy="0"/>
        </a:xfrm>
      </p:grpSpPr>
      <p:sp>
        <p:nvSpPr>
          <p:cNvPr id="11" name="graph_1">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4328283" cy="52294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4E37DE7A-E45F-4D81-8C6F-531D4F58FD3C}"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graph_2">
            <a:extLst>
              <a:ext uri="{FF2B5EF4-FFF2-40B4-BE49-F238E27FC236}">
                <a16:creationId xmlns:a16="http://schemas.microsoft.com/office/drawing/2014/main" id="{CEF633F6-5BF9-C537-9D03-465D58ABF671}"/>
              </a:ext>
            </a:extLst>
          </p:cNvPr>
          <p:cNvSpPr>
            <a:spLocks noGrp="1"/>
          </p:cNvSpPr>
          <p:nvPr>
            <p:ph type="chart" sz="quarter" idx="18"/>
          </p:nvPr>
        </p:nvSpPr>
        <p:spPr>
          <a:xfrm>
            <a:off x="5092700" y="937442"/>
            <a:ext cx="4328283" cy="5229420"/>
          </a:xfrm>
          <a:prstGeom prst="rect">
            <a:avLst/>
          </a:prstGeom>
        </p:spPr>
        <p:txBody>
          <a:bodyPr/>
          <a:lstStyle/>
          <a:p>
            <a:endParaRPr kumimoji="1" lang="ja-JP" altLang="en-US" dirty="0"/>
          </a:p>
        </p:txBody>
      </p:sp>
      <p:sp>
        <p:nvSpPr>
          <p:cNvPr id="7" name="comment">
            <a:extLst>
              <a:ext uri="{FF2B5EF4-FFF2-40B4-BE49-F238E27FC236}">
                <a16:creationId xmlns:a16="http://schemas.microsoft.com/office/drawing/2014/main" id="{AF9C2EC2-2E12-6B8B-87A7-CE9419649E6C}"/>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312031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c_channel_summary_v2_no_comment">
    <p:spTree>
      <p:nvGrpSpPr>
        <p:cNvPr id="1" name=""/>
        <p:cNvGrpSpPr/>
        <p:nvPr/>
      </p:nvGrpSpPr>
      <p:grpSpPr>
        <a:xfrm>
          <a:off x="0" y="0"/>
          <a:ext cx="0" cy="0"/>
          <a:chOff x="0" y="0"/>
          <a:chExt cx="0" cy="0"/>
        </a:xfrm>
      </p:grpSpPr>
      <p:sp>
        <p:nvSpPr>
          <p:cNvPr id="11" name="graph_1">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4328283" cy="52294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4E37DE7A-E45F-4D81-8C6F-531D4F58FD3C}"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graph_2">
            <a:extLst>
              <a:ext uri="{FF2B5EF4-FFF2-40B4-BE49-F238E27FC236}">
                <a16:creationId xmlns:a16="http://schemas.microsoft.com/office/drawing/2014/main" id="{CEF633F6-5BF9-C537-9D03-465D58ABF671}"/>
              </a:ext>
            </a:extLst>
          </p:cNvPr>
          <p:cNvSpPr>
            <a:spLocks noGrp="1"/>
          </p:cNvSpPr>
          <p:nvPr>
            <p:ph type="chart" sz="quarter" idx="18"/>
          </p:nvPr>
        </p:nvSpPr>
        <p:spPr>
          <a:xfrm>
            <a:off x="5092700" y="937442"/>
            <a:ext cx="4328283" cy="5229420"/>
          </a:xfrm>
          <a:prstGeom prst="rect">
            <a:avLst/>
          </a:prstGeom>
        </p:spPr>
        <p:txBody>
          <a:bodyPr/>
          <a:lstStyle/>
          <a:p>
            <a:endParaRPr kumimoji="1" lang="ja-JP" altLang="en-US" dirty="0"/>
          </a:p>
        </p:txBody>
      </p:sp>
    </p:spTree>
    <p:extLst>
      <p:ext uri="{BB962C8B-B14F-4D97-AF65-F5344CB8AC3E}">
        <p14:creationId xmlns:p14="http://schemas.microsoft.com/office/powerpoint/2010/main" val="21390046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onthly_basic_v2">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726710" cy="1301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8" name="table_2">
            <a:extLst>
              <a:ext uri="{FF2B5EF4-FFF2-40B4-BE49-F238E27FC236}">
                <a16:creationId xmlns:a16="http://schemas.microsoft.com/office/drawing/2014/main" id="{6A5C14E4-C9F1-F5B4-D229-76AF34A368CB}"/>
              </a:ext>
            </a:extLst>
          </p:cNvPr>
          <p:cNvSpPr>
            <a:spLocks noGrp="1"/>
          </p:cNvSpPr>
          <p:nvPr>
            <p:ph type="tbl" sz="quarter" idx="16"/>
          </p:nvPr>
        </p:nvSpPr>
        <p:spPr>
          <a:xfrm>
            <a:off x="589400" y="4970308"/>
            <a:ext cx="8726710" cy="1301769"/>
          </a:xfrm>
          <a:prstGeom prst="rect">
            <a:avLst/>
          </a:prstGeom>
        </p:spPr>
        <p:txBody>
          <a:bodyPr/>
          <a:lstStyle/>
          <a:p>
            <a:endParaRPr kumimoji="1" lang="ja-JP" altLang="en-US" dirty="0"/>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7" name="comment">
            <a:extLst>
              <a:ext uri="{FF2B5EF4-FFF2-40B4-BE49-F238E27FC236}">
                <a16:creationId xmlns:a16="http://schemas.microsoft.com/office/drawing/2014/main" id="{95D2078F-7F6B-7EAF-7AAC-5178117E42A6}"/>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6890903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onthly_basic_v2_no_comment">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726710" cy="1301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8" name="table_2">
            <a:extLst>
              <a:ext uri="{FF2B5EF4-FFF2-40B4-BE49-F238E27FC236}">
                <a16:creationId xmlns:a16="http://schemas.microsoft.com/office/drawing/2014/main" id="{6A5C14E4-C9F1-F5B4-D229-76AF34A368CB}"/>
              </a:ext>
            </a:extLst>
          </p:cNvPr>
          <p:cNvSpPr>
            <a:spLocks noGrp="1"/>
          </p:cNvSpPr>
          <p:nvPr>
            <p:ph type="tbl" sz="quarter" idx="16"/>
          </p:nvPr>
        </p:nvSpPr>
        <p:spPr>
          <a:xfrm>
            <a:off x="589400" y="4970308"/>
            <a:ext cx="8726710" cy="1301769"/>
          </a:xfrm>
          <a:prstGeom prst="rect">
            <a:avLst/>
          </a:prstGeom>
        </p:spPr>
        <p:txBody>
          <a:bodyPr/>
          <a:lstStyle/>
          <a:p>
            <a:endParaRPr kumimoji="1" lang="ja-JP" altLang="en-US" dirty="0"/>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0651804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age_v2">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
        <p:nvSpPr>
          <p:cNvPr id="8" name="page_title">
            <a:extLst>
              <a:ext uri="{FF2B5EF4-FFF2-40B4-BE49-F238E27FC236}">
                <a16:creationId xmlns:a16="http://schemas.microsoft.com/office/drawing/2014/main" id="{9DCBF160-3A58-10FF-C094-A9836B075E02}"/>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A5D4C766-821D-CC43-1A97-C68D01BAF69C}"/>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8406639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age_v2_no_comment">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
        <p:nvSpPr>
          <p:cNvPr id="8" name="page_title">
            <a:extLst>
              <a:ext uri="{FF2B5EF4-FFF2-40B4-BE49-F238E27FC236}">
                <a16:creationId xmlns:a16="http://schemas.microsoft.com/office/drawing/2014/main" id="{9DCBF160-3A58-10FF-C094-A9836B075E02}"/>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5262676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_big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085855"/>
            <a:ext cx="8726710" cy="514868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1C88358-4676-4A7A-8E0A-EA2769BD25D4}"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ECD3269E-100B-A558-3EC0-19F67647572B}"/>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5726523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_big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085855"/>
            <a:ext cx="8726710" cy="514868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1C88358-4676-4A7A-8E0A-EA2769BD25D4}"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20168011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aph_big_v2">
    <p:spTree>
      <p:nvGrpSpPr>
        <p:cNvPr id="1" name=""/>
        <p:cNvGrpSpPr/>
        <p:nvPr/>
      </p:nvGrpSpPr>
      <p:grpSpPr>
        <a:xfrm>
          <a:off x="0" y="0"/>
          <a:ext cx="0" cy="0"/>
          <a:chOff x="0" y="0"/>
          <a:chExt cx="0" cy="0"/>
        </a:xfrm>
      </p:grpSpPr>
      <p:sp>
        <p:nvSpPr>
          <p:cNvPr id="12" name="graph">
            <a:extLst>
              <a:ext uri="{FF2B5EF4-FFF2-40B4-BE49-F238E27FC236}">
                <a16:creationId xmlns:a16="http://schemas.microsoft.com/office/drawing/2014/main" id="{40247CAB-DF00-0192-7741-0AB4A3D68095}"/>
              </a:ext>
            </a:extLst>
          </p:cNvPr>
          <p:cNvSpPr>
            <a:spLocks noGrp="1"/>
          </p:cNvSpPr>
          <p:nvPr>
            <p:ph type="chart" sz="quarter" idx="17"/>
          </p:nvPr>
        </p:nvSpPr>
        <p:spPr>
          <a:xfrm>
            <a:off x="589400" y="1085856"/>
            <a:ext cx="8726050" cy="514868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55DCDF47-C861-4A84-878D-AED249085F2E}"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319E60C2-99D0-9BD1-313A-8C9F22ABBC0A}"/>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948606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aph_big_v2_no_comment">
    <p:spTree>
      <p:nvGrpSpPr>
        <p:cNvPr id="1" name=""/>
        <p:cNvGrpSpPr/>
        <p:nvPr/>
      </p:nvGrpSpPr>
      <p:grpSpPr>
        <a:xfrm>
          <a:off x="0" y="0"/>
          <a:ext cx="0" cy="0"/>
          <a:chOff x="0" y="0"/>
          <a:chExt cx="0" cy="0"/>
        </a:xfrm>
      </p:grpSpPr>
      <p:sp>
        <p:nvSpPr>
          <p:cNvPr id="12" name="graph">
            <a:extLst>
              <a:ext uri="{FF2B5EF4-FFF2-40B4-BE49-F238E27FC236}">
                <a16:creationId xmlns:a16="http://schemas.microsoft.com/office/drawing/2014/main" id="{40247CAB-DF00-0192-7741-0AB4A3D68095}"/>
              </a:ext>
            </a:extLst>
          </p:cNvPr>
          <p:cNvSpPr>
            <a:spLocks noGrp="1"/>
          </p:cNvSpPr>
          <p:nvPr>
            <p:ph type="chart" sz="quarter" idx="17"/>
          </p:nvPr>
        </p:nvSpPr>
        <p:spPr>
          <a:xfrm>
            <a:off x="589400" y="1085856"/>
            <a:ext cx="8726050" cy="514868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55DCDF47-C861-4A84-878D-AED249085F2E}"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0629409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c_attribute_v2">
    <p:spTree>
      <p:nvGrpSpPr>
        <p:cNvPr id="1" name=""/>
        <p:cNvGrpSpPr/>
        <p:nvPr/>
      </p:nvGrpSpPr>
      <p:grpSpPr>
        <a:xfrm>
          <a:off x="0" y="0"/>
          <a:ext cx="0" cy="0"/>
          <a:chOff x="0" y="0"/>
          <a:chExt cx="0" cy="0"/>
        </a:xfrm>
      </p:grpSpPr>
      <p:sp>
        <p:nvSpPr>
          <p:cNvPr id="21" name="graph1">
            <a:extLst>
              <a:ext uri="{FF2B5EF4-FFF2-40B4-BE49-F238E27FC236}">
                <a16:creationId xmlns:a16="http://schemas.microsoft.com/office/drawing/2014/main" id="{FB15A292-5B86-771F-25AC-2E6A33588636}"/>
              </a:ext>
            </a:extLst>
          </p:cNvPr>
          <p:cNvSpPr>
            <a:spLocks noGrp="1"/>
          </p:cNvSpPr>
          <p:nvPr>
            <p:ph type="chart" sz="quarter" idx="15"/>
          </p:nvPr>
        </p:nvSpPr>
        <p:spPr>
          <a:xfrm>
            <a:off x="561101" y="1068672"/>
            <a:ext cx="8783798" cy="1970775"/>
          </a:xfrm>
          <a:prstGeom prst="rect">
            <a:avLst/>
          </a:prstGeom>
        </p:spPr>
        <p:txBody>
          <a:bodyPr/>
          <a:lstStyle/>
          <a:p>
            <a:endParaRPr kumimoji="1" lang="ja-JP" altLang="en-US" dirty="0"/>
          </a:p>
        </p:txBody>
      </p:sp>
      <p:sp>
        <p:nvSpPr>
          <p:cNvPr id="4" name="graph_title_2">
            <a:extLst>
              <a:ext uri="{FF2B5EF4-FFF2-40B4-BE49-F238E27FC236}">
                <a16:creationId xmlns:a16="http://schemas.microsoft.com/office/drawing/2014/main" id="{D2C94AC1-7069-6080-A24C-9D06967FD785}"/>
              </a:ext>
            </a:extLst>
          </p:cNvPr>
          <p:cNvSpPr>
            <a:spLocks noGrp="1"/>
          </p:cNvSpPr>
          <p:nvPr>
            <p:ph type="body" sz="quarter" idx="21"/>
          </p:nvPr>
        </p:nvSpPr>
        <p:spPr>
          <a:xfrm>
            <a:off x="348166" y="3436651"/>
            <a:ext cx="2243716" cy="417600"/>
          </a:xfrm>
          <a:prstGeom prst="rect">
            <a:avLst/>
          </a:prstGeom>
        </p:spPr>
        <p:txBody>
          <a:bodyPr anchor="ctr"/>
          <a:lstStyle>
            <a:lvl1pPr marL="0" indent="0" algn="ctr">
              <a:buNone/>
              <a:defRPr sz="1600" b="1"/>
            </a:lvl1pPr>
          </a:lstStyle>
          <a:p>
            <a:pPr lvl="0"/>
            <a:endParaRPr kumimoji="1" lang="ja-JP" altLang="en-US" dirty="0"/>
          </a:p>
        </p:txBody>
      </p:sp>
      <p:sp>
        <p:nvSpPr>
          <p:cNvPr id="8" name="graph_title_1">
            <a:extLst>
              <a:ext uri="{FF2B5EF4-FFF2-40B4-BE49-F238E27FC236}">
                <a16:creationId xmlns:a16="http://schemas.microsoft.com/office/drawing/2014/main" id="{0D8C2BA8-89E4-8092-AD34-316DCA2245B6}"/>
              </a:ext>
            </a:extLst>
          </p:cNvPr>
          <p:cNvSpPr>
            <a:spLocks noGrp="1"/>
          </p:cNvSpPr>
          <p:nvPr>
            <p:ph type="body" sz="quarter" idx="22"/>
          </p:nvPr>
        </p:nvSpPr>
        <p:spPr>
          <a:xfrm>
            <a:off x="348165" y="979562"/>
            <a:ext cx="2243717" cy="417727"/>
          </a:xfrm>
          <a:prstGeom prst="rect">
            <a:avLst/>
          </a:prstGeom>
        </p:spPr>
        <p:txBody>
          <a:bodyPr anchor="ctr"/>
          <a:lstStyle>
            <a:lvl1pPr marL="0" indent="0" algn="ctr">
              <a:buNone/>
              <a:defRPr sz="1600" b="1"/>
            </a:lvl1pPr>
          </a:lstStyle>
          <a:p>
            <a:pPr lvl="0"/>
            <a:endParaRPr kumimoji="1" lang="ja-JP" altLang="en-US" dirty="0"/>
          </a:p>
        </p:txBody>
      </p:sp>
      <p:sp>
        <p:nvSpPr>
          <p:cNvPr id="6" name="graph2">
            <a:extLst>
              <a:ext uri="{FF2B5EF4-FFF2-40B4-BE49-F238E27FC236}">
                <a16:creationId xmlns:a16="http://schemas.microsoft.com/office/drawing/2014/main" id="{3597A15B-386A-84DC-2606-E47774F74BD0}"/>
              </a:ext>
            </a:extLst>
          </p:cNvPr>
          <p:cNvSpPr>
            <a:spLocks noGrp="1"/>
          </p:cNvSpPr>
          <p:nvPr>
            <p:ph type="chart" sz="quarter" idx="20"/>
          </p:nvPr>
        </p:nvSpPr>
        <p:spPr>
          <a:xfrm>
            <a:off x="247650" y="3855329"/>
            <a:ext cx="9304916" cy="2253275"/>
          </a:xfrm>
          <a:prstGeom prst="rect">
            <a:avLst/>
          </a:prstGeom>
        </p:spPr>
        <p:txBody>
          <a:bodyPr/>
          <a:lstStyle/>
          <a:p>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73664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54692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2655022"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736168"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2" name="page_title">
            <a:extLst>
              <a:ext uri="{FF2B5EF4-FFF2-40B4-BE49-F238E27FC236}">
                <a16:creationId xmlns:a16="http://schemas.microsoft.com/office/drawing/2014/main" id="{0EC09DC8-DDBE-6593-D700-BDB346514BE1}"/>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14" name="日付プレースホルダー 3">
            <a:extLst>
              <a:ext uri="{FF2B5EF4-FFF2-40B4-BE49-F238E27FC236}">
                <a16:creationId xmlns:a16="http://schemas.microsoft.com/office/drawing/2014/main" id="{5220A102-1D5B-BAEE-13AA-76B9014CF9E6}"/>
              </a:ext>
            </a:extLst>
          </p:cNvPr>
          <p:cNvSpPr>
            <a:spLocks noGrp="1"/>
          </p:cNvSpPr>
          <p:nvPr>
            <p:ph type="dt" sz="half" idx="14"/>
          </p:nvPr>
        </p:nvSpPr>
        <p:spPr>
          <a:xfrm>
            <a:off x="681038" y="6356350"/>
            <a:ext cx="2228850" cy="365125"/>
          </a:xfrm>
          <a:prstGeom prst="rect">
            <a:avLst/>
          </a:prstGeom>
        </p:spPr>
        <p:txBody>
          <a:bodyPr/>
          <a:lstStyle/>
          <a:p>
            <a:fld id="{D74AAAC2-22EF-4264-A9CE-8AC96BB93DF3}" type="datetime1">
              <a:rPr kumimoji="1" lang="ja-JP" altLang="en-US" smtClean="0"/>
              <a:t>2026/2/26</a:t>
            </a:fld>
            <a:endParaRPr kumimoji="1" lang="ja-JP" altLang="en-US"/>
          </a:p>
        </p:txBody>
      </p:sp>
      <p:sp>
        <p:nvSpPr>
          <p:cNvPr id="15" name="フッター プレースホルダー 4">
            <a:extLst>
              <a:ext uri="{FF2B5EF4-FFF2-40B4-BE49-F238E27FC236}">
                <a16:creationId xmlns:a16="http://schemas.microsoft.com/office/drawing/2014/main" id="{9343C9EB-8957-CFCF-1236-FD8C337C5B23}"/>
              </a:ext>
            </a:extLst>
          </p:cNvPr>
          <p:cNvSpPr>
            <a:spLocks noGrp="1"/>
          </p:cNvSpPr>
          <p:nvPr>
            <p:ph type="ftr" sz="quarter" idx="23"/>
          </p:nvPr>
        </p:nvSpPr>
        <p:spPr>
          <a:xfrm>
            <a:off x="3281363" y="6356350"/>
            <a:ext cx="3343275" cy="365125"/>
          </a:xfrm>
        </p:spPr>
        <p:txBody>
          <a:bodyPr/>
          <a:lstStyle/>
          <a:p>
            <a:endParaRPr kumimoji="1" lang="ja-JP" altLang="en-US"/>
          </a:p>
        </p:txBody>
      </p:sp>
      <p:sp>
        <p:nvSpPr>
          <p:cNvPr id="16" name="スライド番号プレースホルダー 2">
            <a:extLst>
              <a:ext uri="{FF2B5EF4-FFF2-40B4-BE49-F238E27FC236}">
                <a16:creationId xmlns:a16="http://schemas.microsoft.com/office/drawing/2014/main" id="{3AAF0E2B-F91C-8951-2A15-82809D535E65}"/>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17" name="caption">
            <a:extLst>
              <a:ext uri="{FF2B5EF4-FFF2-40B4-BE49-F238E27FC236}">
                <a16:creationId xmlns:a16="http://schemas.microsoft.com/office/drawing/2014/main" id="{C3E7EB98-A216-9170-7576-E04216F1F721}"/>
              </a:ext>
            </a:extLst>
          </p:cNvPr>
          <p:cNvSpPr>
            <a:spLocks noGrp="1"/>
          </p:cNvSpPr>
          <p:nvPr>
            <p:ph type="body" sz="quarter" idx="24"/>
          </p:nvPr>
        </p:nvSpPr>
        <p:spPr>
          <a:xfrm>
            <a:off x="7448043" y="5814877"/>
            <a:ext cx="2243716" cy="417600"/>
          </a:xfrm>
          <a:prstGeom prst="rect">
            <a:avLst/>
          </a:prstGeom>
        </p:spPr>
        <p:txBody>
          <a:bodyPr anchor="ctr"/>
          <a:lstStyle>
            <a:lvl1pPr marL="0" indent="0" algn="l">
              <a:buNone/>
              <a:defRPr sz="900" b="1"/>
            </a:lvl1pPr>
          </a:lstStyle>
          <a:p>
            <a:pPr lvl="0"/>
            <a:endParaRPr kumimoji="1" lang="ja-JP" altLang="en-US" dirty="0"/>
          </a:p>
        </p:txBody>
      </p:sp>
      <p:sp>
        <p:nvSpPr>
          <p:cNvPr id="2" name="comment">
            <a:extLst>
              <a:ext uri="{FF2B5EF4-FFF2-40B4-BE49-F238E27FC236}">
                <a16:creationId xmlns:a16="http://schemas.microsoft.com/office/drawing/2014/main" id="{FC1D6266-B256-A906-7FAF-550978633616}"/>
              </a:ext>
            </a:extLst>
          </p:cNvPr>
          <p:cNvSpPr>
            <a:spLocks noGrp="1"/>
          </p:cNvSpPr>
          <p:nvPr>
            <p:ph type="body" sz="quarter" idx="25"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25379132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c_attribute_v2_no_comment">
    <p:spTree>
      <p:nvGrpSpPr>
        <p:cNvPr id="1" name=""/>
        <p:cNvGrpSpPr/>
        <p:nvPr/>
      </p:nvGrpSpPr>
      <p:grpSpPr>
        <a:xfrm>
          <a:off x="0" y="0"/>
          <a:ext cx="0" cy="0"/>
          <a:chOff x="0" y="0"/>
          <a:chExt cx="0" cy="0"/>
        </a:xfrm>
      </p:grpSpPr>
      <p:sp>
        <p:nvSpPr>
          <p:cNvPr id="21" name="graph1">
            <a:extLst>
              <a:ext uri="{FF2B5EF4-FFF2-40B4-BE49-F238E27FC236}">
                <a16:creationId xmlns:a16="http://schemas.microsoft.com/office/drawing/2014/main" id="{FB15A292-5B86-771F-25AC-2E6A33588636}"/>
              </a:ext>
            </a:extLst>
          </p:cNvPr>
          <p:cNvSpPr>
            <a:spLocks noGrp="1"/>
          </p:cNvSpPr>
          <p:nvPr>
            <p:ph type="chart" sz="quarter" idx="15"/>
          </p:nvPr>
        </p:nvSpPr>
        <p:spPr>
          <a:xfrm>
            <a:off x="561101" y="1068672"/>
            <a:ext cx="8783798" cy="1970775"/>
          </a:xfrm>
          <a:prstGeom prst="rect">
            <a:avLst/>
          </a:prstGeom>
        </p:spPr>
        <p:txBody>
          <a:bodyPr/>
          <a:lstStyle/>
          <a:p>
            <a:endParaRPr kumimoji="1" lang="ja-JP" altLang="en-US" dirty="0"/>
          </a:p>
        </p:txBody>
      </p:sp>
      <p:sp>
        <p:nvSpPr>
          <p:cNvPr id="4" name="graph_title_2">
            <a:extLst>
              <a:ext uri="{FF2B5EF4-FFF2-40B4-BE49-F238E27FC236}">
                <a16:creationId xmlns:a16="http://schemas.microsoft.com/office/drawing/2014/main" id="{D2C94AC1-7069-6080-A24C-9D06967FD785}"/>
              </a:ext>
            </a:extLst>
          </p:cNvPr>
          <p:cNvSpPr>
            <a:spLocks noGrp="1"/>
          </p:cNvSpPr>
          <p:nvPr>
            <p:ph type="body" sz="quarter" idx="21"/>
          </p:nvPr>
        </p:nvSpPr>
        <p:spPr>
          <a:xfrm>
            <a:off x="348166" y="3436651"/>
            <a:ext cx="2243716" cy="417600"/>
          </a:xfrm>
          <a:prstGeom prst="rect">
            <a:avLst/>
          </a:prstGeom>
        </p:spPr>
        <p:txBody>
          <a:bodyPr anchor="ctr"/>
          <a:lstStyle>
            <a:lvl1pPr marL="0" indent="0" algn="ctr">
              <a:buNone/>
              <a:defRPr sz="1600" b="1"/>
            </a:lvl1pPr>
          </a:lstStyle>
          <a:p>
            <a:pPr lvl="0"/>
            <a:endParaRPr kumimoji="1" lang="ja-JP" altLang="en-US" dirty="0"/>
          </a:p>
        </p:txBody>
      </p:sp>
      <p:sp>
        <p:nvSpPr>
          <p:cNvPr id="8" name="graph_title_1">
            <a:extLst>
              <a:ext uri="{FF2B5EF4-FFF2-40B4-BE49-F238E27FC236}">
                <a16:creationId xmlns:a16="http://schemas.microsoft.com/office/drawing/2014/main" id="{0D8C2BA8-89E4-8092-AD34-316DCA2245B6}"/>
              </a:ext>
            </a:extLst>
          </p:cNvPr>
          <p:cNvSpPr>
            <a:spLocks noGrp="1"/>
          </p:cNvSpPr>
          <p:nvPr>
            <p:ph type="body" sz="quarter" idx="22"/>
          </p:nvPr>
        </p:nvSpPr>
        <p:spPr>
          <a:xfrm>
            <a:off x="348165" y="979562"/>
            <a:ext cx="2243717" cy="417727"/>
          </a:xfrm>
          <a:prstGeom prst="rect">
            <a:avLst/>
          </a:prstGeom>
        </p:spPr>
        <p:txBody>
          <a:bodyPr anchor="ctr"/>
          <a:lstStyle>
            <a:lvl1pPr marL="0" indent="0" algn="ctr">
              <a:buNone/>
              <a:defRPr sz="1600" b="1"/>
            </a:lvl1pPr>
          </a:lstStyle>
          <a:p>
            <a:pPr lvl="0"/>
            <a:endParaRPr kumimoji="1" lang="ja-JP" altLang="en-US" dirty="0"/>
          </a:p>
        </p:txBody>
      </p:sp>
      <p:sp>
        <p:nvSpPr>
          <p:cNvPr id="6" name="graph2">
            <a:extLst>
              <a:ext uri="{FF2B5EF4-FFF2-40B4-BE49-F238E27FC236}">
                <a16:creationId xmlns:a16="http://schemas.microsoft.com/office/drawing/2014/main" id="{3597A15B-386A-84DC-2606-E47774F74BD0}"/>
              </a:ext>
            </a:extLst>
          </p:cNvPr>
          <p:cNvSpPr>
            <a:spLocks noGrp="1"/>
          </p:cNvSpPr>
          <p:nvPr>
            <p:ph type="chart" sz="quarter" idx="20"/>
          </p:nvPr>
        </p:nvSpPr>
        <p:spPr>
          <a:xfrm>
            <a:off x="247650" y="3855329"/>
            <a:ext cx="9304916" cy="2253275"/>
          </a:xfrm>
          <a:prstGeom prst="rect">
            <a:avLst/>
          </a:prstGeom>
        </p:spPr>
        <p:txBody>
          <a:bodyPr/>
          <a:lstStyle/>
          <a:p>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73664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54692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2655022"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736168"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2" name="page_title">
            <a:extLst>
              <a:ext uri="{FF2B5EF4-FFF2-40B4-BE49-F238E27FC236}">
                <a16:creationId xmlns:a16="http://schemas.microsoft.com/office/drawing/2014/main" id="{0EC09DC8-DDBE-6593-D700-BDB346514BE1}"/>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14" name="日付プレースホルダー 3">
            <a:extLst>
              <a:ext uri="{FF2B5EF4-FFF2-40B4-BE49-F238E27FC236}">
                <a16:creationId xmlns:a16="http://schemas.microsoft.com/office/drawing/2014/main" id="{5220A102-1D5B-BAEE-13AA-76B9014CF9E6}"/>
              </a:ext>
            </a:extLst>
          </p:cNvPr>
          <p:cNvSpPr>
            <a:spLocks noGrp="1"/>
          </p:cNvSpPr>
          <p:nvPr>
            <p:ph type="dt" sz="half" idx="14"/>
          </p:nvPr>
        </p:nvSpPr>
        <p:spPr>
          <a:xfrm>
            <a:off x="681038" y="6356350"/>
            <a:ext cx="2228850" cy="365125"/>
          </a:xfrm>
          <a:prstGeom prst="rect">
            <a:avLst/>
          </a:prstGeom>
        </p:spPr>
        <p:txBody>
          <a:bodyPr/>
          <a:lstStyle/>
          <a:p>
            <a:fld id="{D74AAAC2-22EF-4264-A9CE-8AC96BB93DF3}" type="datetime1">
              <a:rPr kumimoji="1" lang="ja-JP" altLang="en-US" smtClean="0"/>
              <a:t>2026/2/26</a:t>
            </a:fld>
            <a:endParaRPr kumimoji="1" lang="ja-JP" altLang="en-US"/>
          </a:p>
        </p:txBody>
      </p:sp>
      <p:sp>
        <p:nvSpPr>
          <p:cNvPr id="15" name="フッター プレースホルダー 4">
            <a:extLst>
              <a:ext uri="{FF2B5EF4-FFF2-40B4-BE49-F238E27FC236}">
                <a16:creationId xmlns:a16="http://schemas.microsoft.com/office/drawing/2014/main" id="{9343C9EB-8957-CFCF-1236-FD8C337C5B23}"/>
              </a:ext>
            </a:extLst>
          </p:cNvPr>
          <p:cNvSpPr>
            <a:spLocks noGrp="1"/>
          </p:cNvSpPr>
          <p:nvPr>
            <p:ph type="ftr" sz="quarter" idx="23"/>
          </p:nvPr>
        </p:nvSpPr>
        <p:spPr>
          <a:xfrm>
            <a:off x="3281363" y="6356350"/>
            <a:ext cx="3343275" cy="365125"/>
          </a:xfrm>
        </p:spPr>
        <p:txBody>
          <a:bodyPr/>
          <a:lstStyle/>
          <a:p>
            <a:endParaRPr kumimoji="1" lang="ja-JP" altLang="en-US"/>
          </a:p>
        </p:txBody>
      </p:sp>
      <p:sp>
        <p:nvSpPr>
          <p:cNvPr id="16" name="スライド番号プレースホルダー 2">
            <a:extLst>
              <a:ext uri="{FF2B5EF4-FFF2-40B4-BE49-F238E27FC236}">
                <a16:creationId xmlns:a16="http://schemas.microsoft.com/office/drawing/2014/main" id="{3AAF0E2B-F91C-8951-2A15-82809D535E65}"/>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17" name="caption">
            <a:extLst>
              <a:ext uri="{FF2B5EF4-FFF2-40B4-BE49-F238E27FC236}">
                <a16:creationId xmlns:a16="http://schemas.microsoft.com/office/drawing/2014/main" id="{C3E7EB98-A216-9170-7576-E04216F1F721}"/>
              </a:ext>
            </a:extLst>
          </p:cNvPr>
          <p:cNvSpPr>
            <a:spLocks noGrp="1"/>
          </p:cNvSpPr>
          <p:nvPr>
            <p:ph type="body" sz="quarter" idx="24"/>
          </p:nvPr>
        </p:nvSpPr>
        <p:spPr>
          <a:xfrm>
            <a:off x="7448043" y="5814877"/>
            <a:ext cx="2243716" cy="417600"/>
          </a:xfrm>
          <a:prstGeom prst="rect">
            <a:avLst/>
          </a:prstGeom>
        </p:spPr>
        <p:txBody>
          <a:bodyPr anchor="ctr"/>
          <a:lstStyle>
            <a:lvl1pPr marL="0" indent="0" algn="l">
              <a:buNone/>
              <a:defRPr sz="900" b="1"/>
            </a:lvl1pPr>
          </a:lstStyle>
          <a:p>
            <a:pPr lvl="0"/>
            <a:endParaRPr kumimoji="1" lang="ja-JP" altLang="en-US" dirty="0"/>
          </a:p>
        </p:txBody>
      </p:sp>
    </p:spTree>
    <p:extLst>
      <p:ext uri="{BB962C8B-B14F-4D97-AF65-F5344CB8AC3E}">
        <p14:creationId xmlns:p14="http://schemas.microsoft.com/office/powerpoint/2010/main" val="13398285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ummary_key_event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598364"/>
            <a:ext cx="5237020" cy="246221"/>
          </a:xfrm>
          <a:prstGeom prst="rect">
            <a:avLst/>
          </a:prstGeom>
          <a:noFill/>
        </p:spPr>
        <p:txBody>
          <a:bodyPr wrap="square" rtlCol="0">
            <a:spAutoFit/>
          </a:bodyPr>
          <a:lstStyle/>
          <a:p>
            <a:pPr algn="l"/>
            <a:endParaRPr kumimoji="1" lang="ja-JP" altLang="en-US" sz="1000" b="0" dirty="0"/>
          </a:p>
        </p:txBody>
      </p:sp>
      <p:sp>
        <p:nvSpPr>
          <p:cNvPr id="8" name="page_title">
            <a:extLst>
              <a:ext uri="{FF2B5EF4-FFF2-40B4-BE49-F238E27FC236}">
                <a16:creationId xmlns:a16="http://schemas.microsoft.com/office/drawing/2014/main" id="{10EDB305-127E-2A2A-988B-F5FA5A5C265E}"/>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1788425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ender_v2">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15" name="page_title">
            <a:extLst>
              <a:ext uri="{FF2B5EF4-FFF2-40B4-BE49-F238E27FC236}">
                <a16:creationId xmlns:a16="http://schemas.microsoft.com/office/drawing/2014/main" id="{4DF63695-542F-7B17-32CB-A7D6B98EF3B6}"/>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892BABE0-3D14-5C64-2C45-EBF51AA76CE6}"/>
              </a:ext>
            </a:extLst>
          </p:cNvPr>
          <p:cNvSpPr>
            <a:spLocks noGrp="1"/>
          </p:cNvSpPr>
          <p:nvPr>
            <p:ph type="body" sz="quarter" idx="24"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494457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ender_v2_no_comment">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15" name="page_title">
            <a:extLst>
              <a:ext uri="{FF2B5EF4-FFF2-40B4-BE49-F238E27FC236}">
                <a16:creationId xmlns:a16="http://schemas.microsoft.com/office/drawing/2014/main" id="{4DF63695-542F-7B17-32CB-A7D6B98EF3B6}"/>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15973828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i_suggest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06764"/>
            <a:ext cx="8726710" cy="5458496"/>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73F9934C-7C8E-0D20-062D-76B10925887A}"/>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8286453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mpare_2graph_custom_v2">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FD48D30A-9082-46EE-9184-A83C8D5C9A90}"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
        <p:nvSpPr>
          <p:cNvPr id="9" name="graph2">
            <a:extLst>
              <a:ext uri="{FF2B5EF4-FFF2-40B4-BE49-F238E27FC236}">
                <a16:creationId xmlns:a16="http://schemas.microsoft.com/office/drawing/2014/main" id="{1DC438BC-F3F4-0B7F-A286-B81266AC1745}"/>
              </a:ext>
            </a:extLst>
          </p:cNvPr>
          <p:cNvSpPr>
            <a:spLocks noGrp="1"/>
          </p:cNvSpPr>
          <p:nvPr>
            <p:ph type="chart" sz="quarter" idx="18"/>
          </p:nvPr>
        </p:nvSpPr>
        <p:spPr>
          <a:xfrm>
            <a:off x="5162062" y="1595236"/>
            <a:ext cx="4182838" cy="4189059"/>
          </a:xfrm>
          <a:prstGeom prst="rect">
            <a:avLst/>
          </a:prstGeom>
        </p:spPr>
        <p:txBody>
          <a:bodyPr/>
          <a:lstStyle/>
          <a:p>
            <a:endParaRPr kumimoji="1" lang="ja-JP" altLang="en-US" dirty="0"/>
          </a:p>
        </p:txBody>
      </p:sp>
      <p:sp>
        <p:nvSpPr>
          <p:cNvPr id="11" name="page_title">
            <a:extLst>
              <a:ext uri="{FF2B5EF4-FFF2-40B4-BE49-F238E27FC236}">
                <a16:creationId xmlns:a16="http://schemas.microsoft.com/office/drawing/2014/main" id="{73FCAECD-0EC4-E4C2-0DBB-B8397ABDDB39}"/>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70858031-570D-CEEB-36B7-4EDC1990BB76}"/>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2786817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mpare_2graph_custom_v2_no_comment">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FD48D30A-9082-46EE-9184-A83C8D5C9A90}" type="datetime1">
              <a:rPr kumimoji="1" lang="ja-JP" altLang="en-US" smtClean="0"/>
              <a:t>2026/2/26</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
        <p:nvSpPr>
          <p:cNvPr id="9" name="graph2">
            <a:extLst>
              <a:ext uri="{FF2B5EF4-FFF2-40B4-BE49-F238E27FC236}">
                <a16:creationId xmlns:a16="http://schemas.microsoft.com/office/drawing/2014/main" id="{1DC438BC-F3F4-0B7F-A286-B81266AC1745}"/>
              </a:ext>
            </a:extLst>
          </p:cNvPr>
          <p:cNvSpPr>
            <a:spLocks noGrp="1"/>
          </p:cNvSpPr>
          <p:nvPr>
            <p:ph type="chart" sz="quarter" idx="18"/>
          </p:nvPr>
        </p:nvSpPr>
        <p:spPr>
          <a:xfrm>
            <a:off x="5162062" y="1595236"/>
            <a:ext cx="4182838" cy="4189059"/>
          </a:xfrm>
          <a:prstGeom prst="rect">
            <a:avLst/>
          </a:prstGeom>
        </p:spPr>
        <p:txBody>
          <a:bodyPr/>
          <a:lstStyle/>
          <a:p>
            <a:endParaRPr kumimoji="1" lang="ja-JP" altLang="en-US" dirty="0"/>
          </a:p>
        </p:txBody>
      </p:sp>
      <p:sp>
        <p:nvSpPr>
          <p:cNvPr id="11" name="page_title">
            <a:extLst>
              <a:ext uri="{FF2B5EF4-FFF2-40B4-BE49-F238E27FC236}">
                <a16:creationId xmlns:a16="http://schemas.microsoft.com/office/drawing/2014/main" id="{73FCAECD-0EC4-E4C2-0DBB-B8397ABDDB39}"/>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25147989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able_big_custom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496292"/>
            <a:ext cx="8726710" cy="4395872"/>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5D30740B-75D4-430A-8EDA-0CCC665F1A5B}"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
        <p:nvSpPr>
          <p:cNvPr id="8" name="text">
            <a:extLst>
              <a:ext uri="{FF2B5EF4-FFF2-40B4-BE49-F238E27FC236}">
                <a16:creationId xmlns:a16="http://schemas.microsoft.com/office/drawing/2014/main" id="{668035FC-DB99-590A-6A5D-F75B6EE00B20}"/>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9" name="page_title">
            <a:extLst>
              <a:ext uri="{FF2B5EF4-FFF2-40B4-BE49-F238E27FC236}">
                <a16:creationId xmlns:a16="http://schemas.microsoft.com/office/drawing/2014/main" id="{025F3F09-020C-2B9A-60A9-B359CE1D84CF}"/>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4B5F1211-5010-4524-51E0-3393EAB9914F}"/>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53383072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able_big_custom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496292"/>
            <a:ext cx="8726710" cy="4395872"/>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5D30740B-75D4-430A-8EDA-0CCC665F1A5B}"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
        <p:nvSpPr>
          <p:cNvPr id="8" name="text">
            <a:extLst>
              <a:ext uri="{FF2B5EF4-FFF2-40B4-BE49-F238E27FC236}">
                <a16:creationId xmlns:a16="http://schemas.microsoft.com/office/drawing/2014/main" id="{668035FC-DB99-590A-6A5D-F75B6EE00B20}"/>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9" name="page_title">
            <a:extLst>
              <a:ext uri="{FF2B5EF4-FFF2-40B4-BE49-F238E27FC236}">
                <a16:creationId xmlns:a16="http://schemas.microsoft.com/office/drawing/2014/main" id="{025F3F09-020C-2B9A-60A9-B359CE1D84CF}"/>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3328522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able_basic_custom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1102" y="1640516"/>
            <a:ext cx="8726710" cy="3860871"/>
          </a:xfrm>
          <a:prstGeom prst="rect">
            <a:avLst/>
          </a:prstGeom>
        </p:spPr>
        <p:txBody>
          <a:bodyPr/>
          <a:lstStyle/>
          <a:p>
            <a:endParaRPr kumimoji="1" lang="ja-JP" altLang="en-US"/>
          </a:p>
        </p:txBody>
      </p: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0A60F5A7-E34F-4EFE-902D-E0F4CB8DC731}" type="datetime1">
              <a:rPr kumimoji="1" lang="ja-JP" altLang="en-US" smtClean="0"/>
              <a:t>2026/2/26</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text">
            <a:extLst>
              <a:ext uri="{FF2B5EF4-FFF2-40B4-BE49-F238E27FC236}">
                <a16:creationId xmlns:a16="http://schemas.microsoft.com/office/drawing/2014/main" id="{889C65C6-90AE-2AED-827F-AAB3F176EEC5}"/>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5" name="page_title">
            <a:extLst>
              <a:ext uri="{FF2B5EF4-FFF2-40B4-BE49-F238E27FC236}">
                <a16:creationId xmlns:a16="http://schemas.microsoft.com/office/drawing/2014/main" id="{188CD24E-58A9-121A-B175-E1B429951FDD}"/>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3" name="comment">
            <a:extLst>
              <a:ext uri="{FF2B5EF4-FFF2-40B4-BE49-F238E27FC236}">
                <a16:creationId xmlns:a16="http://schemas.microsoft.com/office/drawing/2014/main" id="{E3992328-317D-5FC6-0FA4-5728D590E151}"/>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28935038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able_basic_custom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1102" y="1640516"/>
            <a:ext cx="8726710" cy="3860871"/>
          </a:xfrm>
          <a:prstGeom prst="rect">
            <a:avLst/>
          </a:prstGeom>
        </p:spPr>
        <p:txBody>
          <a:bodyPr/>
          <a:lstStyle/>
          <a:p>
            <a:endParaRPr kumimoji="1" lang="ja-JP" altLang="en-US"/>
          </a:p>
        </p:txBody>
      </p: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0A60F5A7-E34F-4EFE-902D-E0F4CB8DC731}" type="datetime1">
              <a:rPr kumimoji="1" lang="ja-JP" altLang="en-US" smtClean="0"/>
              <a:t>2026/2/26</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text">
            <a:extLst>
              <a:ext uri="{FF2B5EF4-FFF2-40B4-BE49-F238E27FC236}">
                <a16:creationId xmlns:a16="http://schemas.microsoft.com/office/drawing/2014/main" id="{889C65C6-90AE-2AED-827F-AAB3F176EEC5}"/>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5" name="page_title">
            <a:extLst>
              <a:ext uri="{FF2B5EF4-FFF2-40B4-BE49-F238E27FC236}">
                <a16:creationId xmlns:a16="http://schemas.microsoft.com/office/drawing/2014/main" id="{188CD24E-58A9-121A-B175-E1B429951FDD}"/>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3107239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_summary">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1355670" y="3493454"/>
            <a:ext cx="3868264" cy="1608792"/>
          </a:xfrm>
          <a:prstGeom prst="rect">
            <a:avLst/>
          </a:prstGeom>
        </p:spPr>
        <p:txBody>
          <a:bodyPr/>
          <a:lstStyle>
            <a:lvl1pPr marL="0" indent="0" algn="ctr">
              <a:buFontTx/>
              <a:buNone/>
              <a:defRPr/>
            </a:lvl1pPr>
          </a:lstStyle>
          <a:p>
            <a:endParaRPr kumimoji="1" lang="ja-JP" altLang="en-US"/>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noGrp="1" noRot="1" noMove="1" noResize="1" noEditPoints="1" noAdjustHandles="1" noChangeArrowheads="1" noChangeShapeType="1"/>
          </p:cNvCxnSpPr>
          <p:nvPr userDrawn="1"/>
        </p:nvCxnSpPr>
        <p:spPr>
          <a:xfrm>
            <a:off x="1126836" y="1793424"/>
            <a:ext cx="7629237" cy="0"/>
          </a:xfrm>
          <a:prstGeom prst="line">
            <a:avLst/>
          </a:prstGeom>
          <a:ln w="9525">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_1">
            <a:extLst>
              <a:ext uri="{FF2B5EF4-FFF2-40B4-BE49-F238E27FC236}">
                <a16:creationId xmlns:a16="http://schemas.microsoft.com/office/drawing/2014/main" id="{0694C7B5-E30D-DB73-3F0D-EC58FFA06612}"/>
              </a:ext>
            </a:extLst>
          </p:cNvPr>
          <p:cNvSpPr>
            <a:spLocks noGrp="1"/>
          </p:cNvSpPr>
          <p:nvPr>
            <p:ph type="body" sz="quarter" idx="15"/>
          </p:nvPr>
        </p:nvSpPr>
        <p:spPr>
          <a:xfrm>
            <a:off x="1355670" y="1325647"/>
            <a:ext cx="7194661" cy="434665"/>
          </a:xfrm>
          <a:prstGeom prst="rect">
            <a:avLst/>
          </a:prstGeom>
          <a:noFill/>
          <a:ln>
            <a:noFill/>
          </a:ln>
        </p:spPr>
        <p:txBody>
          <a:bodyPr anchor="ctr"/>
          <a:lstStyle>
            <a:lvl1pPr marL="0" indent="0" algn="l">
              <a:buNone/>
              <a:defRPr sz="1800" b="1">
                <a:solidFill>
                  <a:schemeClr val="tx1"/>
                </a:solidFill>
              </a:defRPr>
            </a:lvl1pPr>
          </a:lstStyle>
          <a:p>
            <a:pPr lvl="0"/>
            <a:endParaRPr kumimoji="1" lang="ja-JP" altLang="en-US" dirty="0"/>
          </a:p>
        </p:txBody>
      </p:sp>
      <p:sp>
        <p:nvSpPr>
          <p:cNvPr id="16" name="page_title_2">
            <a:extLst>
              <a:ext uri="{FF2B5EF4-FFF2-40B4-BE49-F238E27FC236}">
                <a16:creationId xmlns:a16="http://schemas.microsoft.com/office/drawing/2014/main" id="{9447FCFF-25CC-9859-A574-43B22C0E8A47}"/>
              </a:ext>
            </a:extLst>
          </p:cNvPr>
          <p:cNvSpPr>
            <a:spLocks noGrp="1"/>
          </p:cNvSpPr>
          <p:nvPr>
            <p:ph type="body" sz="quarter" idx="16"/>
          </p:nvPr>
        </p:nvSpPr>
        <p:spPr>
          <a:xfrm>
            <a:off x="1355671" y="2041183"/>
            <a:ext cx="7194661" cy="973231"/>
          </a:xfrm>
          <a:prstGeom prst="rect">
            <a:avLst/>
          </a:prstGeom>
          <a:noFill/>
          <a:ln>
            <a:noFill/>
          </a:ln>
        </p:spPr>
        <p:txBody>
          <a:bodyPr anchor="ctr"/>
          <a:lstStyle>
            <a:lvl1pPr marL="0" indent="0" algn="l">
              <a:buNone/>
              <a:defRPr sz="3600" b="1">
                <a:solidFill>
                  <a:schemeClr val="tx1"/>
                </a:solidFill>
              </a:defRPr>
            </a:lvl1pPr>
          </a:lstStyle>
          <a:p>
            <a:pPr lvl="0"/>
            <a:endParaRPr kumimoji="1" lang="ja-JP" altLang="en-US" dirty="0"/>
          </a:p>
        </p:txBody>
      </p:sp>
      <p:sp>
        <p:nvSpPr>
          <p:cNvPr id="9" name="date_background">
            <a:extLst>
              <a:ext uri="{FF2B5EF4-FFF2-40B4-BE49-F238E27FC236}">
                <a16:creationId xmlns:a16="http://schemas.microsoft.com/office/drawing/2014/main" id="{791B9260-B78C-925C-F75E-9CC334FE506B}"/>
              </a:ext>
            </a:extLst>
          </p:cNvPr>
          <p:cNvSpPr>
            <a:spLocks noGrp="1"/>
          </p:cNvSpPr>
          <p:nvPr>
            <p:ph type="body" sz="quarter" idx="17"/>
          </p:nvPr>
        </p:nvSpPr>
        <p:spPr>
          <a:xfrm>
            <a:off x="4433454" y="3916110"/>
            <a:ext cx="4765964" cy="2101327"/>
          </a:xfrm>
          <a:prstGeom prst="rect">
            <a:avLst/>
          </a:prstGeom>
          <a:noFill/>
          <a:ln>
            <a:noFill/>
          </a:ln>
        </p:spPr>
        <p:txBody>
          <a:bodyPr anchor="ctr"/>
          <a:lstStyle>
            <a:lvl1pPr marL="0" indent="0" algn="r">
              <a:buNone/>
              <a:defRPr sz="12000" b="1">
                <a:solidFill>
                  <a:srgbClr val="D9E6FF"/>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22551294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mmary_month_over_month_b">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3496469" y="899699"/>
            <a:ext cx="6041231" cy="3341251"/>
          </a:xfrm>
          <a:prstGeom prst="rect">
            <a:avLst/>
          </a:prstGeom>
        </p:spPr>
        <p:txBody>
          <a:bodyPr/>
          <a:lstStyle/>
          <a:p>
            <a:endParaRPr kumimoji="1" lang="ja-JP" altLang="en-US" dirty="0"/>
          </a:p>
        </p:txBody>
      </p:sp>
      <p:sp>
        <p:nvSpPr>
          <p:cNvPr id="27" name="donuts_1">
            <a:extLst>
              <a:ext uri="{FF2B5EF4-FFF2-40B4-BE49-F238E27FC236}">
                <a16:creationId xmlns:a16="http://schemas.microsoft.com/office/drawing/2014/main" id="{C14D1393-DF27-B36E-3C23-4BBE025A87C3}"/>
              </a:ext>
            </a:extLst>
          </p:cNvPr>
          <p:cNvSpPr>
            <a:spLocks noGrp="1"/>
          </p:cNvSpPr>
          <p:nvPr>
            <p:ph type="pic" sz="quarter" idx="26"/>
          </p:nvPr>
        </p:nvSpPr>
        <p:spPr>
          <a:xfrm>
            <a:off x="1199825" y="1340173"/>
            <a:ext cx="2487937" cy="2162230"/>
          </a:xfrm>
          <a:prstGeom prst="rect">
            <a:avLst/>
          </a:prstGeom>
        </p:spPr>
        <p:txBody>
          <a:bodyPr/>
          <a:lstStyle/>
          <a:p>
            <a:endParaRPr kumimoji="1" lang="ja-JP" altLang="en-US" dirty="0"/>
          </a:p>
        </p:txBody>
      </p:sp>
      <p:sp>
        <p:nvSpPr>
          <p:cNvPr id="9" name="date">
            <a:extLst>
              <a:ext uri="{FF2B5EF4-FFF2-40B4-BE49-F238E27FC236}">
                <a16:creationId xmlns:a16="http://schemas.microsoft.com/office/drawing/2014/main" id="{031B078C-8CFC-1BD0-1CB3-E4EDC3D40545}"/>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sp>
        <p:nvSpPr>
          <p:cNvPr id="11" name="subtitle_2_e">
            <a:extLst>
              <a:ext uri="{FF2B5EF4-FFF2-40B4-BE49-F238E27FC236}">
                <a16:creationId xmlns:a16="http://schemas.microsoft.com/office/drawing/2014/main" id="{2E89A69E-DF7B-AABA-B4FC-B2D1C409B868}"/>
              </a:ext>
            </a:extLst>
          </p:cNvPr>
          <p:cNvSpPr>
            <a:spLocks noGrp="1"/>
          </p:cNvSpPr>
          <p:nvPr>
            <p:ph type="body" sz="quarter" idx="18"/>
          </p:nvPr>
        </p:nvSpPr>
        <p:spPr>
          <a:xfrm>
            <a:off x="358486" y="4042076"/>
            <a:ext cx="1757748" cy="292882"/>
          </a:xfrm>
          <a:prstGeom prst="rect">
            <a:avLst/>
          </a:prstGeom>
        </p:spPr>
        <p:txBody>
          <a:bodyPr lIns="90000"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13" name="top_3">
            <a:extLst>
              <a:ext uri="{FF2B5EF4-FFF2-40B4-BE49-F238E27FC236}">
                <a16:creationId xmlns:a16="http://schemas.microsoft.com/office/drawing/2014/main" id="{A4F2304C-4D8E-F286-106B-9F90CCEA1328}"/>
              </a:ext>
            </a:extLst>
          </p:cNvPr>
          <p:cNvSpPr>
            <a:spLocks noGrp="1"/>
          </p:cNvSpPr>
          <p:nvPr>
            <p:ph type="body" sz="quarter" idx="19"/>
          </p:nvPr>
        </p:nvSpPr>
        <p:spPr>
          <a:xfrm>
            <a:off x="365908" y="4739479"/>
            <a:ext cx="1758066" cy="1456735"/>
          </a:xfrm>
          <a:prstGeom prst="rect">
            <a:avLst/>
          </a:prstGeom>
        </p:spPr>
        <p:txBody>
          <a:bodyPr lIns="90000" anchor="t" anchorCtr="0"/>
          <a:lstStyle>
            <a:lvl1pPr marL="0" indent="0" algn="l">
              <a:buNone/>
              <a:defRPr sz="16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cxnSp>
        <p:nvCxnSpPr>
          <p:cNvPr id="7" name="connector_1">
            <a:extLst>
              <a:ext uri="{FF2B5EF4-FFF2-40B4-BE49-F238E27FC236}">
                <a16:creationId xmlns:a16="http://schemas.microsoft.com/office/drawing/2014/main" id="{92D79D48-F44B-0DDB-8DCD-4128A7874F8C}"/>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onuts_2">
            <a:extLst>
              <a:ext uri="{FF2B5EF4-FFF2-40B4-BE49-F238E27FC236}">
                <a16:creationId xmlns:a16="http://schemas.microsoft.com/office/drawing/2014/main" id="{18D4EAF1-154B-0521-B6FC-BBCBC9D6D5E8}"/>
              </a:ext>
            </a:extLst>
          </p:cNvPr>
          <p:cNvSpPr>
            <a:spLocks noGrp="1"/>
          </p:cNvSpPr>
          <p:nvPr>
            <p:ph type="pic" sz="quarter" idx="24"/>
          </p:nvPr>
        </p:nvSpPr>
        <p:spPr>
          <a:xfrm>
            <a:off x="7345768" y="4360859"/>
            <a:ext cx="2487937" cy="2149599"/>
          </a:xfrm>
          <a:prstGeom prst="rect">
            <a:avLst/>
          </a:prstGeom>
        </p:spPr>
        <p:txBody>
          <a:bodyPr/>
          <a:lstStyle/>
          <a:p>
            <a:endParaRPr kumimoji="1" lang="ja-JP" altLang="en-US" dirty="0"/>
          </a:p>
        </p:txBody>
      </p:sp>
      <p:sp>
        <p:nvSpPr>
          <p:cNvPr id="18" name="map">
            <a:extLst>
              <a:ext uri="{FF2B5EF4-FFF2-40B4-BE49-F238E27FC236}">
                <a16:creationId xmlns:a16="http://schemas.microsoft.com/office/drawing/2014/main" id="{81B7DC62-E416-E9E5-D3BA-6A12D5FCDB62}"/>
              </a:ext>
            </a:extLst>
          </p:cNvPr>
          <p:cNvSpPr>
            <a:spLocks noGrp="1"/>
          </p:cNvSpPr>
          <p:nvPr>
            <p:ph type="pic" sz="quarter" idx="25"/>
          </p:nvPr>
        </p:nvSpPr>
        <p:spPr>
          <a:xfrm>
            <a:off x="1760763" y="4049774"/>
            <a:ext cx="3224374" cy="2608655"/>
          </a:xfrm>
          <a:prstGeom prst="rect">
            <a:avLst/>
          </a:prstGeom>
        </p:spPr>
        <p:txBody>
          <a:bodyPr/>
          <a:lstStyle/>
          <a:p>
            <a:endParaRPr kumimoji="1" lang="ja-JP" altLang="en-US"/>
          </a:p>
        </p:txBody>
      </p:sp>
      <p:cxnSp>
        <p:nvCxnSpPr>
          <p:cNvPr id="22" name="connector_2">
            <a:extLst>
              <a:ext uri="{FF2B5EF4-FFF2-40B4-BE49-F238E27FC236}">
                <a16:creationId xmlns:a16="http://schemas.microsoft.com/office/drawing/2014/main" id="{B159D97F-2D23-269F-255D-AC1419BC92B4}"/>
              </a:ext>
            </a:extLst>
          </p:cNvPr>
          <p:cNvCxnSpPr>
            <a:cxnSpLocks noGrp="1" noRot="1" noMove="1" noResize="1" noEditPoints="1" noAdjustHandles="1" noChangeArrowheads="1" noChangeShapeType="1"/>
          </p:cNvCxnSpPr>
          <p:nvPr userDrawn="1"/>
        </p:nvCxnSpPr>
        <p:spPr>
          <a:xfrm flipH="1">
            <a:off x="358775" y="3848575"/>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or_3">
            <a:extLst>
              <a:ext uri="{FF2B5EF4-FFF2-40B4-BE49-F238E27FC236}">
                <a16:creationId xmlns:a16="http://schemas.microsoft.com/office/drawing/2014/main" id="{BECF596B-D7E7-52D7-F3B7-E0E7825280C0}"/>
              </a:ext>
            </a:extLst>
          </p:cNvPr>
          <p:cNvCxnSpPr>
            <a:cxnSpLocks noGrp="1" noRot="1" noMove="1" noResize="1" noEditPoints="1" noAdjustHandles="1" noChangeArrowheads="1" noChangeShapeType="1"/>
          </p:cNvCxnSpPr>
          <p:nvPr userDrawn="1"/>
        </p:nvCxnSpPr>
        <p:spPr>
          <a:xfrm>
            <a:off x="5110019" y="4159262"/>
            <a:ext cx="0" cy="2278455"/>
          </a:xfrm>
          <a:prstGeom prst="line">
            <a:avLst/>
          </a:prstGeom>
          <a:ln w="9525"/>
        </p:spPr>
        <p:style>
          <a:lnRef idx="1">
            <a:schemeClr val="dk1"/>
          </a:lnRef>
          <a:fillRef idx="0">
            <a:schemeClr val="dk1"/>
          </a:fillRef>
          <a:effectRef idx="0">
            <a:schemeClr val="dk1"/>
          </a:effectRef>
          <a:fontRef idx="minor">
            <a:schemeClr val="tx1"/>
          </a:fontRef>
        </p:style>
      </p:cxnSp>
      <p:sp>
        <p:nvSpPr>
          <p:cNvPr id="28" name="subtitle_1_e">
            <a:extLst>
              <a:ext uri="{FF2B5EF4-FFF2-40B4-BE49-F238E27FC236}">
                <a16:creationId xmlns:a16="http://schemas.microsoft.com/office/drawing/2014/main" id="{1617D783-17B5-0AA3-1310-DB78D794ED89}"/>
              </a:ext>
            </a:extLst>
          </p:cNvPr>
          <p:cNvSpPr>
            <a:spLocks noGrp="1"/>
          </p:cNvSpPr>
          <p:nvPr>
            <p:ph type="body" sz="quarter" idx="27"/>
          </p:nvPr>
        </p:nvSpPr>
        <p:spPr>
          <a:xfrm>
            <a:off x="358775" y="875805"/>
            <a:ext cx="1853728" cy="292880"/>
          </a:xfrm>
          <a:prstGeom prst="rect">
            <a:avLst/>
          </a:prstGeom>
        </p:spPr>
        <p:txBody>
          <a:bodyPr lIns="90000"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29" name="subtitle_3_e">
            <a:extLst>
              <a:ext uri="{FF2B5EF4-FFF2-40B4-BE49-F238E27FC236}">
                <a16:creationId xmlns:a16="http://schemas.microsoft.com/office/drawing/2014/main" id="{9C8795B4-92FD-C3CA-3B2D-2791680E85D1}"/>
              </a:ext>
            </a:extLst>
          </p:cNvPr>
          <p:cNvSpPr>
            <a:spLocks noGrp="1"/>
          </p:cNvSpPr>
          <p:nvPr>
            <p:ph type="body" sz="quarter" idx="28"/>
          </p:nvPr>
        </p:nvSpPr>
        <p:spPr>
          <a:xfrm>
            <a:off x="5268202" y="4049774"/>
            <a:ext cx="1780843" cy="284772"/>
          </a:xfrm>
          <a:prstGeom prst="rect">
            <a:avLst/>
          </a:prstGeom>
        </p:spPr>
        <p:txBody>
          <a:bodyPr lIns="90000"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30" name="subtitle_3_j">
            <a:extLst>
              <a:ext uri="{FF2B5EF4-FFF2-40B4-BE49-F238E27FC236}">
                <a16:creationId xmlns:a16="http://schemas.microsoft.com/office/drawing/2014/main" id="{FB445A43-1221-A29C-7878-F10A03E338EB}"/>
              </a:ext>
            </a:extLst>
          </p:cNvPr>
          <p:cNvSpPr>
            <a:spLocks noGrp="1"/>
          </p:cNvSpPr>
          <p:nvPr>
            <p:ph type="body" sz="quarter" idx="29"/>
          </p:nvPr>
        </p:nvSpPr>
        <p:spPr>
          <a:xfrm>
            <a:off x="5268202" y="4456034"/>
            <a:ext cx="1428538" cy="160764"/>
          </a:xfrm>
          <a:prstGeom prst="rect">
            <a:avLst/>
          </a:prstGeom>
        </p:spPr>
        <p:txBody>
          <a:bodyPr lIns="90000" anchor="ctr"/>
          <a:lstStyle>
            <a:lvl1pPr marL="0" indent="0" algn="l">
              <a:buNone/>
              <a:defRPr sz="1000" b="1"/>
            </a:lvl1pPr>
          </a:lstStyle>
          <a:p>
            <a:pPr lvl="0"/>
            <a:endParaRPr kumimoji="1" lang="ja-JP" altLang="en-US" dirty="0"/>
          </a:p>
        </p:txBody>
      </p:sp>
      <p:sp>
        <p:nvSpPr>
          <p:cNvPr id="32" name="subtitle_1_j">
            <a:extLst>
              <a:ext uri="{FF2B5EF4-FFF2-40B4-BE49-F238E27FC236}">
                <a16:creationId xmlns:a16="http://schemas.microsoft.com/office/drawing/2014/main" id="{E9372816-A6E8-D7C2-5303-6CA0331B8B48}"/>
              </a:ext>
            </a:extLst>
          </p:cNvPr>
          <p:cNvSpPr>
            <a:spLocks noGrp="1"/>
          </p:cNvSpPr>
          <p:nvPr>
            <p:ph type="body" sz="quarter" idx="30"/>
          </p:nvPr>
        </p:nvSpPr>
        <p:spPr>
          <a:xfrm>
            <a:off x="358775" y="1347627"/>
            <a:ext cx="1428538" cy="160764"/>
          </a:xfrm>
          <a:prstGeom prst="rect">
            <a:avLst/>
          </a:prstGeom>
        </p:spPr>
        <p:txBody>
          <a:bodyPr lIns="90000" anchor="ctr"/>
          <a:lstStyle>
            <a:lvl1pPr marL="0" indent="0" algn="l">
              <a:buNone/>
              <a:defRPr sz="1000" b="1"/>
            </a:lvl1pPr>
          </a:lstStyle>
          <a:p>
            <a:pPr lvl="0"/>
            <a:endParaRPr kumimoji="1" lang="ja-JP" altLang="en-US" dirty="0"/>
          </a:p>
        </p:txBody>
      </p:sp>
      <p:sp>
        <p:nvSpPr>
          <p:cNvPr id="33" name="subtitle_2_j">
            <a:extLst>
              <a:ext uri="{FF2B5EF4-FFF2-40B4-BE49-F238E27FC236}">
                <a16:creationId xmlns:a16="http://schemas.microsoft.com/office/drawing/2014/main" id="{E095DA24-F467-18EB-64D0-F6E0E9317498}"/>
              </a:ext>
            </a:extLst>
          </p:cNvPr>
          <p:cNvSpPr>
            <a:spLocks noGrp="1"/>
          </p:cNvSpPr>
          <p:nvPr>
            <p:ph type="body" sz="quarter" idx="31"/>
          </p:nvPr>
        </p:nvSpPr>
        <p:spPr>
          <a:xfrm>
            <a:off x="358486" y="4453219"/>
            <a:ext cx="1428538" cy="160764"/>
          </a:xfrm>
          <a:prstGeom prst="rect">
            <a:avLst/>
          </a:prstGeom>
        </p:spPr>
        <p:txBody>
          <a:bodyPr lIns="90000" anchor="ctr"/>
          <a:lstStyle>
            <a:lvl1pPr marL="0" indent="0" algn="l">
              <a:buNone/>
              <a:defRPr sz="1000" b="1"/>
            </a:lvl1pPr>
          </a:lstStyle>
          <a:p>
            <a:pPr lvl="0"/>
            <a:endParaRPr kumimoji="1" lang="ja-JP" altLang="en-US" dirty="0"/>
          </a:p>
        </p:txBody>
      </p:sp>
      <p:sp>
        <p:nvSpPr>
          <p:cNvPr id="2" name="gender_total">
            <a:extLst>
              <a:ext uri="{FF2B5EF4-FFF2-40B4-BE49-F238E27FC236}">
                <a16:creationId xmlns:a16="http://schemas.microsoft.com/office/drawing/2014/main" id="{FECB72E0-554F-7C23-88A4-D414BBF84E16}"/>
              </a:ext>
            </a:extLst>
          </p:cNvPr>
          <p:cNvSpPr>
            <a:spLocks noGrp="1"/>
          </p:cNvSpPr>
          <p:nvPr>
            <p:ph type="body" sz="quarter" idx="32"/>
          </p:nvPr>
        </p:nvSpPr>
        <p:spPr>
          <a:xfrm>
            <a:off x="356672" y="1629786"/>
            <a:ext cx="1647304" cy="1456735"/>
          </a:xfrm>
          <a:prstGeom prst="rect">
            <a:avLst/>
          </a:prstGeom>
        </p:spPr>
        <p:txBody>
          <a:bodyPr lIns="90000" anchor="t" anchorCtr="0"/>
          <a:lstStyle>
            <a:lvl1pPr marL="0" indent="0" algn="l">
              <a:buNone/>
              <a:defRPr sz="1600" b="1"/>
            </a:lvl1pPr>
          </a:lstStyle>
          <a:p>
            <a:pPr lvl="0"/>
            <a:endParaRPr kumimoji="1" lang="ja-JP" altLang="en-US" dirty="0"/>
          </a:p>
        </p:txBody>
      </p:sp>
      <p:sp>
        <p:nvSpPr>
          <p:cNvPr id="4" name="device_top_3">
            <a:extLst>
              <a:ext uri="{FF2B5EF4-FFF2-40B4-BE49-F238E27FC236}">
                <a16:creationId xmlns:a16="http://schemas.microsoft.com/office/drawing/2014/main" id="{771FDBDD-A745-5E97-C4A2-A934A18FE6E0}"/>
              </a:ext>
            </a:extLst>
          </p:cNvPr>
          <p:cNvSpPr>
            <a:spLocks noGrp="1"/>
          </p:cNvSpPr>
          <p:nvPr>
            <p:ph type="body" sz="quarter" idx="33"/>
          </p:nvPr>
        </p:nvSpPr>
        <p:spPr>
          <a:xfrm>
            <a:off x="5269170" y="4739478"/>
            <a:ext cx="2388741" cy="1456735"/>
          </a:xfrm>
          <a:prstGeom prst="rect">
            <a:avLst/>
          </a:prstGeom>
        </p:spPr>
        <p:txBody>
          <a:bodyPr lIns="90000" anchor="t" anchorCtr="0"/>
          <a:lstStyle>
            <a:lvl1pPr marL="0" indent="0" algn="l">
              <a:buNone/>
              <a:defRPr sz="1600" b="1"/>
            </a:lvl1pPr>
          </a:lstStyle>
          <a:p>
            <a:pPr lvl="0"/>
            <a:endParaRPr kumimoji="1" lang="ja-JP" altLang="en-US" dirty="0"/>
          </a:p>
        </p:txBody>
      </p:sp>
      <p:sp>
        <p:nvSpPr>
          <p:cNvPr id="8" name="caption">
            <a:extLst>
              <a:ext uri="{FF2B5EF4-FFF2-40B4-BE49-F238E27FC236}">
                <a16:creationId xmlns:a16="http://schemas.microsoft.com/office/drawing/2014/main" id="{E504BA81-7899-6828-9904-C3C2D1339FC9}"/>
              </a:ext>
            </a:extLst>
          </p:cNvPr>
          <p:cNvSpPr>
            <a:spLocks noGrp="1"/>
          </p:cNvSpPr>
          <p:nvPr>
            <p:ph type="body" sz="quarter" idx="20"/>
          </p:nvPr>
        </p:nvSpPr>
        <p:spPr>
          <a:xfrm>
            <a:off x="358486" y="3547621"/>
            <a:ext cx="3176110" cy="229836"/>
          </a:xfrm>
          <a:prstGeom prst="rect">
            <a:avLst/>
          </a:prstGeom>
        </p:spPr>
        <p:txBody>
          <a:bodyPr lIns="90000" anchor="ctr" anchorCtr="0"/>
          <a:lstStyle>
            <a:lvl1pPr marL="0" indent="0" algn="l">
              <a:spcBef>
                <a:spcPts val="0"/>
              </a:spcBef>
              <a:buNone/>
              <a:defRPr sz="700">
                <a:latin typeface="+mn-lt"/>
              </a:defRPr>
            </a:lvl1pPr>
          </a:lstStyle>
          <a:p>
            <a:pPr lvl="0"/>
            <a:endParaRPr kumimoji="1" lang="ja-JP" altLang="en-US" dirty="0"/>
          </a:p>
        </p:txBody>
      </p:sp>
      <p:sp>
        <p:nvSpPr>
          <p:cNvPr id="10" name="donuts_icon_1">
            <a:extLst>
              <a:ext uri="{FF2B5EF4-FFF2-40B4-BE49-F238E27FC236}">
                <a16:creationId xmlns:a16="http://schemas.microsoft.com/office/drawing/2014/main" id="{268BD3F0-29E9-116B-55B8-CC89093AAECB}"/>
              </a:ext>
            </a:extLst>
          </p:cNvPr>
          <p:cNvSpPr>
            <a:spLocks noGrp="1"/>
          </p:cNvSpPr>
          <p:nvPr>
            <p:ph type="pic" sz="quarter" idx="34"/>
          </p:nvPr>
        </p:nvSpPr>
        <p:spPr>
          <a:xfrm>
            <a:off x="2173769" y="2151288"/>
            <a:ext cx="540000" cy="540000"/>
          </a:xfrm>
          <a:prstGeom prst="rect">
            <a:avLst/>
          </a:prstGeom>
        </p:spPr>
        <p:txBody>
          <a:bodyPr/>
          <a:lstStyle>
            <a:lvl1pPr>
              <a:defRPr lang="ja-JP" altLang="en-US" dirty="0"/>
            </a:lvl1pPr>
          </a:lstStyle>
          <a:p>
            <a:endParaRPr kumimoji="1" lang="ja-JP" altLang="en-US" dirty="0"/>
          </a:p>
        </p:txBody>
      </p:sp>
      <p:sp>
        <p:nvSpPr>
          <p:cNvPr id="12" name="donuts_icon_2">
            <a:extLst>
              <a:ext uri="{FF2B5EF4-FFF2-40B4-BE49-F238E27FC236}">
                <a16:creationId xmlns:a16="http://schemas.microsoft.com/office/drawing/2014/main" id="{42122BE4-C287-A710-A4FA-4F8C4470BC49}"/>
              </a:ext>
            </a:extLst>
          </p:cNvPr>
          <p:cNvSpPr>
            <a:spLocks noGrp="1"/>
          </p:cNvSpPr>
          <p:nvPr>
            <p:ph type="pic" sz="quarter" idx="35"/>
          </p:nvPr>
        </p:nvSpPr>
        <p:spPr>
          <a:xfrm>
            <a:off x="8319736" y="5160317"/>
            <a:ext cx="540000" cy="540000"/>
          </a:xfrm>
          <a:prstGeom prst="rect">
            <a:avLst/>
          </a:prstGeom>
        </p:spPr>
        <p:txBody>
          <a:bodyPr/>
          <a:lstStyle/>
          <a:p>
            <a:endParaRPr kumimoji="1" lang="ja-JP" altLang="en-US" dirty="0"/>
          </a:p>
        </p:txBody>
      </p:sp>
      <p:sp>
        <p:nvSpPr>
          <p:cNvPr id="14" name="legend_blue_1_1">
            <a:extLst>
              <a:ext uri="{FF2B5EF4-FFF2-40B4-BE49-F238E27FC236}">
                <a16:creationId xmlns:a16="http://schemas.microsoft.com/office/drawing/2014/main" id="{7A108BF1-C4F6-5340-E81A-B2019A14D4D5}"/>
              </a:ext>
            </a:extLst>
          </p:cNvPr>
          <p:cNvSpPr>
            <a:spLocks noGrp="1" noRot="1" noMove="1" noResize="1" noEditPoints="1" noAdjustHandles="1" noChangeArrowheads="1" noChangeShapeType="1"/>
          </p:cNvSpPr>
          <p:nvPr userDrawn="1"/>
        </p:nvSpPr>
        <p:spPr>
          <a:xfrm>
            <a:off x="8698512" y="1245600"/>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legend_1_1">
            <a:extLst>
              <a:ext uri="{FF2B5EF4-FFF2-40B4-BE49-F238E27FC236}">
                <a16:creationId xmlns:a16="http://schemas.microsoft.com/office/drawing/2014/main" id="{92469F83-E1D9-6B51-3A1E-91134B2BFCE3}"/>
              </a:ext>
            </a:extLst>
          </p:cNvPr>
          <p:cNvSpPr>
            <a:spLocks noGrp="1"/>
          </p:cNvSpPr>
          <p:nvPr>
            <p:ph type="body" sz="quarter" idx="36"/>
          </p:nvPr>
        </p:nvSpPr>
        <p:spPr>
          <a:xfrm>
            <a:off x="8841981" y="1245600"/>
            <a:ext cx="345600" cy="107977"/>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16" name="legend_blue_1_2">
            <a:extLst>
              <a:ext uri="{FF2B5EF4-FFF2-40B4-BE49-F238E27FC236}">
                <a16:creationId xmlns:a16="http://schemas.microsoft.com/office/drawing/2014/main" id="{DA45E840-C3BD-9E25-ED36-7B6CE45FB9DC}"/>
              </a:ext>
            </a:extLst>
          </p:cNvPr>
          <p:cNvSpPr>
            <a:spLocks noGrp="1" noRot="1" noMove="1" noResize="1" noEditPoints="1" noAdjustHandles="1" noChangeArrowheads="1" noChangeShapeType="1"/>
          </p:cNvSpPr>
          <p:nvPr userDrawn="1"/>
        </p:nvSpPr>
        <p:spPr>
          <a:xfrm>
            <a:off x="9148989" y="1245600"/>
            <a:ext cx="108000" cy="108000"/>
          </a:xfrm>
          <a:prstGeom prst="rect">
            <a:avLst/>
          </a:prstGeom>
          <a:solidFill>
            <a:srgbClr val="9DB7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legend_1_2">
            <a:extLst>
              <a:ext uri="{FF2B5EF4-FFF2-40B4-BE49-F238E27FC236}">
                <a16:creationId xmlns:a16="http://schemas.microsoft.com/office/drawing/2014/main" id="{C65A6301-78CB-4C98-DEDF-D6BAA9385FA3}"/>
              </a:ext>
            </a:extLst>
          </p:cNvPr>
          <p:cNvSpPr>
            <a:spLocks noGrp="1"/>
          </p:cNvSpPr>
          <p:nvPr>
            <p:ph type="body" sz="quarter" idx="37"/>
          </p:nvPr>
        </p:nvSpPr>
        <p:spPr>
          <a:xfrm>
            <a:off x="9292460" y="1245600"/>
            <a:ext cx="343896" cy="108000"/>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20" name="legend_blue_2_1">
            <a:extLst>
              <a:ext uri="{FF2B5EF4-FFF2-40B4-BE49-F238E27FC236}">
                <a16:creationId xmlns:a16="http://schemas.microsoft.com/office/drawing/2014/main" id="{C4768B4F-366B-95A0-F013-E5F3990809F6}"/>
              </a:ext>
            </a:extLst>
          </p:cNvPr>
          <p:cNvSpPr>
            <a:spLocks noGrp="1" noRot="1" noMove="1" noResize="1" noEditPoints="1" noAdjustHandles="1" noChangeArrowheads="1" noChangeShapeType="1"/>
          </p:cNvSpPr>
          <p:nvPr userDrawn="1"/>
        </p:nvSpPr>
        <p:spPr>
          <a:xfrm>
            <a:off x="5389200" y="6141600"/>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egend_2_1">
            <a:extLst>
              <a:ext uri="{FF2B5EF4-FFF2-40B4-BE49-F238E27FC236}">
                <a16:creationId xmlns:a16="http://schemas.microsoft.com/office/drawing/2014/main" id="{15A00789-5D87-B3ED-C4E8-174B9DB95121}"/>
              </a:ext>
            </a:extLst>
          </p:cNvPr>
          <p:cNvSpPr>
            <a:spLocks noGrp="1"/>
          </p:cNvSpPr>
          <p:nvPr>
            <p:ph type="body" sz="quarter" idx="38"/>
          </p:nvPr>
        </p:nvSpPr>
        <p:spPr>
          <a:xfrm>
            <a:off x="5544000" y="6156000"/>
            <a:ext cx="903849" cy="110223"/>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25" name="legend_blue_2_2">
            <a:extLst>
              <a:ext uri="{FF2B5EF4-FFF2-40B4-BE49-F238E27FC236}">
                <a16:creationId xmlns:a16="http://schemas.microsoft.com/office/drawing/2014/main" id="{13647292-6030-FBFA-345F-D31265E5C266}"/>
              </a:ext>
            </a:extLst>
          </p:cNvPr>
          <p:cNvSpPr>
            <a:spLocks noGrp="1" noRot="1" noMove="1" noResize="1" noEditPoints="1" noAdjustHandles="1" noChangeArrowheads="1" noChangeShapeType="1"/>
          </p:cNvSpPr>
          <p:nvPr userDrawn="1"/>
        </p:nvSpPr>
        <p:spPr>
          <a:xfrm>
            <a:off x="6343200" y="6141600"/>
            <a:ext cx="108000" cy="108000"/>
          </a:xfrm>
          <a:prstGeom prst="rect">
            <a:avLst/>
          </a:prstGeom>
          <a:solidFill>
            <a:srgbClr val="49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egend_2_2">
            <a:extLst>
              <a:ext uri="{FF2B5EF4-FFF2-40B4-BE49-F238E27FC236}">
                <a16:creationId xmlns:a16="http://schemas.microsoft.com/office/drawing/2014/main" id="{90B4C194-BAB7-29E9-CDB6-685B4E5726EC}"/>
              </a:ext>
            </a:extLst>
          </p:cNvPr>
          <p:cNvSpPr>
            <a:spLocks noGrp="1"/>
          </p:cNvSpPr>
          <p:nvPr>
            <p:ph type="body" sz="quarter" idx="39"/>
          </p:nvPr>
        </p:nvSpPr>
        <p:spPr>
          <a:xfrm>
            <a:off x="6498000" y="6156000"/>
            <a:ext cx="962789" cy="113905"/>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31" name="legend_blue_2_3">
            <a:extLst>
              <a:ext uri="{FF2B5EF4-FFF2-40B4-BE49-F238E27FC236}">
                <a16:creationId xmlns:a16="http://schemas.microsoft.com/office/drawing/2014/main" id="{4CEAAB86-B79A-C08F-E5A3-2FAEE8295F3A}"/>
              </a:ext>
            </a:extLst>
          </p:cNvPr>
          <p:cNvSpPr>
            <a:spLocks noGrp="1" noRot="1" noMove="1" noResize="1" noEditPoints="1" noAdjustHandles="1" noChangeArrowheads="1" noChangeShapeType="1"/>
          </p:cNvSpPr>
          <p:nvPr userDrawn="1"/>
        </p:nvSpPr>
        <p:spPr>
          <a:xfrm>
            <a:off x="7329600" y="6141600"/>
            <a:ext cx="108000" cy="108000"/>
          </a:xfrm>
          <a:prstGeom prst="rect">
            <a:avLst/>
          </a:prstGeom>
          <a:solidFill>
            <a:srgbClr val="D9E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legend_2_3">
            <a:extLst>
              <a:ext uri="{FF2B5EF4-FFF2-40B4-BE49-F238E27FC236}">
                <a16:creationId xmlns:a16="http://schemas.microsoft.com/office/drawing/2014/main" id="{41276F5C-AA23-F0FC-31F1-118F0D0023E9}"/>
              </a:ext>
            </a:extLst>
          </p:cNvPr>
          <p:cNvSpPr>
            <a:spLocks noGrp="1"/>
          </p:cNvSpPr>
          <p:nvPr>
            <p:ph type="body" sz="quarter" idx="40"/>
          </p:nvPr>
        </p:nvSpPr>
        <p:spPr>
          <a:xfrm>
            <a:off x="7480800" y="6156000"/>
            <a:ext cx="962789" cy="113905"/>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36" name="page_title">
            <a:extLst>
              <a:ext uri="{FF2B5EF4-FFF2-40B4-BE49-F238E27FC236}">
                <a16:creationId xmlns:a16="http://schemas.microsoft.com/office/drawing/2014/main" id="{8C5BA630-8FAC-3131-5518-50A2FD2F2927}"/>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Tree>
    <p:extLst>
      <p:ext uri="{BB962C8B-B14F-4D97-AF65-F5344CB8AC3E}">
        <p14:creationId xmlns:p14="http://schemas.microsoft.com/office/powerpoint/2010/main" val="545868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ummary_month_over_month_c">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3496470" y="899699"/>
            <a:ext cx="6050756" cy="3367501"/>
          </a:xfrm>
          <a:prstGeom prst="rect">
            <a:avLst/>
          </a:prstGeom>
        </p:spPr>
        <p:txBody>
          <a:bodyPr/>
          <a:lstStyle/>
          <a:p>
            <a:endParaRPr kumimoji="1" lang="ja-JP" altLang="en-US"/>
          </a:p>
        </p:txBody>
      </p:sp>
      <p:sp>
        <p:nvSpPr>
          <p:cNvPr id="27" name="donuts">
            <a:extLst>
              <a:ext uri="{FF2B5EF4-FFF2-40B4-BE49-F238E27FC236}">
                <a16:creationId xmlns:a16="http://schemas.microsoft.com/office/drawing/2014/main" id="{C14D1393-DF27-B36E-3C23-4BBE025A87C3}"/>
              </a:ext>
            </a:extLst>
          </p:cNvPr>
          <p:cNvSpPr>
            <a:spLocks noGrp="1"/>
          </p:cNvSpPr>
          <p:nvPr>
            <p:ph type="pic" sz="quarter" idx="26"/>
          </p:nvPr>
        </p:nvSpPr>
        <p:spPr>
          <a:xfrm>
            <a:off x="366408" y="1361412"/>
            <a:ext cx="2858110" cy="2162230"/>
          </a:xfrm>
          <a:prstGeom prst="rect">
            <a:avLst/>
          </a:prstGeom>
        </p:spPr>
        <p:txBody>
          <a:bodyPr/>
          <a:lstStyle/>
          <a:p>
            <a:endParaRPr kumimoji="1" lang="ja-JP" altLang="en-US" dirty="0"/>
          </a:p>
        </p:txBody>
      </p:sp>
      <p:sp>
        <p:nvSpPr>
          <p:cNvPr id="9" name="date">
            <a:extLst>
              <a:ext uri="{FF2B5EF4-FFF2-40B4-BE49-F238E27FC236}">
                <a16:creationId xmlns:a16="http://schemas.microsoft.com/office/drawing/2014/main" id="{031B078C-8CFC-1BD0-1CB3-E4EDC3D40545}"/>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cxnSp>
        <p:nvCxnSpPr>
          <p:cNvPr id="7" name="connector_1">
            <a:extLst>
              <a:ext uri="{FF2B5EF4-FFF2-40B4-BE49-F238E27FC236}">
                <a16:creationId xmlns:a16="http://schemas.microsoft.com/office/drawing/2014/main" id="{92D79D48-F44B-0DDB-8DCD-4128A7874F8C}"/>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subtitle_e">
            <a:extLst>
              <a:ext uri="{FF2B5EF4-FFF2-40B4-BE49-F238E27FC236}">
                <a16:creationId xmlns:a16="http://schemas.microsoft.com/office/drawing/2014/main" id="{1617D783-17B5-0AA3-1310-DB78D794ED89}"/>
              </a:ext>
            </a:extLst>
          </p:cNvPr>
          <p:cNvSpPr>
            <a:spLocks noGrp="1"/>
          </p:cNvSpPr>
          <p:nvPr>
            <p:ph type="body" sz="quarter" idx="27"/>
          </p:nvPr>
        </p:nvSpPr>
        <p:spPr>
          <a:xfrm>
            <a:off x="358775" y="892994"/>
            <a:ext cx="1853728" cy="292880"/>
          </a:xfrm>
          <a:prstGeom prst="rect">
            <a:avLst/>
          </a:prstGeom>
        </p:spPr>
        <p:txBody>
          <a:bodyPr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32" name="subtitle_j">
            <a:extLst>
              <a:ext uri="{FF2B5EF4-FFF2-40B4-BE49-F238E27FC236}">
                <a16:creationId xmlns:a16="http://schemas.microsoft.com/office/drawing/2014/main" id="{E9372816-A6E8-D7C2-5303-6CA0331B8B48}"/>
              </a:ext>
            </a:extLst>
          </p:cNvPr>
          <p:cNvSpPr>
            <a:spLocks noGrp="1"/>
          </p:cNvSpPr>
          <p:nvPr>
            <p:ph type="body" sz="quarter" idx="30"/>
          </p:nvPr>
        </p:nvSpPr>
        <p:spPr>
          <a:xfrm>
            <a:off x="367837" y="1353227"/>
            <a:ext cx="1428538" cy="160764"/>
          </a:xfrm>
          <a:prstGeom prst="rect">
            <a:avLst/>
          </a:prstGeom>
        </p:spPr>
        <p:txBody>
          <a:bodyPr anchor="ctr"/>
          <a:lstStyle>
            <a:lvl1pPr marL="0" indent="0" algn="l">
              <a:buNone/>
              <a:defRPr sz="1000" b="1"/>
            </a:lvl1pPr>
          </a:lstStyle>
          <a:p>
            <a:pPr lvl="0"/>
            <a:endParaRPr kumimoji="1" lang="ja-JP" altLang="en-US" dirty="0"/>
          </a:p>
        </p:txBody>
      </p:sp>
      <p:sp>
        <p:nvSpPr>
          <p:cNvPr id="4" name="table">
            <a:extLst>
              <a:ext uri="{FF2B5EF4-FFF2-40B4-BE49-F238E27FC236}">
                <a16:creationId xmlns:a16="http://schemas.microsoft.com/office/drawing/2014/main" id="{84BE9034-23AA-CFBB-D572-02A58A3D7B41}"/>
              </a:ext>
            </a:extLst>
          </p:cNvPr>
          <p:cNvSpPr>
            <a:spLocks noGrp="1"/>
          </p:cNvSpPr>
          <p:nvPr>
            <p:ph type="tbl" sz="quarter" idx="36"/>
          </p:nvPr>
        </p:nvSpPr>
        <p:spPr>
          <a:xfrm>
            <a:off x="469607" y="4056016"/>
            <a:ext cx="9077619" cy="2293986"/>
          </a:xfrm>
          <a:prstGeom prst="rect">
            <a:avLst/>
          </a:prstGeom>
        </p:spPr>
        <p:txBody>
          <a:bodyPr/>
          <a:lstStyle>
            <a:lvl1pPr marL="0" indent="0" algn="ctr">
              <a:buFontTx/>
              <a:buNone/>
              <a:defRPr/>
            </a:lvl1pPr>
          </a:lstStyle>
          <a:p>
            <a:endParaRPr kumimoji="1" lang="ja-JP" altLang="en-US"/>
          </a:p>
        </p:txBody>
      </p:sp>
      <p:sp>
        <p:nvSpPr>
          <p:cNvPr id="2" name="table_title">
            <a:extLst>
              <a:ext uri="{FF2B5EF4-FFF2-40B4-BE49-F238E27FC236}">
                <a16:creationId xmlns:a16="http://schemas.microsoft.com/office/drawing/2014/main" id="{938BF3DA-DD8A-7A73-F1DF-8FA32565E16E}"/>
              </a:ext>
            </a:extLst>
          </p:cNvPr>
          <p:cNvSpPr>
            <a:spLocks noGrp="1"/>
          </p:cNvSpPr>
          <p:nvPr>
            <p:ph type="body" sz="quarter" idx="37"/>
          </p:nvPr>
        </p:nvSpPr>
        <p:spPr>
          <a:xfrm>
            <a:off x="358486" y="3854818"/>
            <a:ext cx="1428538" cy="160764"/>
          </a:xfrm>
          <a:prstGeom prst="rect">
            <a:avLst/>
          </a:prstGeom>
        </p:spPr>
        <p:txBody>
          <a:bodyPr anchor="ctr"/>
          <a:lstStyle>
            <a:lvl1pPr marL="0" indent="0" algn="l">
              <a:buNone/>
              <a:defRPr sz="1000" b="1"/>
            </a:lvl1pPr>
          </a:lstStyle>
          <a:p>
            <a:pPr lvl="0"/>
            <a:endParaRPr kumimoji="1" lang="ja-JP" altLang="en-US" dirty="0"/>
          </a:p>
        </p:txBody>
      </p:sp>
      <p:sp>
        <p:nvSpPr>
          <p:cNvPr id="8" name="graph_title">
            <a:extLst>
              <a:ext uri="{FF2B5EF4-FFF2-40B4-BE49-F238E27FC236}">
                <a16:creationId xmlns:a16="http://schemas.microsoft.com/office/drawing/2014/main" id="{62FCA85E-9A5D-7EBD-7E28-532CF819719D}"/>
              </a:ext>
            </a:extLst>
          </p:cNvPr>
          <p:cNvSpPr>
            <a:spLocks noGrp="1"/>
          </p:cNvSpPr>
          <p:nvPr>
            <p:ph type="body" sz="quarter" idx="38"/>
          </p:nvPr>
        </p:nvSpPr>
        <p:spPr>
          <a:xfrm>
            <a:off x="4500000" y="1069200"/>
            <a:ext cx="1428538" cy="160764"/>
          </a:xfrm>
          <a:prstGeom prst="rect">
            <a:avLst/>
          </a:prstGeom>
        </p:spPr>
        <p:txBody>
          <a:bodyPr lIns="0" anchor="ctr"/>
          <a:lstStyle>
            <a:lvl1pPr marL="0" indent="0" algn="l">
              <a:buNone/>
              <a:defRPr sz="1000" b="1"/>
            </a:lvl1pPr>
          </a:lstStyle>
          <a:p>
            <a:pPr lvl="0"/>
            <a:endParaRPr kumimoji="1" lang="ja-JP" altLang="en-US" dirty="0"/>
          </a:p>
        </p:txBody>
      </p:sp>
      <p:sp>
        <p:nvSpPr>
          <p:cNvPr id="10" name="legend_blue">
            <a:extLst>
              <a:ext uri="{FF2B5EF4-FFF2-40B4-BE49-F238E27FC236}">
                <a16:creationId xmlns:a16="http://schemas.microsoft.com/office/drawing/2014/main" id="{14D44FEF-18EE-B2CA-F073-8BF0026F74CD}"/>
              </a:ext>
            </a:extLst>
          </p:cNvPr>
          <p:cNvSpPr>
            <a:spLocks noGrp="1" noRot="1" noMove="1" noResize="1" noEditPoints="1" noAdjustHandles="1" noChangeArrowheads="1" noChangeShapeType="1"/>
          </p:cNvSpPr>
          <p:nvPr userDrawn="1"/>
        </p:nvSpPr>
        <p:spPr>
          <a:xfrm>
            <a:off x="8698512" y="1245600"/>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legend_1">
            <a:extLst>
              <a:ext uri="{FF2B5EF4-FFF2-40B4-BE49-F238E27FC236}">
                <a16:creationId xmlns:a16="http://schemas.microsoft.com/office/drawing/2014/main" id="{6B5C2335-1035-CD2D-11EC-7FD6F40F4C4C}"/>
              </a:ext>
            </a:extLst>
          </p:cNvPr>
          <p:cNvSpPr>
            <a:spLocks noGrp="1"/>
          </p:cNvSpPr>
          <p:nvPr>
            <p:ph type="body" sz="quarter" idx="39"/>
          </p:nvPr>
        </p:nvSpPr>
        <p:spPr>
          <a:xfrm>
            <a:off x="8841981" y="1245600"/>
            <a:ext cx="345600" cy="107977"/>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12" name="legend_lightblue">
            <a:extLst>
              <a:ext uri="{FF2B5EF4-FFF2-40B4-BE49-F238E27FC236}">
                <a16:creationId xmlns:a16="http://schemas.microsoft.com/office/drawing/2014/main" id="{A2E54300-66C9-E4AB-7A75-E6274DCB1D96}"/>
              </a:ext>
            </a:extLst>
          </p:cNvPr>
          <p:cNvSpPr>
            <a:spLocks noGrp="1" noRot="1" noMove="1" noResize="1" noEditPoints="1" noAdjustHandles="1" noChangeArrowheads="1" noChangeShapeType="1"/>
          </p:cNvSpPr>
          <p:nvPr userDrawn="1"/>
        </p:nvSpPr>
        <p:spPr>
          <a:xfrm>
            <a:off x="9148989" y="1245600"/>
            <a:ext cx="108000" cy="108000"/>
          </a:xfrm>
          <a:prstGeom prst="rect">
            <a:avLst/>
          </a:prstGeom>
          <a:solidFill>
            <a:srgbClr val="9DB7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legend_2">
            <a:extLst>
              <a:ext uri="{FF2B5EF4-FFF2-40B4-BE49-F238E27FC236}">
                <a16:creationId xmlns:a16="http://schemas.microsoft.com/office/drawing/2014/main" id="{77E92083-DDD3-EFDC-7899-51E652EC7834}"/>
              </a:ext>
            </a:extLst>
          </p:cNvPr>
          <p:cNvSpPr>
            <a:spLocks noGrp="1"/>
          </p:cNvSpPr>
          <p:nvPr>
            <p:ph type="body" sz="quarter" idx="40"/>
          </p:nvPr>
        </p:nvSpPr>
        <p:spPr>
          <a:xfrm>
            <a:off x="9292460" y="1245600"/>
            <a:ext cx="343896" cy="108000"/>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14" name="donuts_icon">
            <a:extLst>
              <a:ext uri="{FF2B5EF4-FFF2-40B4-BE49-F238E27FC236}">
                <a16:creationId xmlns:a16="http://schemas.microsoft.com/office/drawing/2014/main" id="{6EE10B9B-420D-3469-B453-B10DE130BDCB}"/>
              </a:ext>
            </a:extLst>
          </p:cNvPr>
          <p:cNvSpPr>
            <a:spLocks noGrp="1"/>
          </p:cNvSpPr>
          <p:nvPr>
            <p:ph type="pic" sz="quarter" idx="34"/>
          </p:nvPr>
        </p:nvSpPr>
        <p:spPr>
          <a:xfrm>
            <a:off x="1136192" y="2183656"/>
            <a:ext cx="540000" cy="540000"/>
          </a:xfrm>
          <a:prstGeom prst="rect">
            <a:avLst/>
          </a:prstGeom>
        </p:spPr>
        <p:txBody>
          <a:bodyPr/>
          <a:lstStyle>
            <a:lvl1pPr>
              <a:defRPr lang="ja-JP" altLang="en-US" dirty="0"/>
            </a:lvl1pPr>
          </a:lstStyle>
          <a:p>
            <a:endParaRPr kumimoji="1" lang="ja-JP" altLang="en-US" dirty="0"/>
          </a:p>
        </p:txBody>
      </p:sp>
      <p:sp>
        <p:nvSpPr>
          <p:cNvPr id="15" name="page_title">
            <a:extLst>
              <a:ext uri="{FF2B5EF4-FFF2-40B4-BE49-F238E27FC236}">
                <a16:creationId xmlns:a16="http://schemas.microsoft.com/office/drawing/2014/main" id="{830194EE-9FEF-0F36-CEBC-721E780BE581}"/>
              </a:ext>
            </a:extLst>
          </p:cNvPr>
          <p:cNvSpPr>
            <a:spLocks noGrp="1"/>
          </p:cNvSpPr>
          <p:nvPr>
            <p:ph type="body" sz="quarter" idx="24"/>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Tree>
    <p:extLst>
      <p:ext uri="{BB962C8B-B14F-4D97-AF65-F5344CB8AC3E}">
        <p14:creationId xmlns:p14="http://schemas.microsoft.com/office/powerpoint/2010/main" val="217403905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ummary_month_over_month_a">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1" y="2099536"/>
            <a:ext cx="9528462" cy="2963409"/>
          </a:xfrm>
          <a:prstGeom prst="rect">
            <a:avLst/>
          </a:prstGeom>
        </p:spPr>
        <p:txBody>
          <a:bodyPr/>
          <a:lstStyle/>
          <a:p>
            <a:endParaRPr kumimoji="1" lang="ja-JP" altLang="en-US" dirty="0"/>
          </a:p>
        </p:txBody>
      </p:sp>
      <p:sp>
        <p:nvSpPr>
          <p:cNvPr id="9" name="User">
            <a:extLst>
              <a:ext uri="{FF2B5EF4-FFF2-40B4-BE49-F238E27FC236}">
                <a16:creationId xmlns:a16="http://schemas.microsoft.com/office/drawing/2014/main" id="{031B078C-8CFC-1BD0-1CB3-E4EDC3D40545}"/>
              </a:ext>
            </a:extLst>
          </p:cNvPr>
          <p:cNvSpPr>
            <a:spLocks noGrp="1"/>
          </p:cNvSpPr>
          <p:nvPr>
            <p:ph type="body" sz="quarter" idx="16"/>
          </p:nvPr>
        </p:nvSpPr>
        <p:spPr>
          <a:xfrm>
            <a:off x="468000" y="946800"/>
            <a:ext cx="3578400" cy="244800"/>
          </a:xfrm>
          <a:prstGeom prst="rect">
            <a:avLst/>
          </a:prstGeom>
        </p:spPr>
        <p:txBody>
          <a:bodyPr lIns="0" anchor="ctr"/>
          <a:lstStyle>
            <a:lvl1pPr marL="0" indent="0" algn="l">
              <a:buNone/>
              <a:defRPr sz="16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2" name="page_title">
            <a:extLst>
              <a:ext uri="{FF2B5EF4-FFF2-40B4-BE49-F238E27FC236}">
                <a16:creationId xmlns:a16="http://schemas.microsoft.com/office/drawing/2014/main" id="{2D1C1F25-EC0A-A6FF-C9B4-51FCCAD4D529}"/>
              </a:ext>
            </a:extLst>
          </p:cNvPr>
          <p:cNvSpPr>
            <a:spLocks noGrp="1"/>
          </p:cNvSpPr>
          <p:nvPr>
            <p:ph type="body" sz="quarter" idx="24"/>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16" name="gray_object_1">
            <a:extLst>
              <a:ext uri="{FF2B5EF4-FFF2-40B4-BE49-F238E27FC236}">
                <a16:creationId xmlns:a16="http://schemas.microsoft.com/office/drawing/2014/main" id="{4717A991-0FE2-74D8-AD5B-F938725B4C7C}"/>
              </a:ext>
            </a:extLst>
          </p:cNvPr>
          <p:cNvSpPr>
            <a:spLocks noGrp="1" noRot="1" noMove="1" noResize="1" noEditPoints="1" noAdjustHandles="1" noChangeArrowheads="1" noChangeShapeType="1"/>
          </p:cNvSpPr>
          <p:nvPr userDrawn="1"/>
        </p:nvSpPr>
        <p:spPr>
          <a:xfrm>
            <a:off x="4680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0" name="gray_object_3">
            <a:extLst>
              <a:ext uri="{FF2B5EF4-FFF2-40B4-BE49-F238E27FC236}">
                <a16:creationId xmlns:a16="http://schemas.microsoft.com/office/drawing/2014/main" id="{2D8F159D-8089-5F8C-4199-31BE894925D9}"/>
              </a:ext>
            </a:extLst>
          </p:cNvPr>
          <p:cNvSpPr>
            <a:spLocks noGrp="1" noRot="1" noMove="1" noResize="1" noEditPoints="1" noAdjustHandles="1" noChangeArrowheads="1" noChangeShapeType="1"/>
          </p:cNvSpPr>
          <p:nvPr userDrawn="1"/>
        </p:nvSpPr>
        <p:spPr>
          <a:xfrm>
            <a:off x="38484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2" name="gray_object_2">
            <a:extLst>
              <a:ext uri="{FF2B5EF4-FFF2-40B4-BE49-F238E27FC236}">
                <a16:creationId xmlns:a16="http://schemas.microsoft.com/office/drawing/2014/main" id="{90A62A26-A8EB-1897-4AD1-CC865E0F431E}"/>
              </a:ext>
            </a:extLst>
          </p:cNvPr>
          <p:cNvSpPr>
            <a:spLocks noGrp="1" noRot="1" noMove="1" noResize="1" noEditPoints="1" noAdjustHandles="1" noChangeArrowheads="1" noChangeShapeType="1"/>
          </p:cNvSpPr>
          <p:nvPr userDrawn="1"/>
        </p:nvSpPr>
        <p:spPr>
          <a:xfrm>
            <a:off x="21564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3" name="gray_object_4">
            <a:extLst>
              <a:ext uri="{FF2B5EF4-FFF2-40B4-BE49-F238E27FC236}">
                <a16:creationId xmlns:a16="http://schemas.microsoft.com/office/drawing/2014/main" id="{758542B8-01B0-AE36-30AB-5CA2535E5C38}"/>
              </a:ext>
            </a:extLst>
          </p:cNvPr>
          <p:cNvSpPr>
            <a:spLocks noGrp="1" noRot="1" noMove="1" noResize="1" noEditPoints="1" noAdjustHandles="1" noChangeArrowheads="1" noChangeShapeType="1"/>
          </p:cNvSpPr>
          <p:nvPr userDrawn="1"/>
        </p:nvSpPr>
        <p:spPr>
          <a:xfrm>
            <a:off x="6116066"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4" name="gray_object_5">
            <a:extLst>
              <a:ext uri="{FF2B5EF4-FFF2-40B4-BE49-F238E27FC236}">
                <a16:creationId xmlns:a16="http://schemas.microsoft.com/office/drawing/2014/main" id="{A29033FF-94A8-EAB4-88B2-7228C12C8DFF}"/>
              </a:ext>
            </a:extLst>
          </p:cNvPr>
          <p:cNvSpPr>
            <a:spLocks noGrp="1" noRot="1" noMove="1" noResize="1" noEditPoints="1" noAdjustHandles="1" noChangeArrowheads="1" noChangeShapeType="1"/>
          </p:cNvSpPr>
          <p:nvPr userDrawn="1"/>
        </p:nvSpPr>
        <p:spPr>
          <a:xfrm>
            <a:off x="78192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30" name="metrics_title_1">
            <a:extLst>
              <a:ext uri="{FF2B5EF4-FFF2-40B4-BE49-F238E27FC236}">
                <a16:creationId xmlns:a16="http://schemas.microsoft.com/office/drawing/2014/main" id="{1E88D422-6BB1-CAAC-279E-20C09ED47046}"/>
              </a:ext>
            </a:extLst>
          </p:cNvPr>
          <p:cNvSpPr>
            <a:spLocks noGrp="1"/>
          </p:cNvSpPr>
          <p:nvPr>
            <p:ph type="body" sz="quarter" idx="26"/>
          </p:nvPr>
        </p:nvSpPr>
        <p:spPr>
          <a:xfrm>
            <a:off x="4680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2" name="metrics_title_3">
            <a:extLst>
              <a:ext uri="{FF2B5EF4-FFF2-40B4-BE49-F238E27FC236}">
                <a16:creationId xmlns:a16="http://schemas.microsoft.com/office/drawing/2014/main" id="{3125DF2F-245E-20CE-4D42-264A7BA1B9F2}"/>
              </a:ext>
            </a:extLst>
          </p:cNvPr>
          <p:cNvSpPr>
            <a:spLocks noGrp="1"/>
          </p:cNvSpPr>
          <p:nvPr>
            <p:ph type="body" sz="quarter" idx="28"/>
          </p:nvPr>
        </p:nvSpPr>
        <p:spPr>
          <a:xfrm>
            <a:off x="38484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3" name="metrics_title_4">
            <a:extLst>
              <a:ext uri="{FF2B5EF4-FFF2-40B4-BE49-F238E27FC236}">
                <a16:creationId xmlns:a16="http://schemas.microsoft.com/office/drawing/2014/main" id="{E65A2EE1-BC0E-C0E1-13E6-221F65679A20}"/>
              </a:ext>
            </a:extLst>
          </p:cNvPr>
          <p:cNvSpPr>
            <a:spLocks noGrp="1"/>
          </p:cNvSpPr>
          <p:nvPr>
            <p:ph type="body" sz="quarter" idx="29"/>
          </p:nvPr>
        </p:nvSpPr>
        <p:spPr>
          <a:xfrm>
            <a:off x="61164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4" name="metrics_title_5">
            <a:extLst>
              <a:ext uri="{FF2B5EF4-FFF2-40B4-BE49-F238E27FC236}">
                <a16:creationId xmlns:a16="http://schemas.microsoft.com/office/drawing/2014/main" id="{1959CC27-372B-D555-4174-1F9D97D82728}"/>
              </a:ext>
            </a:extLst>
          </p:cNvPr>
          <p:cNvSpPr>
            <a:spLocks noGrp="1"/>
          </p:cNvSpPr>
          <p:nvPr>
            <p:ph type="body" sz="quarter" idx="30"/>
          </p:nvPr>
        </p:nvSpPr>
        <p:spPr>
          <a:xfrm>
            <a:off x="78192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5" name="metrics_title_2">
            <a:extLst>
              <a:ext uri="{FF2B5EF4-FFF2-40B4-BE49-F238E27FC236}">
                <a16:creationId xmlns:a16="http://schemas.microsoft.com/office/drawing/2014/main" id="{9D0F4EDB-03AC-E0ED-BE96-A6EFD78F80AA}"/>
              </a:ext>
            </a:extLst>
          </p:cNvPr>
          <p:cNvSpPr>
            <a:spLocks noGrp="1"/>
          </p:cNvSpPr>
          <p:nvPr>
            <p:ph type="body" sz="quarter" idx="27"/>
          </p:nvPr>
        </p:nvSpPr>
        <p:spPr>
          <a:xfrm>
            <a:off x="21564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4" name="gray_object_6">
            <a:extLst>
              <a:ext uri="{FF2B5EF4-FFF2-40B4-BE49-F238E27FC236}">
                <a16:creationId xmlns:a16="http://schemas.microsoft.com/office/drawing/2014/main" id="{CD2C0D65-9218-A5FF-B710-A2422EC55AEF}"/>
              </a:ext>
            </a:extLst>
          </p:cNvPr>
          <p:cNvSpPr>
            <a:spLocks noGrp="1" noRot="1" noMove="1" noResize="1" noEditPoints="1" noAdjustHandles="1" noChangeArrowheads="1" noChangeShapeType="1"/>
          </p:cNvSpPr>
          <p:nvPr userDrawn="1"/>
        </p:nvSpPr>
        <p:spPr>
          <a:xfrm>
            <a:off x="4680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8" name="gray_object_7">
            <a:extLst>
              <a:ext uri="{FF2B5EF4-FFF2-40B4-BE49-F238E27FC236}">
                <a16:creationId xmlns:a16="http://schemas.microsoft.com/office/drawing/2014/main" id="{29B01A13-5D75-C4FB-9022-51DC936B92D7}"/>
              </a:ext>
            </a:extLst>
          </p:cNvPr>
          <p:cNvSpPr>
            <a:spLocks noGrp="1" noRot="1" noMove="1" noResize="1" noEditPoints="1" noAdjustHandles="1" noChangeArrowheads="1" noChangeShapeType="1"/>
          </p:cNvSpPr>
          <p:nvPr userDrawn="1"/>
        </p:nvSpPr>
        <p:spPr>
          <a:xfrm>
            <a:off x="27324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1" name="gray_object_9">
            <a:extLst>
              <a:ext uri="{FF2B5EF4-FFF2-40B4-BE49-F238E27FC236}">
                <a16:creationId xmlns:a16="http://schemas.microsoft.com/office/drawing/2014/main" id="{E786B111-5F30-432E-3F9F-97815DBB53A4}"/>
              </a:ext>
            </a:extLst>
          </p:cNvPr>
          <p:cNvSpPr>
            <a:spLocks noGrp="1" noRot="1" noMove="1" noResize="1" noEditPoints="1" noAdjustHandles="1" noChangeArrowheads="1" noChangeShapeType="1"/>
          </p:cNvSpPr>
          <p:nvPr userDrawn="1"/>
        </p:nvSpPr>
        <p:spPr>
          <a:xfrm>
            <a:off x="72576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2" name="gray_object_8">
            <a:extLst>
              <a:ext uri="{FF2B5EF4-FFF2-40B4-BE49-F238E27FC236}">
                <a16:creationId xmlns:a16="http://schemas.microsoft.com/office/drawing/2014/main" id="{4A342799-B598-E615-30C5-50CB06B73C07}"/>
              </a:ext>
            </a:extLst>
          </p:cNvPr>
          <p:cNvSpPr>
            <a:spLocks noGrp="1" noRot="1" noMove="1" noResize="1" noEditPoints="1" noAdjustHandles="1" noChangeArrowheads="1" noChangeShapeType="1"/>
          </p:cNvSpPr>
          <p:nvPr userDrawn="1"/>
        </p:nvSpPr>
        <p:spPr>
          <a:xfrm>
            <a:off x="49968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3" name="KeyEvent">
            <a:extLst>
              <a:ext uri="{FF2B5EF4-FFF2-40B4-BE49-F238E27FC236}">
                <a16:creationId xmlns:a16="http://schemas.microsoft.com/office/drawing/2014/main" id="{F06A3243-B844-B0C8-2221-D54D5BE42C6C}"/>
              </a:ext>
            </a:extLst>
          </p:cNvPr>
          <p:cNvSpPr>
            <a:spLocks noGrp="1"/>
          </p:cNvSpPr>
          <p:nvPr>
            <p:ph type="body" sz="quarter" idx="31"/>
          </p:nvPr>
        </p:nvSpPr>
        <p:spPr>
          <a:xfrm>
            <a:off x="6116400" y="946800"/>
            <a:ext cx="3578400" cy="244800"/>
          </a:xfrm>
          <a:prstGeom prst="rect">
            <a:avLst/>
          </a:prstGeom>
        </p:spPr>
        <p:txBody>
          <a:bodyPr lIns="0" anchor="ctr"/>
          <a:lstStyle>
            <a:lvl1pPr marL="0" indent="0" algn="l">
              <a:buNone/>
              <a:defRPr sz="1600" b="1"/>
            </a:lvl1pPr>
          </a:lstStyle>
          <a:p>
            <a:pPr lvl="0"/>
            <a:endParaRPr kumimoji="1" lang="ja-JP" altLang="en-US" dirty="0"/>
          </a:p>
        </p:txBody>
      </p:sp>
      <p:sp>
        <p:nvSpPr>
          <p:cNvPr id="15" name="metrics_title_6">
            <a:extLst>
              <a:ext uri="{FF2B5EF4-FFF2-40B4-BE49-F238E27FC236}">
                <a16:creationId xmlns:a16="http://schemas.microsoft.com/office/drawing/2014/main" id="{1DBD124E-C82A-1439-86CF-60D2482FF853}"/>
              </a:ext>
            </a:extLst>
          </p:cNvPr>
          <p:cNvSpPr>
            <a:spLocks noGrp="1"/>
          </p:cNvSpPr>
          <p:nvPr>
            <p:ph type="body" sz="quarter" idx="32"/>
          </p:nvPr>
        </p:nvSpPr>
        <p:spPr>
          <a:xfrm>
            <a:off x="467999" y="5306400"/>
            <a:ext cx="2160000" cy="158899"/>
          </a:xfrm>
          <a:prstGeom prst="rect">
            <a:avLst/>
          </a:prstGeom>
        </p:spPr>
        <p:txBody>
          <a:bodyPr lIns="0" anchor="b" anchorCtr="0"/>
          <a:lstStyle>
            <a:lvl1pPr marL="0" indent="0" algn="l">
              <a:buNone/>
              <a:defRPr sz="1000" b="0"/>
            </a:lvl1pPr>
          </a:lstStyle>
          <a:p>
            <a:pPr lvl="0"/>
            <a:endParaRPr kumimoji="1" lang="ja-JP" altLang="en-US" dirty="0"/>
          </a:p>
        </p:txBody>
      </p:sp>
      <p:sp>
        <p:nvSpPr>
          <p:cNvPr id="17" name="metrics_title_7">
            <a:extLst>
              <a:ext uri="{FF2B5EF4-FFF2-40B4-BE49-F238E27FC236}">
                <a16:creationId xmlns:a16="http://schemas.microsoft.com/office/drawing/2014/main" id="{B505B241-8107-A14F-719C-E380AC5FCBD6}"/>
              </a:ext>
            </a:extLst>
          </p:cNvPr>
          <p:cNvSpPr>
            <a:spLocks noGrp="1"/>
          </p:cNvSpPr>
          <p:nvPr>
            <p:ph type="body" sz="quarter" idx="33"/>
          </p:nvPr>
        </p:nvSpPr>
        <p:spPr>
          <a:xfrm>
            <a:off x="2714400" y="5306400"/>
            <a:ext cx="2160000" cy="140400"/>
          </a:xfrm>
          <a:prstGeom prst="rect">
            <a:avLst/>
          </a:prstGeom>
        </p:spPr>
        <p:txBody>
          <a:bodyPr lIns="0" anchor="ctr" anchorCtr="0"/>
          <a:lstStyle>
            <a:lvl1pPr marL="0" indent="0" algn="l">
              <a:buNone/>
              <a:defRPr sz="1000" b="0"/>
            </a:lvl1pPr>
          </a:lstStyle>
          <a:p>
            <a:pPr lvl="0"/>
            <a:endParaRPr kumimoji="1" lang="ja-JP" altLang="en-US" dirty="0"/>
          </a:p>
        </p:txBody>
      </p:sp>
      <p:sp>
        <p:nvSpPr>
          <p:cNvPr id="18" name="metrics_title_8">
            <a:extLst>
              <a:ext uri="{FF2B5EF4-FFF2-40B4-BE49-F238E27FC236}">
                <a16:creationId xmlns:a16="http://schemas.microsoft.com/office/drawing/2014/main" id="{C9DE4B4D-BBAC-5013-B61B-9BD4CD15ED24}"/>
              </a:ext>
            </a:extLst>
          </p:cNvPr>
          <p:cNvSpPr>
            <a:spLocks noGrp="1"/>
          </p:cNvSpPr>
          <p:nvPr>
            <p:ph type="body" sz="quarter" idx="34"/>
          </p:nvPr>
        </p:nvSpPr>
        <p:spPr>
          <a:xfrm>
            <a:off x="4993200" y="5306400"/>
            <a:ext cx="2160000" cy="140400"/>
          </a:xfrm>
          <a:prstGeom prst="rect">
            <a:avLst/>
          </a:prstGeom>
        </p:spPr>
        <p:txBody>
          <a:bodyPr lIns="0" anchor="ctr" anchorCtr="0"/>
          <a:lstStyle>
            <a:lvl1pPr marL="0" indent="0" algn="l">
              <a:buNone/>
              <a:defRPr sz="1000" b="0"/>
            </a:lvl1pPr>
          </a:lstStyle>
          <a:p>
            <a:pPr lvl="0"/>
            <a:endParaRPr kumimoji="1" lang="ja-JP" altLang="en-US" dirty="0"/>
          </a:p>
        </p:txBody>
      </p:sp>
      <p:sp>
        <p:nvSpPr>
          <p:cNvPr id="19" name="metrics_title_9">
            <a:extLst>
              <a:ext uri="{FF2B5EF4-FFF2-40B4-BE49-F238E27FC236}">
                <a16:creationId xmlns:a16="http://schemas.microsoft.com/office/drawing/2014/main" id="{831EAFF8-8AEF-6CD8-9074-E1514055680B}"/>
              </a:ext>
            </a:extLst>
          </p:cNvPr>
          <p:cNvSpPr>
            <a:spLocks noGrp="1"/>
          </p:cNvSpPr>
          <p:nvPr>
            <p:ph type="body" sz="quarter" idx="35"/>
          </p:nvPr>
        </p:nvSpPr>
        <p:spPr>
          <a:xfrm>
            <a:off x="7246800" y="5151766"/>
            <a:ext cx="2160000" cy="140400"/>
          </a:xfrm>
          <a:prstGeom prst="rect">
            <a:avLst/>
          </a:prstGeom>
        </p:spPr>
        <p:txBody>
          <a:bodyPr lIns="0" anchor="ctr" anchorCtr="0"/>
          <a:lstStyle>
            <a:lvl1pPr marL="0" indent="0" algn="l">
              <a:buNone/>
              <a:defRPr sz="1000" b="0"/>
            </a:lvl1pPr>
          </a:lstStyle>
          <a:p>
            <a:pPr lvl="0"/>
            <a:endParaRPr kumimoji="1" lang="ja-JP" altLang="en-US" dirty="0"/>
          </a:p>
        </p:txBody>
      </p:sp>
      <p:sp>
        <p:nvSpPr>
          <p:cNvPr id="25" name="Engagement">
            <a:extLst>
              <a:ext uri="{FF2B5EF4-FFF2-40B4-BE49-F238E27FC236}">
                <a16:creationId xmlns:a16="http://schemas.microsoft.com/office/drawing/2014/main" id="{DE0ADF49-1306-F354-5EC7-DD0766FBBABA}"/>
              </a:ext>
            </a:extLst>
          </p:cNvPr>
          <p:cNvSpPr>
            <a:spLocks noGrp="1"/>
          </p:cNvSpPr>
          <p:nvPr>
            <p:ph type="body" sz="quarter" idx="36"/>
          </p:nvPr>
        </p:nvSpPr>
        <p:spPr>
          <a:xfrm>
            <a:off x="468000" y="4690800"/>
            <a:ext cx="3578400" cy="244800"/>
          </a:xfrm>
          <a:prstGeom prst="rect">
            <a:avLst/>
          </a:prstGeom>
        </p:spPr>
        <p:txBody>
          <a:bodyPr lIns="0" anchor="ctr"/>
          <a:lstStyle>
            <a:lvl1pPr marL="0" indent="0" algn="l">
              <a:buNone/>
              <a:defRPr sz="1600" b="1"/>
            </a:lvl1pPr>
          </a:lstStyle>
          <a:p>
            <a:pPr lvl="0"/>
            <a:endParaRPr kumimoji="1" lang="ja-JP" altLang="en-US" dirty="0"/>
          </a:p>
        </p:txBody>
      </p:sp>
      <p:sp>
        <p:nvSpPr>
          <p:cNvPr id="10" name="metrics_1">
            <a:extLst>
              <a:ext uri="{FF2B5EF4-FFF2-40B4-BE49-F238E27FC236}">
                <a16:creationId xmlns:a16="http://schemas.microsoft.com/office/drawing/2014/main" id="{B6A210A7-B3DB-B43F-0563-06450BC1583D}"/>
              </a:ext>
            </a:extLst>
          </p:cNvPr>
          <p:cNvSpPr>
            <a:spLocks noGrp="1"/>
          </p:cNvSpPr>
          <p:nvPr>
            <p:ph type="body" sz="quarter" idx="37"/>
          </p:nvPr>
        </p:nvSpPr>
        <p:spPr>
          <a:xfrm>
            <a:off x="619200" y="1735941"/>
            <a:ext cx="1314000" cy="291600"/>
          </a:xfrm>
          <a:prstGeom prst="rect">
            <a:avLst/>
          </a:prstGeom>
        </p:spPr>
        <p:txBody>
          <a:bodyPr anchor="ctr"/>
          <a:lstStyle>
            <a:lvl1pPr marL="0" indent="0" algn="ctr">
              <a:buNone/>
              <a:defRPr sz="2100" b="0"/>
            </a:lvl1pPr>
          </a:lstStyle>
          <a:p>
            <a:pPr lvl="0"/>
            <a:endParaRPr kumimoji="1" lang="en-US" altLang="ja-JP" dirty="0"/>
          </a:p>
        </p:txBody>
      </p:sp>
      <p:sp>
        <p:nvSpPr>
          <p:cNvPr id="27" name="metrics_2">
            <a:extLst>
              <a:ext uri="{FF2B5EF4-FFF2-40B4-BE49-F238E27FC236}">
                <a16:creationId xmlns:a16="http://schemas.microsoft.com/office/drawing/2014/main" id="{EADCB533-CB73-46EB-A684-654E010749DC}"/>
              </a:ext>
            </a:extLst>
          </p:cNvPr>
          <p:cNvSpPr>
            <a:spLocks noGrp="1"/>
          </p:cNvSpPr>
          <p:nvPr>
            <p:ph type="body" sz="quarter" idx="38"/>
          </p:nvPr>
        </p:nvSpPr>
        <p:spPr>
          <a:xfrm>
            <a:off x="23112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28" name="metrics_3">
            <a:extLst>
              <a:ext uri="{FF2B5EF4-FFF2-40B4-BE49-F238E27FC236}">
                <a16:creationId xmlns:a16="http://schemas.microsoft.com/office/drawing/2014/main" id="{95982E0B-9614-79BC-7272-6BAA46CE2A83}"/>
              </a:ext>
            </a:extLst>
          </p:cNvPr>
          <p:cNvSpPr>
            <a:spLocks noGrp="1"/>
          </p:cNvSpPr>
          <p:nvPr>
            <p:ph type="body" sz="quarter" idx="39"/>
          </p:nvPr>
        </p:nvSpPr>
        <p:spPr>
          <a:xfrm>
            <a:off x="40176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29" name="metrics_4">
            <a:extLst>
              <a:ext uri="{FF2B5EF4-FFF2-40B4-BE49-F238E27FC236}">
                <a16:creationId xmlns:a16="http://schemas.microsoft.com/office/drawing/2014/main" id="{7731A556-DB14-B460-1959-2655C39E9BAD}"/>
              </a:ext>
            </a:extLst>
          </p:cNvPr>
          <p:cNvSpPr>
            <a:spLocks noGrp="1"/>
          </p:cNvSpPr>
          <p:nvPr>
            <p:ph type="body" sz="quarter" idx="40"/>
          </p:nvPr>
        </p:nvSpPr>
        <p:spPr>
          <a:xfrm>
            <a:off x="62676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31" name="metrics_5">
            <a:extLst>
              <a:ext uri="{FF2B5EF4-FFF2-40B4-BE49-F238E27FC236}">
                <a16:creationId xmlns:a16="http://schemas.microsoft.com/office/drawing/2014/main" id="{67D73697-3990-63D9-491D-21EDBE238791}"/>
              </a:ext>
            </a:extLst>
          </p:cNvPr>
          <p:cNvSpPr>
            <a:spLocks noGrp="1"/>
          </p:cNvSpPr>
          <p:nvPr>
            <p:ph type="body" sz="quarter" idx="41"/>
          </p:nvPr>
        </p:nvSpPr>
        <p:spPr>
          <a:xfrm>
            <a:off x="79704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36" name="metrics_6">
            <a:extLst>
              <a:ext uri="{FF2B5EF4-FFF2-40B4-BE49-F238E27FC236}">
                <a16:creationId xmlns:a16="http://schemas.microsoft.com/office/drawing/2014/main" id="{38F65F8B-116F-6A3C-CF15-F97BCE08917F}"/>
              </a:ext>
            </a:extLst>
          </p:cNvPr>
          <p:cNvSpPr>
            <a:spLocks noGrp="1"/>
          </p:cNvSpPr>
          <p:nvPr>
            <p:ph type="body" sz="quarter" idx="42"/>
          </p:nvPr>
        </p:nvSpPr>
        <p:spPr>
          <a:xfrm>
            <a:off x="7848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37" name="metrics_7">
            <a:extLst>
              <a:ext uri="{FF2B5EF4-FFF2-40B4-BE49-F238E27FC236}">
                <a16:creationId xmlns:a16="http://schemas.microsoft.com/office/drawing/2014/main" id="{7DD634A1-9C2B-6CB0-A1C7-A416B16F69D7}"/>
              </a:ext>
            </a:extLst>
          </p:cNvPr>
          <p:cNvSpPr>
            <a:spLocks noGrp="1"/>
          </p:cNvSpPr>
          <p:nvPr>
            <p:ph type="body" sz="quarter" idx="43"/>
          </p:nvPr>
        </p:nvSpPr>
        <p:spPr>
          <a:xfrm>
            <a:off x="29952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38" name="metrics_8">
            <a:extLst>
              <a:ext uri="{FF2B5EF4-FFF2-40B4-BE49-F238E27FC236}">
                <a16:creationId xmlns:a16="http://schemas.microsoft.com/office/drawing/2014/main" id="{4DBFF196-D42B-7273-C092-4C973F3D7B89}"/>
              </a:ext>
            </a:extLst>
          </p:cNvPr>
          <p:cNvSpPr>
            <a:spLocks noGrp="1"/>
          </p:cNvSpPr>
          <p:nvPr>
            <p:ph type="body" sz="quarter" idx="44"/>
          </p:nvPr>
        </p:nvSpPr>
        <p:spPr>
          <a:xfrm>
            <a:off x="52776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39" name="metrics_9">
            <a:extLst>
              <a:ext uri="{FF2B5EF4-FFF2-40B4-BE49-F238E27FC236}">
                <a16:creationId xmlns:a16="http://schemas.microsoft.com/office/drawing/2014/main" id="{01463C6D-55C6-F99F-28F0-58FBF2AEEF78}"/>
              </a:ext>
            </a:extLst>
          </p:cNvPr>
          <p:cNvSpPr>
            <a:spLocks noGrp="1"/>
          </p:cNvSpPr>
          <p:nvPr>
            <p:ph type="body" sz="quarter" idx="45"/>
          </p:nvPr>
        </p:nvSpPr>
        <p:spPr>
          <a:xfrm>
            <a:off x="75384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40" name="metrics_change_1">
            <a:extLst>
              <a:ext uri="{FF2B5EF4-FFF2-40B4-BE49-F238E27FC236}">
                <a16:creationId xmlns:a16="http://schemas.microsoft.com/office/drawing/2014/main" id="{21E8E727-2499-64C4-6AED-7376E034BD50}"/>
              </a:ext>
            </a:extLst>
          </p:cNvPr>
          <p:cNvSpPr>
            <a:spLocks noGrp="1"/>
          </p:cNvSpPr>
          <p:nvPr>
            <p:ph type="body" sz="quarter" idx="46"/>
          </p:nvPr>
        </p:nvSpPr>
        <p:spPr>
          <a:xfrm>
            <a:off x="11124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1" name="metrics_change_2">
            <a:extLst>
              <a:ext uri="{FF2B5EF4-FFF2-40B4-BE49-F238E27FC236}">
                <a16:creationId xmlns:a16="http://schemas.microsoft.com/office/drawing/2014/main" id="{E3D937DC-AF1A-E60B-C465-B765E5E7CFA7}"/>
              </a:ext>
            </a:extLst>
          </p:cNvPr>
          <p:cNvSpPr>
            <a:spLocks noGrp="1"/>
          </p:cNvSpPr>
          <p:nvPr>
            <p:ph type="body" sz="quarter" idx="47"/>
          </p:nvPr>
        </p:nvSpPr>
        <p:spPr>
          <a:xfrm>
            <a:off x="28044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2" name="metrics_change_3">
            <a:extLst>
              <a:ext uri="{FF2B5EF4-FFF2-40B4-BE49-F238E27FC236}">
                <a16:creationId xmlns:a16="http://schemas.microsoft.com/office/drawing/2014/main" id="{2A23551C-6D4D-8708-5931-052FCE461050}"/>
              </a:ext>
            </a:extLst>
          </p:cNvPr>
          <p:cNvSpPr>
            <a:spLocks noGrp="1"/>
          </p:cNvSpPr>
          <p:nvPr>
            <p:ph type="body" sz="quarter" idx="48"/>
          </p:nvPr>
        </p:nvSpPr>
        <p:spPr>
          <a:xfrm>
            <a:off x="44928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3" name="metrics_change_4">
            <a:extLst>
              <a:ext uri="{FF2B5EF4-FFF2-40B4-BE49-F238E27FC236}">
                <a16:creationId xmlns:a16="http://schemas.microsoft.com/office/drawing/2014/main" id="{142B9B0B-1833-B362-1DE4-B64853374015}"/>
              </a:ext>
            </a:extLst>
          </p:cNvPr>
          <p:cNvSpPr>
            <a:spLocks noGrp="1"/>
          </p:cNvSpPr>
          <p:nvPr>
            <p:ph type="body" sz="quarter" idx="49"/>
          </p:nvPr>
        </p:nvSpPr>
        <p:spPr>
          <a:xfrm>
            <a:off x="67608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5" name="metrics_change_5">
            <a:extLst>
              <a:ext uri="{FF2B5EF4-FFF2-40B4-BE49-F238E27FC236}">
                <a16:creationId xmlns:a16="http://schemas.microsoft.com/office/drawing/2014/main" id="{48D5E4B3-E100-080C-AE18-6F2222E8578F}"/>
              </a:ext>
            </a:extLst>
          </p:cNvPr>
          <p:cNvSpPr>
            <a:spLocks noGrp="1"/>
          </p:cNvSpPr>
          <p:nvPr>
            <p:ph type="body" sz="quarter" idx="51"/>
          </p:nvPr>
        </p:nvSpPr>
        <p:spPr>
          <a:xfrm>
            <a:off x="84636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26" name="metrics_change_6">
            <a:extLst>
              <a:ext uri="{FF2B5EF4-FFF2-40B4-BE49-F238E27FC236}">
                <a16:creationId xmlns:a16="http://schemas.microsoft.com/office/drawing/2014/main" id="{A4AA3CB4-2759-8FBA-793A-781F14A355EC}"/>
              </a:ext>
            </a:extLst>
          </p:cNvPr>
          <p:cNvSpPr>
            <a:spLocks noGrp="1"/>
          </p:cNvSpPr>
          <p:nvPr>
            <p:ph type="body" sz="quarter" idx="52"/>
          </p:nvPr>
        </p:nvSpPr>
        <p:spPr>
          <a:xfrm>
            <a:off x="16560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4" name="metrics_change_7">
            <a:extLst>
              <a:ext uri="{FF2B5EF4-FFF2-40B4-BE49-F238E27FC236}">
                <a16:creationId xmlns:a16="http://schemas.microsoft.com/office/drawing/2014/main" id="{B1C7C92B-ADF1-7087-FC6F-B7DAE846FFED}"/>
              </a:ext>
            </a:extLst>
          </p:cNvPr>
          <p:cNvSpPr>
            <a:spLocks noGrp="1"/>
          </p:cNvSpPr>
          <p:nvPr>
            <p:ph type="body" sz="quarter" idx="53"/>
          </p:nvPr>
        </p:nvSpPr>
        <p:spPr>
          <a:xfrm>
            <a:off x="39024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6" name="metrics_change_8">
            <a:extLst>
              <a:ext uri="{FF2B5EF4-FFF2-40B4-BE49-F238E27FC236}">
                <a16:creationId xmlns:a16="http://schemas.microsoft.com/office/drawing/2014/main" id="{54355E35-1CA5-48FA-DC63-8C8DEA57F779}"/>
              </a:ext>
            </a:extLst>
          </p:cNvPr>
          <p:cNvSpPr>
            <a:spLocks noGrp="1"/>
          </p:cNvSpPr>
          <p:nvPr>
            <p:ph type="body" sz="quarter" idx="54"/>
          </p:nvPr>
        </p:nvSpPr>
        <p:spPr>
          <a:xfrm>
            <a:off x="61812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7" name="metrics_change_9">
            <a:extLst>
              <a:ext uri="{FF2B5EF4-FFF2-40B4-BE49-F238E27FC236}">
                <a16:creationId xmlns:a16="http://schemas.microsoft.com/office/drawing/2014/main" id="{273D40E1-5CD7-EA9F-0702-B2F5481E17CA}"/>
              </a:ext>
            </a:extLst>
          </p:cNvPr>
          <p:cNvSpPr>
            <a:spLocks noGrp="1"/>
          </p:cNvSpPr>
          <p:nvPr>
            <p:ph type="body" sz="quarter" idx="55"/>
          </p:nvPr>
        </p:nvSpPr>
        <p:spPr>
          <a:xfrm>
            <a:off x="84456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cxnSp>
        <p:nvCxnSpPr>
          <p:cNvPr id="50" name="connector_2">
            <a:extLst>
              <a:ext uri="{FF2B5EF4-FFF2-40B4-BE49-F238E27FC236}">
                <a16:creationId xmlns:a16="http://schemas.microsoft.com/office/drawing/2014/main" id="{5C9CD341-CE72-E9F3-2806-0AB2959929F2}"/>
              </a:ext>
            </a:extLst>
          </p:cNvPr>
          <p:cNvCxnSpPr>
            <a:cxnSpLocks/>
          </p:cNvCxnSpPr>
          <p:nvPr userDrawn="1"/>
        </p:nvCxnSpPr>
        <p:spPr>
          <a:xfrm>
            <a:off x="5810400" y="1004400"/>
            <a:ext cx="0" cy="136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legend_blue">
            <a:extLst>
              <a:ext uri="{FF2B5EF4-FFF2-40B4-BE49-F238E27FC236}">
                <a16:creationId xmlns:a16="http://schemas.microsoft.com/office/drawing/2014/main" id="{743BC47C-E21E-864A-5E56-923F5ECC9631}"/>
              </a:ext>
            </a:extLst>
          </p:cNvPr>
          <p:cNvSpPr>
            <a:spLocks noGrp="1" noRot="1" noMove="1" noResize="1" noEditPoints="1" noAdjustHandles="1" noChangeArrowheads="1" noChangeShapeType="1"/>
          </p:cNvSpPr>
          <p:nvPr userDrawn="1"/>
        </p:nvSpPr>
        <p:spPr>
          <a:xfrm>
            <a:off x="8042400" y="2633312"/>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legend_1">
            <a:extLst>
              <a:ext uri="{FF2B5EF4-FFF2-40B4-BE49-F238E27FC236}">
                <a16:creationId xmlns:a16="http://schemas.microsoft.com/office/drawing/2014/main" id="{D32CED89-FDA3-FA04-823F-C88AB43B760D}"/>
              </a:ext>
            </a:extLst>
          </p:cNvPr>
          <p:cNvSpPr>
            <a:spLocks noGrp="1"/>
          </p:cNvSpPr>
          <p:nvPr>
            <p:ph type="body" sz="quarter" idx="56"/>
          </p:nvPr>
        </p:nvSpPr>
        <p:spPr>
          <a:xfrm>
            <a:off x="8193600" y="2651312"/>
            <a:ext cx="626400" cy="97200"/>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52" name="legend_lightblue">
            <a:extLst>
              <a:ext uri="{FF2B5EF4-FFF2-40B4-BE49-F238E27FC236}">
                <a16:creationId xmlns:a16="http://schemas.microsoft.com/office/drawing/2014/main" id="{7BA13F64-1BEC-AB79-B404-A182DBFDC60B}"/>
              </a:ext>
            </a:extLst>
          </p:cNvPr>
          <p:cNvSpPr>
            <a:spLocks noGrp="1" noRot="1" noMove="1" noResize="1" noEditPoints="1" noAdjustHandles="1" noChangeArrowheads="1" noChangeShapeType="1"/>
          </p:cNvSpPr>
          <p:nvPr userDrawn="1"/>
        </p:nvSpPr>
        <p:spPr>
          <a:xfrm>
            <a:off x="8744400" y="2633312"/>
            <a:ext cx="108000" cy="108000"/>
          </a:xfrm>
          <a:prstGeom prst="rect">
            <a:avLst/>
          </a:prstGeom>
          <a:solidFill>
            <a:srgbClr val="9DB7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legend_2">
            <a:extLst>
              <a:ext uri="{FF2B5EF4-FFF2-40B4-BE49-F238E27FC236}">
                <a16:creationId xmlns:a16="http://schemas.microsoft.com/office/drawing/2014/main" id="{D3936B4F-FC00-CD9C-1617-0030CBC244F8}"/>
              </a:ext>
            </a:extLst>
          </p:cNvPr>
          <p:cNvSpPr>
            <a:spLocks noGrp="1"/>
          </p:cNvSpPr>
          <p:nvPr>
            <p:ph type="body" sz="quarter" idx="57"/>
          </p:nvPr>
        </p:nvSpPr>
        <p:spPr>
          <a:xfrm>
            <a:off x="8902800" y="2651312"/>
            <a:ext cx="626400" cy="97200"/>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54" name="graph_title">
            <a:extLst>
              <a:ext uri="{FF2B5EF4-FFF2-40B4-BE49-F238E27FC236}">
                <a16:creationId xmlns:a16="http://schemas.microsoft.com/office/drawing/2014/main" id="{33A1E0C2-9455-3825-ED5A-B42CA95C02A5}"/>
              </a:ext>
            </a:extLst>
          </p:cNvPr>
          <p:cNvSpPr>
            <a:spLocks noGrp="1"/>
          </p:cNvSpPr>
          <p:nvPr>
            <p:ph type="body" sz="quarter" idx="58"/>
          </p:nvPr>
        </p:nvSpPr>
        <p:spPr>
          <a:xfrm>
            <a:off x="468000" y="2528912"/>
            <a:ext cx="1929600" cy="154800"/>
          </a:xfrm>
          <a:prstGeom prst="rect">
            <a:avLst/>
          </a:prstGeom>
        </p:spPr>
        <p:txBody>
          <a:bodyPr anchor="ctr"/>
          <a:lstStyle>
            <a:lvl1pPr marL="0" indent="0" algn="l">
              <a:buNone/>
              <a:defRPr sz="1000" b="1"/>
            </a:lvl1pPr>
          </a:lstStyle>
          <a:p>
            <a:pPr lvl="0"/>
            <a:endParaRPr kumimoji="1" lang="ja-JP" altLang="en-US" dirty="0"/>
          </a:p>
        </p:txBody>
      </p:sp>
      <p:sp>
        <p:nvSpPr>
          <p:cNvPr id="48" name="date">
            <a:extLst>
              <a:ext uri="{FF2B5EF4-FFF2-40B4-BE49-F238E27FC236}">
                <a16:creationId xmlns:a16="http://schemas.microsoft.com/office/drawing/2014/main" id="{D376C346-C9B8-93D0-90DB-2001C66C7039}"/>
              </a:ext>
            </a:extLst>
          </p:cNvPr>
          <p:cNvSpPr>
            <a:spLocks noGrp="1"/>
          </p:cNvSpPr>
          <p:nvPr>
            <p:ph type="body" sz="quarter" idx="59"/>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7" name="connector_1">
            <a:extLst>
              <a:ext uri="{FF2B5EF4-FFF2-40B4-BE49-F238E27FC236}">
                <a16:creationId xmlns:a16="http://schemas.microsoft.com/office/drawing/2014/main" id="{E05E6B7C-D843-7412-96E2-9504CFD43EF6}"/>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4682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summary_month_over_month_a">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0" y="2099536"/>
            <a:ext cx="9905999" cy="2963409"/>
          </a:xfrm>
          <a:prstGeom prst="rect">
            <a:avLst/>
          </a:prstGeom>
        </p:spPr>
        <p:txBody>
          <a:bodyPr/>
          <a:lstStyle/>
          <a:p>
            <a:endParaRPr kumimoji="1" lang="ja-JP" altLang="en-US"/>
          </a:p>
        </p:txBody>
      </p:sp>
      <p:sp>
        <p:nvSpPr>
          <p:cNvPr id="9" name="User">
            <a:extLst>
              <a:ext uri="{FF2B5EF4-FFF2-40B4-BE49-F238E27FC236}">
                <a16:creationId xmlns:a16="http://schemas.microsoft.com/office/drawing/2014/main" id="{031B078C-8CFC-1BD0-1CB3-E4EDC3D40545}"/>
              </a:ext>
            </a:extLst>
          </p:cNvPr>
          <p:cNvSpPr>
            <a:spLocks noGrp="1"/>
          </p:cNvSpPr>
          <p:nvPr>
            <p:ph type="body" sz="quarter" idx="16"/>
          </p:nvPr>
        </p:nvSpPr>
        <p:spPr>
          <a:xfrm>
            <a:off x="405496" y="943762"/>
            <a:ext cx="1428538" cy="304587"/>
          </a:xfrm>
          <a:prstGeom prst="rect">
            <a:avLst/>
          </a:prstGeom>
        </p:spPr>
        <p:txBody>
          <a:bodyPr lIns="0" anchor="ctr"/>
          <a:lstStyle>
            <a:lvl1pPr marL="0" indent="0" algn="l">
              <a:buNone/>
              <a:defRPr sz="14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2" name="page_title">
            <a:extLst>
              <a:ext uri="{FF2B5EF4-FFF2-40B4-BE49-F238E27FC236}">
                <a16:creationId xmlns:a16="http://schemas.microsoft.com/office/drawing/2014/main" id="{2D1C1F25-EC0A-A6FF-C9B4-51FCCAD4D529}"/>
              </a:ext>
            </a:extLst>
          </p:cNvPr>
          <p:cNvSpPr>
            <a:spLocks noGrp="1"/>
          </p:cNvSpPr>
          <p:nvPr>
            <p:ph type="body" sz="quarter" idx="24"/>
          </p:nvPr>
        </p:nvSpPr>
        <p:spPr>
          <a:xfrm>
            <a:off x="358775" y="303638"/>
            <a:ext cx="7642225" cy="365125"/>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F1F52DED-9BF8-95BF-84F7-F4AFB5E52AC1}"/>
              </a:ext>
            </a:extLst>
          </p:cNvPr>
          <p:cNvSpPr>
            <a:spLocks noGrp="1"/>
          </p:cNvSpPr>
          <p:nvPr>
            <p:ph type="body" sz="quarter" idx="25"/>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14" name="connector_1">
            <a:extLst>
              <a:ext uri="{FF2B5EF4-FFF2-40B4-BE49-F238E27FC236}">
                <a16:creationId xmlns:a16="http://schemas.microsoft.com/office/drawing/2014/main" id="{E9A15D7B-7C93-8C6F-3033-7F4F52B66F02}"/>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ray_object_1">
            <a:extLst>
              <a:ext uri="{FF2B5EF4-FFF2-40B4-BE49-F238E27FC236}">
                <a16:creationId xmlns:a16="http://schemas.microsoft.com/office/drawing/2014/main" id="{4717A991-0FE2-74D8-AD5B-F938725B4C7C}"/>
              </a:ext>
            </a:extLst>
          </p:cNvPr>
          <p:cNvSpPr>
            <a:spLocks noGrp="1" noRot="1" noMove="1" noResize="1" noEditPoints="1" noAdjustHandles="1" noChangeArrowheads="1" noChangeShapeType="1"/>
          </p:cNvSpPr>
          <p:nvPr userDrawn="1"/>
        </p:nvSpPr>
        <p:spPr>
          <a:xfrm>
            <a:off x="534447" y="1626833"/>
            <a:ext cx="1743042"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0" name="gray_object_3">
            <a:extLst>
              <a:ext uri="{FF2B5EF4-FFF2-40B4-BE49-F238E27FC236}">
                <a16:creationId xmlns:a16="http://schemas.microsoft.com/office/drawing/2014/main" id="{2D8F159D-8089-5F8C-4199-31BE894925D9}"/>
              </a:ext>
            </a:extLst>
          </p:cNvPr>
          <p:cNvSpPr>
            <a:spLocks noGrp="1" noRot="1" noMove="1" noResize="1" noEditPoints="1" noAdjustHandles="1" noChangeArrowheads="1" noChangeShapeType="1"/>
          </p:cNvSpPr>
          <p:nvPr userDrawn="1"/>
        </p:nvSpPr>
        <p:spPr>
          <a:xfrm>
            <a:off x="4168609" y="1626833"/>
            <a:ext cx="1744454"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2" name="gray_object_2">
            <a:extLst>
              <a:ext uri="{FF2B5EF4-FFF2-40B4-BE49-F238E27FC236}">
                <a16:creationId xmlns:a16="http://schemas.microsoft.com/office/drawing/2014/main" id="{90A62A26-A8EB-1897-4AD1-CC865E0F431E}"/>
              </a:ext>
            </a:extLst>
          </p:cNvPr>
          <p:cNvSpPr>
            <a:spLocks noGrp="1" noRot="1" noMove="1" noResize="1" noEditPoints="1" noAdjustHandles="1" noChangeArrowheads="1" noChangeShapeType="1"/>
          </p:cNvSpPr>
          <p:nvPr userDrawn="1"/>
        </p:nvSpPr>
        <p:spPr>
          <a:xfrm>
            <a:off x="2352062" y="1626833"/>
            <a:ext cx="1744455"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3" name="gray_object_4">
            <a:extLst>
              <a:ext uri="{FF2B5EF4-FFF2-40B4-BE49-F238E27FC236}">
                <a16:creationId xmlns:a16="http://schemas.microsoft.com/office/drawing/2014/main" id="{758542B8-01B0-AE36-30AB-5CA2535E5C38}"/>
              </a:ext>
            </a:extLst>
          </p:cNvPr>
          <p:cNvSpPr>
            <a:spLocks noGrp="1" noRot="1" noMove="1" noResize="1" noEditPoints="1" noAdjustHandles="1" noChangeArrowheads="1" noChangeShapeType="1"/>
          </p:cNvSpPr>
          <p:nvPr userDrawn="1"/>
        </p:nvSpPr>
        <p:spPr>
          <a:xfrm>
            <a:off x="5983743" y="1626833"/>
            <a:ext cx="1744455" cy="820804"/>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4" name="gray_object_5">
            <a:extLst>
              <a:ext uri="{FF2B5EF4-FFF2-40B4-BE49-F238E27FC236}">
                <a16:creationId xmlns:a16="http://schemas.microsoft.com/office/drawing/2014/main" id="{A29033FF-94A8-EAB4-88B2-7228C12C8DFF}"/>
              </a:ext>
            </a:extLst>
          </p:cNvPr>
          <p:cNvSpPr>
            <a:spLocks noGrp="1" noRot="1" noMove="1" noResize="1" noEditPoints="1" noAdjustHandles="1" noChangeArrowheads="1" noChangeShapeType="1"/>
          </p:cNvSpPr>
          <p:nvPr userDrawn="1"/>
        </p:nvSpPr>
        <p:spPr>
          <a:xfrm>
            <a:off x="7793246" y="1626833"/>
            <a:ext cx="1744454"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30" name="metrics_title_1">
            <a:extLst>
              <a:ext uri="{FF2B5EF4-FFF2-40B4-BE49-F238E27FC236}">
                <a16:creationId xmlns:a16="http://schemas.microsoft.com/office/drawing/2014/main" id="{1E88D422-6BB1-CAAC-279E-20C09ED47046}"/>
              </a:ext>
            </a:extLst>
          </p:cNvPr>
          <p:cNvSpPr>
            <a:spLocks noGrp="1"/>
          </p:cNvSpPr>
          <p:nvPr>
            <p:ph type="body" sz="quarter" idx="26"/>
          </p:nvPr>
        </p:nvSpPr>
        <p:spPr>
          <a:xfrm>
            <a:off x="529904" y="1410108"/>
            <a:ext cx="1713571" cy="183895"/>
          </a:xfrm>
          <a:prstGeom prst="rect">
            <a:avLst/>
          </a:prstGeom>
        </p:spPr>
        <p:txBody>
          <a:bodyPr lIns="0" anchor="ctr"/>
          <a:lstStyle>
            <a:lvl1pPr marL="0" indent="0" algn="l">
              <a:buNone/>
              <a:defRPr sz="1000" b="0"/>
            </a:lvl1pPr>
          </a:lstStyle>
          <a:p>
            <a:pPr lvl="0"/>
            <a:endParaRPr kumimoji="1" lang="ja-JP" altLang="en-US" dirty="0"/>
          </a:p>
        </p:txBody>
      </p:sp>
      <p:sp>
        <p:nvSpPr>
          <p:cNvPr id="32" name="metrics_title_3">
            <a:extLst>
              <a:ext uri="{FF2B5EF4-FFF2-40B4-BE49-F238E27FC236}">
                <a16:creationId xmlns:a16="http://schemas.microsoft.com/office/drawing/2014/main" id="{3125DF2F-245E-20CE-4D42-264A7BA1B9F2}"/>
              </a:ext>
            </a:extLst>
          </p:cNvPr>
          <p:cNvSpPr>
            <a:spLocks noGrp="1"/>
          </p:cNvSpPr>
          <p:nvPr>
            <p:ph type="body" sz="quarter" idx="28"/>
          </p:nvPr>
        </p:nvSpPr>
        <p:spPr>
          <a:xfrm>
            <a:off x="4170405" y="1410108"/>
            <a:ext cx="1750064" cy="183895"/>
          </a:xfrm>
          <a:prstGeom prst="rect">
            <a:avLst/>
          </a:prstGeom>
        </p:spPr>
        <p:txBody>
          <a:bodyPr lIns="0" anchor="ctr"/>
          <a:lstStyle>
            <a:lvl1pPr marL="0" indent="0" algn="l">
              <a:buNone/>
              <a:defRPr sz="1000" b="0"/>
            </a:lvl1pPr>
          </a:lstStyle>
          <a:p>
            <a:pPr lvl="0"/>
            <a:endParaRPr kumimoji="1" lang="ja-JP" altLang="en-US" dirty="0"/>
          </a:p>
        </p:txBody>
      </p:sp>
      <p:sp>
        <p:nvSpPr>
          <p:cNvPr id="33" name="metrics_title_4">
            <a:extLst>
              <a:ext uri="{FF2B5EF4-FFF2-40B4-BE49-F238E27FC236}">
                <a16:creationId xmlns:a16="http://schemas.microsoft.com/office/drawing/2014/main" id="{E65A2EE1-BC0E-C0E1-13E6-221F65679A20}"/>
              </a:ext>
            </a:extLst>
          </p:cNvPr>
          <p:cNvSpPr>
            <a:spLocks noGrp="1"/>
          </p:cNvSpPr>
          <p:nvPr>
            <p:ph type="body" sz="quarter" idx="29"/>
          </p:nvPr>
        </p:nvSpPr>
        <p:spPr>
          <a:xfrm>
            <a:off x="5992979" y="1410109"/>
            <a:ext cx="1716156" cy="170000"/>
          </a:xfrm>
          <a:prstGeom prst="rect">
            <a:avLst/>
          </a:prstGeom>
        </p:spPr>
        <p:txBody>
          <a:bodyPr lIns="0" anchor="ctr"/>
          <a:lstStyle>
            <a:lvl1pPr marL="0" indent="0" algn="l">
              <a:buNone/>
              <a:defRPr sz="1000" b="0"/>
            </a:lvl1pPr>
          </a:lstStyle>
          <a:p>
            <a:pPr lvl="0"/>
            <a:endParaRPr kumimoji="1" lang="ja-JP" altLang="en-US" dirty="0"/>
          </a:p>
        </p:txBody>
      </p:sp>
      <p:sp>
        <p:nvSpPr>
          <p:cNvPr id="34" name="metrics_title_5">
            <a:extLst>
              <a:ext uri="{FF2B5EF4-FFF2-40B4-BE49-F238E27FC236}">
                <a16:creationId xmlns:a16="http://schemas.microsoft.com/office/drawing/2014/main" id="{1959CC27-372B-D555-4174-1F9D97D82728}"/>
              </a:ext>
            </a:extLst>
          </p:cNvPr>
          <p:cNvSpPr>
            <a:spLocks noGrp="1"/>
          </p:cNvSpPr>
          <p:nvPr>
            <p:ph type="body" sz="quarter" idx="30"/>
          </p:nvPr>
        </p:nvSpPr>
        <p:spPr>
          <a:xfrm>
            <a:off x="7821601" y="1408082"/>
            <a:ext cx="1716156" cy="183895"/>
          </a:xfrm>
          <a:prstGeom prst="rect">
            <a:avLst/>
          </a:prstGeom>
        </p:spPr>
        <p:txBody>
          <a:bodyPr lIns="0" anchor="ctr"/>
          <a:lstStyle>
            <a:lvl1pPr marL="0" indent="0" algn="l">
              <a:buNone/>
              <a:defRPr sz="1000" b="0"/>
            </a:lvl1pPr>
          </a:lstStyle>
          <a:p>
            <a:pPr lvl="0"/>
            <a:endParaRPr kumimoji="1" lang="ja-JP" altLang="en-US" dirty="0"/>
          </a:p>
        </p:txBody>
      </p:sp>
      <p:sp>
        <p:nvSpPr>
          <p:cNvPr id="35" name="metrics_title_2">
            <a:extLst>
              <a:ext uri="{FF2B5EF4-FFF2-40B4-BE49-F238E27FC236}">
                <a16:creationId xmlns:a16="http://schemas.microsoft.com/office/drawing/2014/main" id="{9D0F4EDB-03AC-E0ED-BE96-A6EFD78F80AA}"/>
              </a:ext>
            </a:extLst>
          </p:cNvPr>
          <p:cNvSpPr>
            <a:spLocks noGrp="1"/>
          </p:cNvSpPr>
          <p:nvPr>
            <p:ph type="body" sz="quarter" idx="27"/>
          </p:nvPr>
        </p:nvSpPr>
        <p:spPr>
          <a:xfrm>
            <a:off x="2371348" y="1413033"/>
            <a:ext cx="1716157" cy="167513"/>
          </a:xfrm>
          <a:prstGeom prst="rect">
            <a:avLst/>
          </a:prstGeom>
        </p:spPr>
        <p:txBody>
          <a:bodyPr lIns="0" anchor="ctr"/>
          <a:lstStyle>
            <a:lvl1pPr marL="0" indent="0" algn="l">
              <a:buNone/>
              <a:defRPr sz="1000" b="0"/>
            </a:lvl1pPr>
          </a:lstStyle>
          <a:p>
            <a:pPr lvl="0"/>
            <a:endParaRPr kumimoji="1" lang="ja-JP" altLang="en-US" dirty="0"/>
          </a:p>
        </p:txBody>
      </p:sp>
      <p:sp>
        <p:nvSpPr>
          <p:cNvPr id="4" name="gray_object_6">
            <a:extLst>
              <a:ext uri="{FF2B5EF4-FFF2-40B4-BE49-F238E27FC236}">
                <a16:creationId xmlns:a16="http://schemas.microsoft.com/office/drawing/2014/main" id="{CD2C0D65-9218-A5FF-B710-A2422EC55AEF}"/>
              </a:ext>
            </a:extLst>
          </p:cNvPr>
          <p:cNvSpPr>
            <a:spLocks noGrp="1" noRot="1" noMove="1" noResize="1" noEditPoints="1" noAdjustHandles="1" noChangeArrowheads="1" noChangeShapeType="1"/>
          </p:cNvSpPr>
          <p:nvPr userDrawn="1"/>
        </p:nvSpPr>
        <p:spPr>
          <a:xfrm>
            <a:off x="527648" y="5431650"/>
            <a:ext cx="2003116" cy="839842"/>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8" name="gray_object_7">
            <a:extLst>
              <a:ext uri="{FF2B5EF4-FFF2-40B4-BE49-F238E27FC236}">
                <a16:creationId xmlns:a16="http://schemas.microsoft.com/office/drawing/2014/main" id="{29B01A13-5D75-C4FB-9022-51DC936B92D7}"/>
              </a:ext>
            </a:extLst>
          </p:cNvPr>
          <p:cNvSpPr>
            <a:spLocks noGrp="1" noRot="1" noMove="1" noResize="1" noEditPoints="1" noAdjustHandles="1" noChangeArrowheads="1" noChangeShapeType="1"/>
          </p:cNvSpPr>
          <p:nvPr userDrawn="1"/>
        </p:nvSpPr>
        <p:spPr>
          <a:xfrm>
            <a:off x="2649814" y="5431649"/>
            <a:ext cx="2003116" cy="839842"/>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1" name="gray_object_9">
            <a:extLst>
              <a:ext uri="{FF2B5EF4-FFF2-40B4-BE49-F238E27FC236}">
                <a16:creationId xmlns:a16="http://schemas.microsoft.com/office/drawing/2014/main" id="{E786B111-5F30-432E-3F9F-97815DBB53A4}"/>
              </a:ext>
            </a:extLst>
          </p:cNvPr>
          <p:cNvSpPr>
            <a:spLocks noGrp="1" noRot="1" noMove="1" noResize="1" noEditPoints="1" noAdjustHandles="1" noChangeArrowheads="1" noChangeShapeType="1"/>
          </p:cNvSpPr>
          <p:nvPr userDrawn="1"/>
        </p:nvSpPr>
        <p:spPr>
          <a:xfrm>
            <a:off x="7531231" y="5432998"/>
            <a:ext cx="2005057" cy="838494"/>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2" name="gray_object_8">
            <a:extLst>
              <a:ext uri="{FF2B5EF4-FFF2-40B4-BE49-F238E27FC236}">
                <a16:creationId xmlns:a16="http://schemas.microsoft.com/office/drawing/2014/main" id="{4A342799-B598-E615-30C5-50CB06B73C07}"/>
              </a:ext>
            </a:extLst>
          </p:cNvPr>
          <p:cNvSpPr>
            <a:spLocks noGrp="1" noRot="1" noMove="1" noResize="1" noEditPoints="1" noAdjustHandles="1" noChangeArrowheads="1" noChangeShapeType="1"/>
          </p:cNvSpPr>
          <p:nvPr userDrawn="1"/>
        </p:nvSpPr>
        <p:spPr>
          <a:xfrm>
            <a:off x="5372123" y="5432997"/>
            <a:ext cx="2003115" cy="838495"/>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3" name="KeyEvent">
            <a:extLst>
              <a:ext uri="{FF2B5EF4-FFF2-40B4-BE49-F238E27FC236}">
                <a16:creationId xmlns:a16="http://schemas.microsoft.com/office/drawing/2014/main" id="{F06A3243-B844-B0C8-2221-D54D5BE42C6C}"/>
              </a:ext>
            </a:extLst>
          </p:cNvPr>
          <p:cNvSpPr>
            <a:spLocks noGrp="1"/>
          </p:cNvSpPr>
          <p:nvPr>
            <p:ph type="body" sz="quarter" idx="31"/>
          </p:nvPr>
        </p:nvSpPr>
        <p:spPr>
          <a:xfrm>
            <a:off x="405496" y="4758358"/>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15" name="metrics_title_6">
            <a:extLst>
              <a:ext uri="{FF2B5EF4-FFF2-40B4-BE49-F238E27FC236}">
                <a16:creationId xmlns:a16="http://schemas.microsoft.com/office/drawing/2014/main" id="{1DBD124E-C82A-1439-86CF-60D2482FF853}"/>
              </a:ext>
            </a:extLst>
          </p:cNvPr>
          <p:cNvSpPr>
            <a:spLocks noGrp="1"/>
          </p:cNvSpPr>
          <p:nvPr>
            <p:ph type="body" sz="quarter" idx="32"/>
          </p:nvPr>
        </p:nvSpPr>
        <p:spPr>
          <a:xfrm>
            <a:off x="533254" y="5221416"/>
            <a:ext cx="1997509" cy="158899"/>
          </a:xfrm>
          <a:prstGeom prst="rect">
            <a:avLst/>
          </a:prstGeom>
        </p:spPr>
        <p:txBody>
          <a:bodyPr lIns="0" anchor="ctr"/>
          <a:lstStyle>
            <a:lvl1pPr marL="0" indent="0" algn="l">
              <a:buNone/>
              <a:defRPr sz="1000" b="0"/>
            </a:lvl1pPr>
          </a:lstStyle>
          <a:p>
            <a:pPr lvl="0"/>
            <a:endParaRPr kumimoji="1" lang="ja-JP" altLang="en-US" dirty="0"/>
          </a:p>
        </p:txBody>
      </p:sp>
      <p:sp>
        <p:nvSpPr>
          <p:cNvPr id="17" name="metrics_title_7">
            <a:extLst>
              <a:ext uri="{FF2B5EF4-FFF2-40B4-BE49-F238E27FC236}">
                <a16:creationId xmlns:a16="http://schemas.microsoft.com/office/drawing/2014/main" id="{B505B241-8107-A14F-719C-E380AC5FCBD6}"/>
              </a:ext>
            </a:extLst>
          </p:cNvPr>
          <p:cNvSpPr>
            <a:spLocks noGrp="1"/>
          </p:cNvSpPr>
          <p:nvPr>
            <p:ph type="body" sz="quarter" idx="33"/>
          </p:nvPr>
        </p:nvSpPr>
        <p:spPr>
          <a:xfrm>
            <a:off x="2658966" y="5220620"/>
            <a:ext cx="1993963" cy="157161"/>
          </a:xfrm>
          <a:prstGeom prst="rect">
            <a:avLst/>
          </a:prstGeom>
        </p:spPr>
        <p:txBody>
          <a:bodyPr lIns="0" anchor="ctr"/>
          <a:lstStyle>
            <a:lvl1pPr marL="0" indent="0" algn="l">
              <a:buNone/>
              <a:defRPr sz="1000" b="0"/>
            </a:lvl1pPr>
          </a:lstStyle>
          <a:p>
            <a:pPr lvl="0"/>
            <a:endParaRPr kumimoji="1" lang="ja-JP" altLang="en-US" dirty="0"/>
          </a:p>
        </p:txBody>
      </p:sp>
      <p:sp>
        <p:nvSpPr>
          <p:cNvPr id="18" name="metrics_title_8">
            <a:extLst>
              <a:ext uri="{FF2B5EF4-FFF2-40B4-BE49-F238E27FC236}">
                <a16:creationId xmlns:a16="http://schemas.microsoft.com/office/drawing/2014/main" id="{C9DE4B4D-BBAC-5013-B61B-9BD4CD15ED24}"/>
              </a:ext>
            </a:extLst>
          </p:cNvPr>
          <p:cNvSpPr>
            <a:spLocks noGrp="1"/>
          </p:cNvSpPr>
          <p:nvPr>
            <p:ph type="body" sz="quarter" idx="34"/>
          </p:nvPr>
        </p:nvSpPr>
        <p:spPr>
          <a:xfrm>
            <a:off x="5372849" y="5220620"/>
            <a:ext cx="2002379" cy="166198"/>
          </a:xfrm>
          <a:prstGeom prst="rect">
            <a:avLst/>
          </a:prstGeom>
        </p:spPr>
        <p:txBody>
          <a:bodyPr lIns="0" anchor="ctr"/>
          <a:lstStyle>
            <a:lvl1pPr marL="0" indent="0" algn="l">
              <a:buNone/>
              <a:defRPr sz="1000" b="0"/>
            </a:lvl1pPr>
          </a:lstStyle>
          <a:p>
            <a:pPr lvl="0"/>
            <a:endParaRPr kumimoji="1" lang="ja-JP" altLang="en-US" dirty="0"/>
          </a:p>
        </p:txBody>
      </p:sp>
      <p:sp>
        <p:nvSpPr>
          <p:cNvPr id="19" name="metrics_title_9">
            <a:extLst>
              <a:ext uri="{FF2B5EF4-FFF2-40B4-BE49-F238E27FC236}">
                <a16:creationId xmlns:a16="http://schemas.microsoft.com/office/drawing/2014/main" id="{831EAFF8-8AEF-6CD8-9074-E1514055680B}"/>
              </a:ext>
            </a:extLst>
          </p:cNvPr>
          <p:cNvSpPr>
            <a:spLocks noGrp="1"/>
          </p:cNvSpPr>
          <p:nvPr>
            <p:ph type="body" sz="quarter" idx="35"/>
          </p:nvPr>
        </p:nvSpPr>
        <p:spPr>
          <a:xfrm>
            <a:off x="7531231" y="5220620"/>
            <a:ext cx="2002378" cy="166198"/>
          </a:xfrm>
          <a:prstGeom prst="rect">
            <a:avLst/>
          </a:prstGeom>
        </p:spPr>
        <p:txBody>
          <a:bodyPr lIns="0" anchor="ctr"/>
          <a:lstStyle>
            <a:lvl1pPr marL="0" indent="0" algn="l">
              <a:buNone/>
              <a:defRPr sz="1000" b="0"/>
            </a:lvl1pPr>
          </a:lstStyle>
          <a:p>
            <a:pPr lvl="0"/>
            <a:endParaRPr kumimoji="1" lang="ja-JP" altLang="en-US" dirty="0"/>
          </a:p>
        </p:txBody>
      </p:sp>
      <p:sp>
        <p:nvSpPr>
          <p:cNvPr id="25" name="Engagement">
            <a:extLst>
              <a:ext uri="{FF2B5EF4-FFF2-40B4-BE49-F238E27FC236}">
                <a16:creationId xmlns:a16="http://schemas.microsoft.com/office/drawing/2014/main" id="{DE0ADF49-1306-F354-5EC7-DD0766FBBABA}"/>
              </a:ext>
            </a:extLst>
          </p:cNvPr>
          <p:cNvSpPr>
            <a:spLocks noGrp="1"/>
          </p:cNvSpPr>
          <p:nvPr>
            <p:ph type="body" sz="quarter" idx="36"/>
          </p:nvPr>
        </p:nvSpPr>
        <p:spPr>
          <a:xfrm>
            <a:off x="5160945" y="4758464"/>
            <a:ext cx="1428538" cy="304587"/>
          </a:xfrm>
          <a:prstGeom prst="rect">
            <a:avLst/>
          </a:prstGeom>
        </p:spPr>
        <p:txBody>
          <a:bodyPr anchor="ctr"/>
          <a:lstStyle>
            <a:lvl1pPr marL="0" indent="0" algn="ctr">
              <a:buNone/>
              <a:defRPr sz="1400" b="1"/>
            </a:lvl1pPr>
          </a:lstStyle>
          <a:p>
            <a:pPr lvl="0"/>
            <a:endParaRPr kumimoji="1" lang="ja-JP" altLang="en-US" dirty="0"/>
          </a:p>
        </p:txBody>
      </p:sp>
      <p:cxnSp>
        <p:nvCxnSpPr>
          <p:cNvPr id="26" name="connector_3">
            <a:extLst>
              <a:ext uri="{FF2B5EF4-FFF2-40B4-BE49-F238E27FC236}">
                <a16:creationId xmlns:a16="http://schemas.microsoft.com/office/drawing/2014/main" id="{17CE8F5F-BD6C-3221-E150-099CF0A54958}"/>
              </a:ext>
            </a:extLst>
          </p:cNvPr>
          <p:cNvCxnSpPr>
            <a:cxnSpLocks/>
          </p:cNvCxnSpPr>
          <p:nvPr userDrawn="1"/>
        </p:nvCxnSpPr>
        <p:spPr>
          <a:xfrm>
            <a:off x="5026891" y="4758464"/>
            <a:ext cx="0" cy="1596537"/>
          </a:xfrm>
          <a:prstGeom prst="line">
            <a:avLst/>
          </a:prstGeom>
          <a:ln w="9525"/>
        </p:spPr>
        <p:style>
          <a:lnRef idx="1">
            <a:schemeClr val="dk1"/>
          </a:lnRef>
          <a:fillRef idx="0">
            <a:schemeClr val="dk1"/>
          </a:fillRef>
          <a:effectRef idx="0">
            <a:schemeClr val="dk1"/>
          </a:effectRef>
          <a:fontRef idx="minor">
            <a:schemeClr val="tx1"/>
          </a:fontRef>
        </p:style>
      </p:cxnSp>
      <p:sp>
        <p:nvSpPr>
          <p:cNvPr id="10" name="metrics_1">
            <a:extLst>
              <a:ext uri="{FF2B5EF4-FFF2-40B4-BE49-F238E27FC236}">
                <a16:creationId xmlns:a16="http://schemas.microsoft.com/office/drawing/2014/main" id="{B6A210A7-B3DB-B43F-0563-06450BC1583D}"/>
              </a:ext>
            </a:extLst>
          </p:cNvPr>
          <p:cNvSpPr>
            <a:spLocks noGrp="1"/>
          </p:cNvSpPr>
          <p:nvPr>
            <p:ph type="body" sz="quarter" idx="37"/>
          </p:nvPr>
        </p:nvSpPr>
        <p:spPr>
          <a:xfrm>
            <a:off x="691699" y="188306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27" name="metrics_2">
            <a:extLst>
              <a:ext uri="{FF2B5EF4-FFF2-40B4-BE49-F238E27FC236}">
                <a16:creationId xmlns:a16="http://schemas.microsoft.com/office/drawing/2014/main" id="{EADCB533-CB73-46EB-A684-654E010749DC}"/>
              </a:ext>
            </a:extLst>
          </p:cNvPr>
          <p:cNvSpPr>
            <a:spLocks noGrp="1"/>
          </p:cNvSpPr>
          <p:nvPr>
            <p:ph type="body" sz="quarter" idx="38"/>
          </p:nvPr>
        </p:nvSpPr>
        <p:spPr>
          <a:xfrm>
            <a:off x="2505542" y="188306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28" name="metrics_3">
            <a:extLst>
              <a:ext uri="{FF2B5EF4-FFF2-40B4-BE49-F238E27FC236}">
                <a16:creationId xmlns:a16="http://schemas.microsoft.com/office/drawing/2014/main" id="{95982E0B-9614-79BC-7272-6BAA46CE2A83}"/>
              </a:ext>
            </a:extLst>
          </p:cNvPr>
          <p:cNvSpPr>
            <a:spLocks noGrp="1"/>
          </p:cNvSpPr>
          <p:nvPr>
            <p:ph type="body" sz="quarter" idx="39"/>
          </p:nvPr>
        </p:nvSpPr>
        <p:spPr>
          <a:xfrm>
            <a:off x="4326567" y="1881453"/>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29" name="metrics_4">
            <a:extLst>
              <a:ext uri="{FF2B5EF4-FFF2-40B4-BE49-F238E27FC236}">
                <a16:creationId xmlns:a16="http://schemas.microsoft.com/office/drawing/2014/main" id="{7731A556-DB14-B460-1959-2655C39E9BAD}"/>
              </a:ext>
            </a:extLst>
          </p:cNvPr>
          <p:cNvSpPr>
            <a:spLocks noGrp="1"/>
          </p:cNvSpPr>
          <p:nvPr>
            <p:ph type="body" sz="quarter" idx="40"/>
          </p:nvPr>
        </p:nvSpPr>
        <p:spPr>
          <a:xfrm>
            <a:off x="6151124" y="1879840"/>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1" name="metrics_5">
            <a:extLst>
              <a:ext uri="{FF2B5EF4-FFF2-40B4-BE49-F238E27FC236}">
                <a16:creationId xmlns:a16="http://schemas.microsoft.com/office/drawing/2014/main" id="{67D73697-3990-63D9-491D-21EDBE238791}"/>
              </a:ext>
            </a:extLst>
          </p:cNvPr>
          <p:cNvSpPr>
            <a:spLocks noGrp="1"/>
          </p:cNvSpPr>
          <p:nvPr>
            <p:ph type="body" sz="quarter" idx="41"/>
          </p:nvPr>
        </p:nvSpPr>
        <p:spPr>
          <a:xfrm>
            <a:off x="7949534" y="188306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6" name="metrics_6">
            <a:extLst>
              <a:ext uri="{FF2B5EF4-FFF2-40B4-BE49-F238E27FC236}">
                <a16:creationId xmlns:a16="http://schemas.microsoft.com/office/drawing/2014/main" id="{38F65F8B-116F-6A3C-CF15-F97BCE08917F}"/>
              </a:ext>
            </a:extLst>
          </p:cNvPr>
          <p:cNvSpPr>
            <a:spLocks noGrp="1"/>
          </p:cNvSpPr>
          <p:nvPr>
            <p:ph type="body" sz="quarter" idx="42"/>
          </p:nvPr>
        </p:nvSpPr>
        <p:spPr>
          <a:xfrm>
            <a:off x="814937" y="569927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7" name="metrics_7">
            <a:extLst>
              <a:ext uri="{FF2B5EF4-FFF2-40B4-BE49-F238E27FC236}">
                <a16:creationId xmlns:a16="http://schemas.microsoft.com/office/drawing/2014/main" id="{7DD634A1-9C2B-6CB0-A1C7-A416B16F69D7}"/>
              </a:ext>
            </a:extLst>
          </p:cNvPr>
          <p:cNvSpPr>
            <a:spLocks noGrp="1"/>
          </p:cNvSpPr>
          <p:nvPr>
            <p:ph type="body" sz="quarter" idx="43"/>
          </p:nvPr>
        </p:nvSpPr>
        <p:spPr>
          <a:xfrm>
            <a:off x="2931496" y="5699275"/>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8" name="metrics_8">
            <a:extLst>
              <a:ext uri="{FF2B5EF4-FFF2-40B4-BE49-F238E27FC236}">
                <a16:creationId xmlns:a16="http://schemas.microsoft.com/office/drawing/2014/main" id="{4DBFF196-D42B-7273-C092-4C973F3D7B89}"/>
              </a:ext>
            </a:extLst>
          </p:cNvPr>
          <p:cNvSpPr>
            <a:spLocks noGrp="1"/>
          </p:cNvSpPr>
          <p:nvPr>
            <p:ph type="body" sz="quarter" idx="44"/>
          </p:nvPr>
        </p:nvSpPr>
        <p:spPr>
          <a:xfrm>
            <a:off x="5659411" y="5687144"/>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9" name="metrics_9">
            <a:extLst>
              <a:ext uri="{FF2B5EF4-FFF2-40B4-BE49-F238E27FC236}">
                <a16:creationId xmlns:a16="http://schemas.microsoft.com/office/drawing/2014/main" id="{01463C6D-55C6-F99F-28F0-58FBF2AEEF78}"/>
              </a:ext>
            </a:extLst>
          </p:cNvPr>
          <p:cNvSpPr>
            <a:spLocks noGrp="1"/>
          </p:cNvSpPr>
          <p:nvPr>
            <p:ph type="body" sz="quarter" idx="45"/>
          </p:nvPr>
        </p:nvSpPr>
        <p:spPr>
          <a:xfrm>
            <a:off x="7821601" y="5699274"/>
            <a:ext cx="1428538" cy="304587"/>
          </a:xfrm>
          <a:prstGeom prst="rect">
            <a:avLst/>
          </a:prstGeom>
        </p:spPr>
        <p:txBody>
          <a:bodyPr anchor="ctr"/>
          <a:lstStyle>
            <a:lvl1pPr marL="0" indent="0" algn="ctr">
              <a:buNone/>
              <a:defRPr sz="1400" b="1"/>
            </a:lvl1pPr>
          </a:lstStyle>
          <a:p>
            <a:pPr lvl="0"/>
            <a:endParaRPr kumimoji="1" lang="ja-JP" altLang="en-US" dirty="0"/>
          </a:p>
        </p:txBody>
      </p:sp>
    </p:spTree>
    <p:extLst>
      <p:ext uri="{BB962C8B-B14F-4D97-AF65-F5344CB8AC3E}">
        <p14:creationId xmlns:p14="http://schemas.microsoft.com/office/powerpoint/2010/main" val="20538460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_v2_color">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1355670" y="3493454"/>
            <a:ext cx="3868264" cy="1608792"/>
          </a:xfrm>
          <a:prstGeom prst="rect">
            <a:avLst/>
          </a:prstGeom>
        </p:spPr>
        <p:txBody>
          <a:bodyPr/>
          <a:lstStyle>
            <a:lvl1pPr marL="0" indent="0" algn="ctr">
              <a:buFontTx/>
              <a:buNone/>
              <a:defRPr/>
            </a:lvl1pPr>
          </a:lstStyle>
          <a:p>
            <a:endParaRPr kumimoji="1" lang="ja-JP" altLang="en-US"/>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noGrp="1" noRot="1" noMove="1" noResize="1" noEditPoints="1" noAdjustHandles="1" noChangeArrowheads="1" noChangeShapeType="1"/>
          </p:cNvCxnSpPr>
          <p:nvPr userDrawn="1"/>
        </p:nvCxnSpPr>
        <p:spPr>
          <a:xfrm>
            <a:off x="1126836" y="1793424"/>
            <a:ext cx="7629237" cy="0"/>
          </a:xfrm>
          <a:prstGeom prst="line">
            <a:avLst/>
          </a:prstGeom>
          <a:ln w="9525">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_1">
            <a:extLst>
              <a:ext uri="{FF2B5EF4-FFF2-40B4-BE49-F238E27FC236}">
                <a16:creationId xmlns:a16="http://schemas.microsoft.com/office/drawing/2014/main" id="{0694C7B5-E30D-DB73-3F0D-EC58FFA06612}"/>
              </a:ext>
            </a:extLst>
          </p:cNvPr>
          <p:cNvSpPr>
            <a:spLocks noGrp="1"/>
          </p:cNvSpPr>
          <p:nvPr>
            <p:ph type="body" sz="quarter" idx="15"/>
          </p:nvPr>
        </p:nvSpPr>
        <p:spPr>
          <a:xfrm>
            <a:off x="1355670" y="1325647"/>
            <a:ext cx="7194661" cy="434665"/>
          </a:xfrm>
          <a:prstGeom prst="rect">
            <a:avLst/>
          </a:prstGeom>
          <a:noFill/>
          <a:ln>
            <a:noFill/>
          </a:ln>
        </p:spPr>
        <p:txBody>
          <a:bodyPr anchor="ctr"/>
          <a:lstStyle>
            <a:lvl1pPr marL="0" indent="0" algn="l">
              <a:buNone/>
              <a:defRPr sz="1800" b="1">
                <a:solidFill>
                  <a:schemeClr val="tx1"/>
                </a:solidFill>
              </a:defRPr>
            </a:lvl1pPr>
          </a:lstStyle>
          <a:p>
            <a:pPr lvl="0"/>
            <a:endParaRPr kumimoji="1" lang="ja-JP" altLang="en-US" dirty="0"/>
          </a:p>
        </p:txBody>
      </p:sp>
      <p:sp>
        <p:nvSpPr>
          <p:cNvPr id="16" name="page_title_2">
            <a:extLst>
              <a:ext uri="{FF2B5EF4-FFF2-40B4-BE49-F238E27FC236}">
                <a16:creationId xmlns:a16="http://schemas.microsoft.com/office/drawing/2014/main" id="{9447FCFF-25CC-9859-A574-43B22C0E8A47}"/>
              </a:ext>
            </a:extLst>
          </p:cNvPr>
          <p:cNvSpPr>
            <a:spLocks noGrp="1"/>
          </p:cNvSpPr>
          <p:nvPr>
            <p:ph type="body" sz="quarter" idx="16"/>
          </p:nvPr>
        </p:nvSpPr>
        <p:spPr>
          <a:xfrm>
            <a:off x="1355671" y="2041183"/>
            <a:ext cx="7194661" cy="973231"/>
          </a:xfrm>
          <a:prstGeom prst="rect">
            <a:avLst/>
          </a:prstGeom>
          <a:noFill/>
          <a:ln>
            <a:noFill/>
          </a:ln>
        </p:spPr>
        <p:txBody>
          <a:bodyPr anchor="ctr"/>
          <a:lstStyle>
            <a:lvl1pPr marL="0" indent="0" algn="l">
              <a:buNone/>
              <a:defRPr sz="3600" b="1">
                <a:solidFill>
                  <a:schemeClr val="tx1"/>
                </a:solidFill>
              </a:defRPr>
            </a:lvl1pPr>
          </a:lstStyle>
          <a:p>
            <a:pPr lvl="0"/>
            <a:endParaRPr kumimoji="1" lang="ja-JP" altLang="en-US" dirty="0"/>
          </a:p>
        </p:txBody>
      </p:sp>
      <p:sp>
        <p:nvSpPr>
          <p:cNvPr id="9" name="date_background">
            <a:extLst>
              <a:ext uri="{FF2B5EF4-FFF2-40B4-BE49-F238E27FC236}">
                <a16:creationId xmlns:a16="http://schemas.microsoft.com/office/drawing/2014/main" id="{791B9260-B78C-925C-F75E-9CC334FE506B}"/>
              </a:ext>
            </a:extLst>
          </p:cNvPr>
          <p:cNvSpPr>
            <a:spLocks noGrp="1"/>
          </p:cNvSpPr>
          <p:nvPr>
            <p:ph type="body" sz="quarter" idx="17"/>
          </p:nvPr>
        </p:nvSpPr>
        <p:spPr>
          <a:xfrm>
            <a:off x="4433454" y="3916110"/>
            <a:ext cx="4765964" cy="2101327"/>
          </a:xfrm>
          <a:prstGeom prst="rect">
            <a:avLst/>
          </a:prstGeom>
          <a:noFill/>
          <a:ln>
            <a:noFill/>
          </a:ln>
        </p:spPr>
        <p:txBody>
          <a:bodyPr anchor="ctr"/>
          <a:lstStyle>
            <a:lvl1pPr marL="0" indent="0" algn="r">
              <a:buNone/>
              <a:defRPr sz="12000" b="1">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36339289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artition_v2_color">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noGrp="1" noRot="1" noMove="1" noResize="1" noEditPoints="1" noAdjustHandles="1" noChangeArrowheads="1" noChangeShapeType="1"/>
          </p:cNvCxnSpPr>
          <p:nvPr userDrawn="1"/>
        </p:nvCxnSpPr>
        <p:spPr>
          <a:xfrm>
            <a:off x="1126836" y="1793424"/>
            <a:ext cx="7629237" cy="0"/>
          </a:xfrm>
          <a:prstGeom prst="line">
            <a:avLst/>
          </a:prstGeom>
          <a:ln w="9525">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_1">
            <a:extLst>
              <a:ext uri="{FF2B5EF4-FFF2-40B4-BE49-F238E27FC236}">
                <a16:creationId xmlns:a16="http://schemas.microsoft.com/office/drawing/2014/main" id="{0694C7B5-E30D-DB73-3F0D-EC58FFA06612}"/>
              </a:ext>
            </a:extLst>
          </p:cNvPr>
          <p:cNvSpPr>
            <a:spLocks noGrp="1"/>
          </p:cNvSpPr>
          <p:nvPr>
            <p:ph type="body" sz="quarter" idx="15"/>
          </p:nvPr>
        </p:nvSpPr>
        <p:spPr>
          <a:xfrm>
            <a:off x="1355670" y="1325647"/>
            <a:ext cx="7194661" cy="434665"/>
          </a:xfrm>
          <a:prstGeom prst="rect">
            <a:avLst/>
          </a:prstGeom>
          <a:noFill/>
          <a:ln>
            <a:noFill/>
          </a:ln>
        </p:spPr>
        <p:txBody>
          <a:bodyPr anchor="ctr"/>
          <a:lstStyle>
            <a:lvl1pPr marL="0" indent="0" algn="l">
              <a:buNone/>
              <a:defRPr sz="1800" b="1">
                <a:solidFill>
                  <a:schemeClr val="tx1"/>
                </a:solidFill>
              </a:defRPr>
            </a:lvl1pPr>
          </a:lstStyle>
          <a:p>
            <a:pPr lvl="0"/>
            <a:endParaRPr kumimoji="1" lang="ja-JP" altLang="en-US" dirty="0"/>
          </a:p>
        </p:txBody>
      </p:sp>
      <p:sp>
        <p:nvSpPr>
          <p:cNvPr id="16" name="page_title_2">
            <a:extLst>
              <a:ext uri="{FF2B5EF4-FFF2-40B4-BE49-F238E27FC236}">
                <a16:creationId xmlns:a16="http://schemas.microsoft.com/office/drawing/2014/main" id="{9447FCFF-25CC-9859-A574-43B22C0E8A47}"/>
              </a:ext>
            </a:extLst>
          </p:cNvPr>
          <p:cNvSpPr>
            <a:spLocks noGrp="1"/>
          </p:cNvSpPr>
          <p:nvPr>
            <p:ph type="body" sz="quarter" idx="16"/>
          </p:nvPr>
        </p:nvSpPr>
        <p:spPr>
          <a:xfrm>
            <a:off x="1355671" y="2041183"/>
            <a:ext cx="7194661" cy="973231"/>
          </a:xfrm>
          <a:prstGeom prst="rect">
            <a:avLst/>
          </a:prstGeom>
          <a:noFill/>
          <a:ln>
            <a:noFill/>
          </a:ln>
        </p:spPr>
        <p:txBody>
          <a:bodyPr anchor="ctr"/>
          <a:lstStyle>
            <a:lvl1pPr marL="0" indent="0" algn="l">
              <a:buNone/>
              <a:defRPr sz="3600" b="1">
                <a:solidFill>
                  <a:schemeClr val="tx1"/>
                </a:solidFill>
              </a:defRPr>
            </a:lvl1pPr>
          </a:lstStyle>
          <a:p>
            <a:pPr lvl="0"/>
            <a:endParaRPr kumimoji="1" lang="ja-JP" altLang="en-US" dirty="0"/>
          </a:p>
        </p:txBody>
      </p:sp>
      <p:sp>
        <p:nvSpPr>
          <p:cNvPr id="9" name="date_background">
            <a:extLst>
              <a:ext uri="{FF2B5EF4-FFF2-40B4-BE49-F238E27FC236}">
                <a16:creationId xmlns:a16="http://schemas.microsoft.com/office/drawing/2014/main" id="{791B9260-B78C-925C-F75E-9CC334FE506B}"/>
              </a:ext>
            </a:extLst>
          </p:cNvPr>
          <p:cNvSpPr>
            <a:spLocks noGrp="1"/>
          </p:cNvSpPr>
          <p:nvPr>
            <p:ph type="body" sz="quarter" idx="17"/>
          </p:nvPr>
        </p:nvSpPr>
        <p:spPr>
          <a:xfrm>
            <a:off x="4433454" y="3916110"/>
            <a:ext cx="4765964" cy="2101327"/>
          </a:xfrm>
          <a:prstGeom prst="rect">
            <a:avLst/>
          </a:prstGeom>
          <a:noFill/>
          <a:ln>
            <a:noFill/>
          </a:ln>
        </p:spPr>
        <p:txBody>
          <a:bodyPr anchor="ctr"/>
          <a:lstStyle>
            <a:lvl1pPr marL="0" indent="0" algn="r">
              <a:buNone/>
              <a:defRPr sz="12000" b="1">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11" name="text">
            <a:extLst>
              <a:ext uri="{FF2B5EF4-FFF2-40B4-BE49-F238E27FC236}">
                <a16:creationId xmlns:a16="http://schemas.microsoft.com/office/drawing/2014/main" id="{DC96129B-1AC5-0017-DD4E-4BB1334FBF76}"/>
              </a:ext>
            </a:extLst>
          </p:cNvPr>
          <p:cNvSpPr>
            <a:spLocks noGrp="1"/>
          </p:cNvSpPr>
          <p:nvPr>
            <p:ph type="body" sz="quarter" idx="18"/>
          </p:nvPr>
        </p:nvSpPr>
        <p:spPr>
          <a:xfrm>
            <a:off x="1355670" y="3577197"/>
            <a:ext cx="7843748" cy="2101327"/>
          </a:xfrm>
          <a:prstGeom prst="rect">
            <a:avLst/>
          </a:prstGeom>
          <a:noFill/>
          <a:ln>
            <a:noFill/>
          </a:ln>
        </p:spPr>
        <p:txBody>
          <a:bodyPr anchor="t"/>
          <a:lstStyle>
            <a:lvl1pPr marL="0" indent="0" algn="l">
              <a:buNone/>
              <a:defRPr sz="14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90201434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index_regular_v2_color">
    <p:spTree>
      <p:nvGrpSpPr>
        <p:cNvPr id="1" name=""/>
        <p:cNvGrpSpPr/>
        <p:nvPr/>
      </p:nvGrpSpPr>
      <p:grpSpPr>
        <a:xfrm>
          <a:off x="0" y="0"/>
          <a:ext cx="0" cy="0"/>
          <a:chOff x="0" y="0"/>
          <a:chExt cx="0" cy="0"/>
        </a:xfrm>
      </p:grpSpPr>
      <p:sp>
        <p:nvSpPr>
          <p:cNvPr id="9" name="index_3">
            <a:extLst>
              <a:ext uri="{FF2B5EF4-FFF2-40B4-BE49-F238E27FC236}">
                <a16:creationId xmlns:a16="http://schemas.microsoft.com/office/drawing/2014/main" id="{09064515-44DA-CA4C-C92B-188DB632D391}"/>
              </a:ext>
            </a:extLst>
          </p:cNvPr>
          <p:cNvSpPr>
            <a:spLocks noGrp="1"/>
          </p:cNvSpPr>
          <p:nvPr>
            <p:ph type="body" sz="quarter" idx="46"/>
          </p:nvPr>
        </p:nvSpPr>
        <p:spPr>
          <a:xfrm>
            <a:off x="600719" y="4514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2" name="index_text_3">
            <a:extLst>
              <a:ext uri="{FF2B5EF4-FFF2-40B4-BE49-F238E27FC236}">
                <a16:creationId xmlns:a16="http://schemas.microsoft.com/office/drawing/2014/main" id="{AB975712-EAAF-2FDC-37BD-AE85551AA481}"/>
              </a:ext>
            </a:extLst>
          </p:cNvPr>
          <p:cNvSpPr>
            <a:spLocks noGrp="1"/>
          </p:cNvSpPr>
          <p:nvPr>
            <p:ph type="body" sz="quarter" idx="59"/>
          </p:nvPr>
        </p:nvSpPr>
        <p:spPr>
          <a:xfrm>
            <a:off x="601719" y="4867200"/>
            <a:ext cx="4230000" cy="3600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42" name="page_title">
            <a:extLst>
              <a:ext uri="{FF2B5EF4-FFF2-40B4-BE49-F238E27FC236}">
                <a16:creationId xmlns:a16="http://schemas.microsoft.com/office/drawing/2014/main" id="{5F398013-9331-BB5B-AD7F-B7D09886397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3" name="フッター プレースホルダー 2">
            <a:extLst>
              <a:ext uri="{FF2B5EF4-FFF2-40B4-BE49-F238E27FC236}">
                <a16:creationId xmlns:a16="http://schemas.microsoft.com/office/drawing/2014/main" id="{DB81EB4C-A492-1E96-573B-4BD002124D54}"/>
              </a:ext>
            </a:extLst>
          </p:cNvPr>
          <p:cNvSpPr>
            <a:spLocks noGrp="1"/>
          </p:cNvSpPr>
          <p:nvPr>
            <p:ph type="ftr" sz="quarter" idx="10"/>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45B972-4B58-2145-8ED5-061B0444EAFC}"/>
              </a:ext>
            </a:extLst>
          </p:cNvPr>
          <p:cNvSpPr>
            <a:spLocks noGrp="1"/>
          </p:cNvSpPr>
          <p:nvPr>
            <p:ph type="dt" sz="half" idx="11"/>
          </p:nvPr>
        </p:nvSpPr>
        <p:spPr/>
        <p:txBody>
          <a:bodyPr/>
          <a:lstStyle/>
          <a:p>
            <a:fld id="{81D58EA8-9B98-41E6-956B-055930B8C0DB}" type="datetime1">
              <a:rPr kumimoji="1" lang="ja-JP" altLang="en-US" smtClean="0"/>
              <a:t>2026/2/26</a:t>
            </a:fld>
            <a:endParaRPr kumimoji="1" lang="ja-JP" altLang="en-US"/>
          </a:p>
        </p:txBody>
      </p:sp>
      <p:sp>
        <p:nvSpPr>
          <p:cNvPr id="5" name="スライド番号プレースホルダー 4">
            <a:extLst>
              <a:ext uri="{FF2B5EF4-FFF2-40B4-BE49-F238E27FC236}">
                <a16:creationId xmlns:a16="http://schemas.microsoft.com/office/drawing/2014/main" id="{F4D7CF18-B9EC-C830-E23F-D451475CDE3E}"/>
              </a:ext>
            </a:extLst>
          </p:cNvPr>
          <p:cNvSpPr>
            <a:spLocks noGrp="1"/>
          </p:cNvSpPr>
          <p:nvPr>
            <p:ph type="sldNum" sz="quarter" idx="12"/>
          </p:nvPr>
        </p:nvSpPr>
        <p:spPr>
          <a:xfrm>
            <a:off x="7560000" y="6356350"/>
            <a:ext cx="2228850" cy="365125"/>
          </a:xfrm>
        </p:spPr>
        <p:txBody>
          <a:bodyPr/>
          <a:lstStyle>
            <a:lvl1pPr>
              <a:defRPr sz="900"/>
            </a:lvl1pPr>
          </a:lstStyle>
          <a:p>
            <a:fld id="{2DF5643A-3597-4586-BDDD-5EEE5E0D934B}" type="slidenum">
              <a:rPr lang="ja-JP" altLang="en-US" smtClean="0"/>
              <a:pPr/>
              <a:t>‹#›</a:t>
            </a:fld>
            <a:endParaRPr lang="ja-JP" altLang="en-US" dirty="0"/>
          </a:p>
        </p:txBody>
      </p:sp>
      <p:cxnSp>
        <p:nvCxnSpPr>
          <p:cNvPr id="16" name="connector_6">
            <a:extLst>
              <a:ext uri="{FF2B5EF4-FFF2-40B4-BE49-F238E27FC236}">
                <a16:creationId xmlns:a16="http://schemas.microsoft.com/office/drawing/2014/main" id="{C84B9B6E-8060-88EA-EEB4-F10A4A62C516}"/>
              </a:ext>
            </a:extLst>
          </p:cNvPr>
          <p:cNvCxnSpPr>
            <a:cxnSpLocks noGrp="1" noRot="1" noMove="1" noResize="1" noEditPoints="1" noAdjustHandles="1" noChangeArrowheads="1" noChangeShapeType="1"/>
          </p:cNvCxnSpPr>
          <p:nvPr/>
        </p:nvCxnSpPr>
        <p:spPr>
          <a:xfrm>
            <a:off x="5176602" y="134795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nector_3">
            <a:extLst>
              <a:ext uri="{FF2B5EF4-FFF2-40B4-BE49-F238E27FC236}">
                <a16:creationId xmlns:a16="http://schemas.microsoft.com/office/drawing/2014/main" id="{041F9ED9-E18A-DE46-B446-930BA9B1532E}"/>
              </a:ext>
            </a:extLst>
          </p:cNvPr>
          <p:cNvCxnSpPr>
            <a:cxnSpLocks noGrp="1" noRot="1" noMove="1" noResize="1" noEditPoints="1" noAdjustHandles="1" noChangeArrowheads="1" noChangeShapeType="1"/>
          </p:cNvCxnSpPr>
          <p:nvPr userDrawn="1"/>
        </p:nvCxnSpPr>
        <p:spPr>
          <a:xfrm>
            <a:off x="600719" y="1348098"/>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or_7">
            <a:extLst>
              <a:ext uri="{FF2B5EF4-FFF2-40B4-BE49-F238E27FC236}">
                <a16:creationId xmlns:a16="http://schemas.microsoft.com/office/drawing/2014/main" id="{61CFBF78-B4D9-243A-A5C2-8FC129C50E9E}"/>
              </a:ext>
            </a:extLst>
          </p:cNvPr>
          <p:cNvCxnSpPr>
            <a:cxnSpLocks noGrp="1" noRot="1" noMove="1" noResize="1" noEditPoints="1" noAdjustHandles="1" noChangeArrowheads="1" noChangeShapeType="1"/>
          </p:cNvCxnSpPr>
          <p:nvPr userDrawn="1"/>
        </p:nvCxnSpPr>
        <p:spPr>
          <a:xfrm>
            <a:off x="5176602" y="255289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or_4">
            <a:extLst>
              <a:ext uri="{FF2B5EF4-FFF2-40B4-BE49-F238E27FC236}">
                <a16:creationId xmlns:a16="http://schemas.microsoft.com/office/drawing/2014/main" id="{84443B7C-E8B8-0565-DFB9-4112A60956E9}"/>
              </a:ext>
            </a:extLst>
          </p:cNvPr>
          <p:cNvCxnSpPr>
            <a:cxnSpLocks noGrp="1" noRot="1" noMove="1" noResize="1" noEditPoints="1" noAdjustHandles="1" noChangeArrowheads="1" noChangeShapeType="1"/>
          </p:cNvCxnSpPr>
          <p:nvPr/>
        </p:nvCxnSpPr>
        <p:spPr>
          <a:xfrm>
            <a:off x="600719" y="2064573"/>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2" name="connector_5">
            <a:extLst>
              <a:ext uri="{FF2B5EF4-FFF2-40B4-BE49-F238E27FC236}">
                <a16:creationId xmlns:a16="http://schemas.microsoft.com/office/drawing/2014/main" id="{8C60EAC1-6417-6455-C713-AD2A0FEE0027}"/>
              </a:ext>
            </a:extLst>
          </p:cNvPr>
          <p:cNvCxnSpPr>
            <a:cxnSpLocks noGrp="1" noRot="1" noMove="1" noResize="1" noEditPoints="1" noAdjustHandles="1" noChangeArrowheads="1" noChangeShapeType="1"/>
          </p:cNvCxnSpPr>
          <p:nvPr/>
        </p:nvCxnSpPr>
        <p:spPr>
          <a:xfrm>
            <a:off x="600719" y="4741200"/>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6" name="connector_8">
            <a:extLst>
              <a:ext uri="{FF2B5EF4-FFF2-40B4-BE49-F238E27FC236}">
                <a16:creationId xmlns:a16="http://schemas.microsoft.com/office/drawing/2014/main" id="{BAC3C9AB-3D93-8B34-E0D7-415E9F0CF720}"/>
              </a:ext>
            </a:extLst>
          </p:cNvPr>
          <p:cNvCxnSpPr>
            <a:cxnSpLocks noGrp="1" noRot="1" noMove="1" noResize="1" noEditPoints="1" noAdjustHandles="1" noChangeArrowheads="1" noChangeShapeType="1"/>
          </p:cNvCxnSpPr>
          <p:nvPr userDrawn="1"/>
        </p:nvCxnSpPr>
        <p:spPr>
          <a:xfrm>
            <a:off x="5176602" y="416820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40" name="connector_9">
            <a:extLst>
              <a:ext uri="{FF2B5EF4-FFF2-40B4-BE49-F238E27FC236}">
                <a16:creationId xmlns:a16="http://schemas.microsoft.com/office/drawing/2014/main" id="{DB9E7B5E-4CCB-AA9F-C5F3-ABB42AC36D0A}"/>
              </a:ext>
            </a:extLst>
          </p:cNvPr>
          <p:cNvCxnSpPr>
            <a:cxnSpLocks noGrp="1" noRot="1" noMove="1" noResize="1" noEditPoints="1" noAdjustHandles="1" noChangeArrowheads="1" noChangeShapeType="1"/>
          </p:cNvCxnSpPr>
          <p:nvPr userDrawn="1"/>
        </p:nvCxnSpPr>
        <p:spPr>
          <a:xfrm>
            <a:off x="5176602" y="5783513"/>
            <a:ext cx="4140000" cy="0"/>
          </a:xfrm>
          <a:prstGeom prst="line">
            <a:avLst/>
          </a:prstGeom>
        </p:spPr>
        <p:style>
          <a:lnRef idx="1">
            <a:schemeClr val="dk1"/>
          </a:lnRef>
          <a:fillRef idx="0">
            <a:schemeClr val="dk1"/>
          </a:fillRef>
          <a:effectRef idx="0">
            <a:schemeClr val="dk1"/>
          </a:effectRef>
          <a:fontRef idx="minor">
            <a:schemeClr val="tx1"/>
          </a:fontRef>
        </p:style>
      </p:cxnSp>
      <p:sp>
        <p:nvSpPr>
          <p:cNvPr id="41" name="date">
            <a:extLst>
              <a:ext uri="{FF2B5EF4-FFF2-40B4-BE49-F238E27FC236}">
                <a16:creationId xmlns:a16="http://schemas.microsoft.com/office/drawing/2014/main" id="{D2DFFBB0-7404-E7B4-75F0-2CB6A5CC8C66}"/>
              </a:ext>
            </a:extLst>
          </p:cNvPr>
          <p:cNvSpPr>
            <a:spLocks noGrp="1"/>
          </p:cNvSpPr>
          <p:nvPr userDrawn="1">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43" name="connector_1">
            <a:extLst>
              <a:ext uri="{FF2B5EF4-FFF2-40B4-BE49-F238E27FC236}">
                <a16:creationId xmlns:a16="http://schemas.microsoft.com/office/drawing/2014/main" id="{A3B4A0EF-CA2A-DADB-B670-DE5ADBC84077}"/>
              </a:ext>
            </a:extLst>
          </p:cNvPr>
          <p:cNvCxnSpPr>
            <a:cxnSpLocks/>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index_1">
            <a:extLst>
              <a:ext uri="{FF2B5EF4-FFF2-40B4-BE49-F238E27FC236}">
                <a16:creationId xmlns:a16="http://schemas.microsoft.com/office/drawing/2014/main" id="{6B2654E9-C93F-FC6E-2074-645110C740F3}"/>
              </a:ext>
            </a:extLst>
          </p:cNvPr>
          <p:cNvSpPr>
            <a:spLocks noGrp="1"/>
          </p:cNvSpPr>
          <p:nvPr>
            <p:ph type="body" sz="quarter" idx="44"/>
          </p:nvPr>
        </p:nvSpPr>
        <p:spPr>
          <a:xfrm>
            <a:off x="600719" y="1123149"/>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8" name="index_2">
            <a:extLst>
              <a:ext uri="{FF2B5EF4-FFF2-40B4-BE49-F238E27FC236}">
                <a16:creationId xmlns:a16="http://schemas.microsoft.com/office/drawing/2014/main" id="{00041D32-6FDE-805C-9C66-D5DD14895E5A}"/>
              </a:ext>
            </a:extLst>
          </p:cNvPr>
          <p:cNvSpPr>
            <a:spLocks noGrp="1"/>
          </p:cNvSpPr>
          <p:nvPr>
            <p:ph type="body" sz="quarter" idx="45"/>
          </p:nvPr>
        </p:nvSpPr>
        <p:spPr>
          <a:xfrm>
            <a:off x="600719" y="1839623"/>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0" name="index_4">
            <a:extLst>
              <a:ext uri="{FF2B5EF4-FFF2-40B4-BE49-F238E27FC236}">
                <a16:creationId xmlns:a16="http://schemas.microsoft.com/office/drawing/2014/main" id="{537B247C-E96C-0439-1C39-501EC016F789}"/>
              </a:ext>
            </a:extLst>
          </p:cNvPr>
          <p:cNvSpPr>
            <a:spLocks noGrp="1"/>
          </p:cNvSpPr>
          <p:nvPr>
            <p:ph type="body" sz="quarter" idx="47"/>
          </p:nvPr>
        </p:nvSpPr>
        <p:spPr>
          <a:xfrm>
            <a:off x="5176602" y="1123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1" name="index_5">
            <a:extLst>
              <a:ext uri="{FF2B5EF4-FFF2-40B4-BE49-F238E27FC236}">
                <a16:creationId xmlns:a16="http://schemas.microsoft.com/office/drawing/2014/main" id="{EC47000B-13E7-E0EB-7DBC-F1F4CF9C2224}"/>
              </a:ext>
            </a:extLst>
          </p:cNvPr>
          <p:cNvSpPr>
            <a:spLocks noGrp="1"/>
          </p:cNvSpPr>
          <p:nvPr>
            <p:ph type="body" sz="quarter" idx="48"/>
          </p:nvPr>
        </p:nvSpPr>
        <p:spPr>
          <a:xfrm>
            <a:off x="5176602" y="2329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3" name="index_6">
            <a:extLst>
              <a:ext uri="{FF2B5EF4-FFF2-40B4-BE49-F238E27FC236}">
                <a16:creationId xmlns:a16="http://schemas.microsoft.com/office/drawing/2014/main" id="{D84A77BC-F41C-098D-1151-A99CC27EB3BE}"/>
              </a:ext>
            </a:extLst>
          </p:cNvPr>
          <p:cNvSpPr>
            <a:spLocks noGrp="1"/>
          </p:cNvSpPr>
          <p:nvPr>
            <p:ph type="body" sz="quarter" idx="49"/>
          </p:nvPr>
        </p:nvSpPr>
        <p:spPr>
          <a:xfrm>
            <a:off x="5176602" y="39420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4" name="index_7">
            <a:extLst>
              <a:ext uri="{FF2B5EF4-FFF2-40B4-BE49-F238E27FC236}">
                <a16:creationId xmlns:a16="http://schemas.microsoft.com/office/drawing/2014/main" id="{B4D9C87E-E9BF-7CFD-82F4-C2BC2FB30A50}"/>
              </a:ext>
            </a:extLst>
          </p:cNvPr>
          <p:cNvSpPr>
            <a:spLocks noGrp="1"/>
          </p:cNvSpPr>
          <p:nvPr>
            <p:ph type="body" sz="quarter" idx="50"/>
          </p:nvPr>
        </p:nvSpPr>
        <p:spPr>
          <a:xfrm>
            <a:off x="5176602" y="5558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6" name="index_text_2">
            <a:extLst>
              <a:ext uri="{FF2B5EF4-FFF2-40B4-BE49-F238E27FC236}">
                <a16:creationId xmlns:a16="http://schemas.microsoft.com/office/drawing/2014/main" id="{A2C05BBE-36E6-14D5-EE12-DBCA716481F5}"/>
              </a:ext>
            </a:extLst>
          </p:cNvPr>
          <p:cNvSpPr>
            <a:spLocks noGrp="1"/>
          </p:cNvSpPr>
          <p:nvPr>
            <p:ph type="body" sz="quarter" idx="18"/>
          </p:nvPr>
        </p:nvSpPr>
        <p:spPr>
          <a:xfrm>
            <a:off x="600719" y="2200875"/>
            <a:ext cx="4230000" cy="2101327"/>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 name="index_text_1">
            <a:extLst>
              <a:ext uri="{FF2B5EF4-FFF2-40B4-BE49-F238E27FC236}">
                <a16:creationId xmlns:a16="http://schemas.microsoft.com/office/drawing/2014/main" id="{EA3E2085-7800-5A1E-D3C6-2AC5F826AEB7}"/>
              </a:ext>
            </a:extLst>
          </p:cNvPr>
          <p:cNvSpPr>
            <a:spLocks noGrp="1"/>
          </p:cNvSpPr>
          <p:nvPr>
            <p:ph type="body" sz="quarter" idx="58"/>
          </p:nvPr>
        </p:nvSpPr>
        <p:spPr>
          <a:xfrm>
            <a:off x="601200" y="1476000"/>
            <a:ext cx="4230000" cy="1404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17" name="index_text_6">
            <a:extLst>
              <a:ext uri="{FF2B5EF4-FFF2-40B4-BE49-F238E27FC236}">
                <a16:creationId xmlns:a16="http://schemas.microsoft.com/office/drawing/2014/main" id="{97DBED39-8DCD-E25F-ED17-65EE9184EDDC}"/>
              </a:ext>
            </a:extLst>
          </p:cNvPr>
          <p:cNvSpPr>
            <a:spLocks noGrp="1"/>
          </p:cNvSpPr>
          <p:nvPr>
            <p:ph type="body" sz="quarter" idx="60"/>
          </p:nvPr>
        </p:nvSpPr>
        <p:spPr>
          <a:xfrm>
            <a:off x="5176800" y="42948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5" name="index_text_4">
            <a:extLst>
              <a:ext uri="{FF2B5EF4-FFF2-40B4-BE49-F238E27FC236}">
                <a16:creationId xmlns:a16="http://schemas.microsoft.com/office/drawing/2014/main" id="{9E9218EB-8AFA-FB22-730A-2A0C784385B0}"/>
              </a:ext>
            </a:extLst>
          </p:cNvPr>
          <p:cNvSpPr>
            <a:spLocks noGrp="1"/>
          </p:cNvSpPr>
          <p:nvPr>
            <p:ph type="body" sz="quarter" idx="61"/>
          </p:nvPr>
        </p:nvSpPr>
        <p:spPr>
          <a:xfrm>
            <a:off x="5176800" y="1476000"/>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6" name="index_text_7">
            <a:extLst>
              <a:ext uri="{FF2B5EF4-FFF2-40B4-BE49-F238E27FC236}">
                <a16:creationId xmlns:a16="http://schemas.microsoft.com/office/drawing/2014/main" id="{2C2DDA02-A052-7649-4173-20564D83BAF5}"/>
              </a:ext>
            </a:extLst>
          </p:cNvPr>
          <p:cNvSpPr>
            <a:spLocks noGrp="1"/>
          </p:cNvSpPr>
          <p:nvPr>
            <p:ph type="body" sz="quarter" idx="62"/>
          </p:nvPr>
        </p:nvSpPr>
        <p:spPr>
          <a:xfrm>
            <a:off x="5178325" y="591120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7" name="index_text_5">
            <a:extLst>
              <a:ext uri="{FF2B5EF4-FFF2-40B4-BE49-F238E27FC236}">
                <a16:creationId xmlns:a16="http://schemas.microsoft.com/office/drawing/2014/main" id="{28369E2E-F302-8850-B509-FC30CB40727D}"/>
              </a:ext>
            </a:extLst>
          </p:cNvPr>
          <p:cNvSpPr>
            <a:spLocks noGrp="1"/>
          </p:cNvSpPr>
          <p:nvPr>
            <p:ph type="body" sz="quarter" idx="63"/>
          </p:nvPr>
        </p:nvSpPr>
        <p:spPr>
          <a:xfrm>
            <a:off x="5178325" y="26820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37995279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ndex_ai_suggest_v2_color">
    <p:spTree>
      <p:nvGrpSpPr>
        <p:cNvPr id="1" name=""/>
        <p:cNvGrpSpPr/>
        <p:nvPr/>
      </p:nvGrpSpPr>
      <p:grpSpPr>
        <a:xfrm>
          <a:off x="0" y="0"/>
          <a:ext cx="0" cy="0"/>
          <a:chOff x="0" y="0"/>
          <a:chExt cx="0" cy="0"/>
        </a:xfrm>
      </p:grpSpPr>
      <p:sp>
        <p:nvSpPr>
          <p:cNvPr id="9" name="index_4">
            <a:extLst>
              <a:ext uri="{FF2B5EF4-FFF2-40B4-BE49-F238E27FC236}">
                <a16:creationId xmlns:a16="http://schemas.microsoft.com/office/drawing/2014/main" id="{09064515-44DA-CA4C-C92B-188DB632D391}"/>
              </a:ext>
            </a:extLst>
          </p:cNvPr>
          <p:cNvSpPr>
            <a:spLocks noGrp="1"/>
          </p:cNvSpPr>
          <p:nvPr>
            <p:ph type="body" sz="quarter" idx="46"/>
          </p:nvPr>
        </p:nvSpPr>
        <p:spPr>
          <a:xfrm>
            <a:off x="590925" y="5617439"/>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2" name="index_text_4">
            <a:extLst>
              <a:ext uri="{FF2B5EF4-FFF2-40B4-BE49-F238E27FC236}">
                <a16:creationId xmlns:a16="http://schemas.microsoft.com/office/drawing/2014/main" id="{AB975712-EAAF-2FDC-37BD-AE85551AA481}"/>
              </a:ext>
            </a:extLst>
          </p:cNvPr>
          <p:cNvSpPr>
            <a:spLocks noGrp="1"/>
          </p:cNvSpPr>
          <p:nvPr>
            <p:ph type="body" sz="quarter" idx="59"/>
          </p:nvPr>
        </p:nvSpPr>
        <p:spPr>
          <a:xfrm>
            <a:off x="591925" y="5970239"/>
            <a:ext cx="4230000" cy="3600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42" name="page_title">
            <a:extLst>
              <a:ext uri="{FF2B5EF4-FFF2-40B4-BE49-F238E27FC236}">
                <a16:creationId xmlns:a16="http://schemas.microsoft.com/office/drawing/2014/main" id="{5F398013-9331-BB5B-AD7F-B7D09886397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3" name="フッター プレースホルダー 2">
            <a:extLst>
              <a:ext uri="{FF2B5EF4-FFF2-40B4-BE49-F238E27FC236}">
                <a16:creationId xmlns:a16="http://schemas.microsoft.com/office/drawing/2014/main" id="{DB81EB4C-A492-1E96-573B-4BD002124D54}"/>
              </a:ext>
            </a:extLst>
          </p:cNvPr>
          <p:cNvSpPr>
            <a:spLocks noGrp="1"/>
          </p:cNvSpPr>
          <p:nvPr>
            <p:ph type="ftr" sz="quarter" idx="10"/>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45B972-4B58-2145-8ED5-061B0444EAFC}"/>
              </a:ext>
            </a:extLst>
          </p:cNvPr>
          <p:cNvSpPr>
            <a:spLocks noGrp="1"/>
          </p:cNvSpPr>
          <p:nvPr>
            <p:ph type="dt" sz="half" idx="11"/>
          </p:nvPr>
        </p:nvSpPr>
        <p:spPr/>
        <p:txBody>
          <a:bodyPr/>
          <a:lstStyle/>
          <a:p>
            <a:fld id="{81D58EA8-9B98-41E6-956B-055930B8C0DB}" type="datetime1">
              <a:rPr kumimoji="1" lang="ja-JP" altLang="en-US" smtClean="0"/>
              <a:t>2026/2/26</a:t>
            </a:fld>
            <a:endParaRPr kumimoji="1" lang="ja-JP" altLang="en-US"/>
          </a:p>
        </p:txBody>
      </p:sp>
      <p:sp>
        <p:nvSpPr>
          <p:cNvPr id="5" name="スライド番号プレースホルダー 4">
            <a:extLst>
              <a:ext uri="{FF2B5EF4-FFF2-40B4-BE49-F238E27FC236}">
                <a16:creationId xmlns:a16="http://schemas.microsoft.com/office/drawing/2014/main" id="{F4D7CF18-B9EC-C830-E23F-D451475CDE3E}"/>
              </a:ext>
            </a:extLst>
          </p:cNvPr>
          <p:cNvSpPr>
            <a:spLocks noGrp="1"/>
          </p:cNvSpPr>
          <p:nvPr>
            <p:ph type="sldNum" sz="quarter" idx="12"/>
          </p:nvPr>
        </p:nvSpPr>
        <p:spPr>
          <a:xfrm>
            <a:off x="7560000" y="6356350"/>
            <a:ext cx="2228850" cy="365125"/>
          </a:xfrm>
        </p:spPr>
        <p:txBody>
          <a:bodyPr/>
          <a:lstStyle>
            <a:lvl1pPr>
              <a:defRPr sz="900"/>
            </a:lvl1pPr>
          </a:lstStyle>
          <a:p>
            <a:fld id="{2DF5643A-3597-4586-BDDD-5EEE5E0D934B}" type="slidenum">
              <a:rPr lang="ja-JP" altLang="en-US" smtClean="0"/>
              <a:pPr/>
              <a:t>‹#›</a:t>
            </a:fld>
            <a:endParaRPr lang="ja-JP" altLang="en-US" dirty="0"/>
          </a:p>
        </p:txBody>
      </p:sp>
      <p:cxnSp>
        <p:nvCxnSpPr>
          <p:cNvPr id="16" name="connector_6">
            <a:extLst>
              <a:ext uri="{FF2B5EF4-FFF2-40B4-BE49-F238E27FC236}">
                <a16:creationId xmlns:a16="http://schemas.microsoft.com/office/drawing/2014/main" id="{C84B9B6E-8060-88EA-EEB4-F10A4A62C516}"/>
              </a:ext>
            </a:extLst>
          </p:cNvPr>
          <p:cNvCxnSpPr>
            <a:cxnSpLocks noGrp="1" noRot="1" noMove="1" noResize="1" noEditPoints="1" noAdjustHandles="1" noChangeArrowheads="1" noChangeShapeType="1"/>
          </p:cNvCxnSpPr>
          <p:nvPr/>
        </p:nvCxnSpPr>
        <p:spPr>
          <a:xfrm>
            <a:off x="5176602" y="134795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nector_3">
            <a:extLst>
              <a:ext uri="{FF2B5EF4-FFF2-40B4-BE49-F238E27FC236}">
                <a16:creationId xmlns:a16="http://schemas.microsoft.com/office/drawing/2014/main" id="{041F9ED9-E18A-DE46-B446-930BA9B1532E}"/>
              </a:ext>
            </a:extLst>
          </p:cNvPr>
          <p:cNvCxnSpPr>
            <a:cxnSpLocks noGrp="1" noRot="1" noMove="1" noResize="1" noEditPoints="1" noAdjustHandles="1" noChangeArrowheads="1" noChangeShapeType="1"/>
          </p:cNvCxnSpPr>
          <p:nvPr userDrawn="1"/>
        </p:nvCxnSpPr>
        <p:spPr>
          <a:xfrm>
            <a:off x="590925" y="2451137"/>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or_7">
            <a:extLst>
              <a:ext uri="{FF2B5EF4-FFF2-40B4-BE49-F238E27FC236}">
                <a16:creationId xmlns:a16="http://schemas.microsoft.com/office/drawing/2014/main" id="{61CFBF78-B4D9-243A-A5C2-8FC129C50E9E}"/>
              </a:ext>
            </a:extLst>
          </p:cNvPr>
          <p:cNvCxnSpPr>
            <a:cxnSpLocks noGrp="1" noRot="1" noMove="1" noResize="1" noEditPoints="1" noAdjustHandles="1" noChangeArrowheads="1" noChangeShapeType="1"/>
          </p:cNvCxnSpPr>
          <p:nvPr userDrawn="1"/>
        </p:nvCxnSpPr>
        <p:spPr>
          <a:xfrm>
            <a:off x="5176602" y="255289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or_4">
            <a:extLst>
              <a:ext uri="{FF2B5EF4-FFF2-40B4-BE49-F238E27FC236}">
                <a16:creationId xmlns:a16="http://schemas.microsoft.com/office/drawing/2014/main" id="{84443B7C-E8B8-0565-DFB9-4112A60956E9}"/>
              </a:ext>
            </a:extLst>
          </p:cNvPr>
          <p:cNvCxnSpPr>
            <a:cxnSpLocks noGrp="1" noRot="1" noMove="1" noResize="1" noEditPoints="1" noAdjustHandles="1" noChangeArrowheads="1" noChangeShapeType="1"/>
          </p:cNvCxnSpPr>
          <p:nvPr/>
        </p:nvCxnSpPr>
        <p:spPr>
          <a:xfrm>
            <a:off x="590925" y="316761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2" name="connector_5">
            <a:extLst>
              <a:ext uri="{FF2B5EF4-FFF2-40B4-BE49-F238E27FC236}">
                <a16:creationId xmlns:a16="http://schemas.microsoft.com/office/drawing/2014/main" id="{8C60EAC1-6417-6455-C713-AD2A0FEE0027}"/>
              </a:ext>
            </a:extLst>
          </p:cNvPr>
          <p:cNvCxnSpPr>
            <a:cxnSpLocks noGrp="1" noRot="1" noMove="1" noResize="1" noEditPoints="1" noAdjustHandles="1" noChangeArrowheads="1" noChangeShapeType="1"/>
          </p:cNvCxnSpPr>
          <p:nvPr/>
        </p:nvCxnSpPr>
        <p:spPr>
          <a:xfrm>
            <a:off x="590925" y="5844239"/>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6" name="connector_8">
            <a:extLst>
              <a:ext uri="{FF2B5EF4-FFF2-40B4-BE49-F238E27FC236}">
                <a16:creationId xmlns:a16="http://schemas.microsoft.com/office/drawing/2014/main" id="{BAC3C9AB-3D93-8B34-E0D7-415E9F0CF720}"/>
              </a:ext>
            </a:extLst>
          </p:cNvPr>
          <p:cNvCxnSpPr>
            <a:cxnSpLocks noGrp="1" noRot="1" noMove="1" noResize="1" noEditPoints="1" noAdjustHandles="1" noChangeArrowheads="1" noChangeShapeType="1"/>
          </p:cNvCxnSpPr>
          <p:nvPr userDrawn="1"/>
        </p:nvCxnSpPr>
        <p:spPr>
          <a:xfrm>
            <a:off x="5176602" y="416820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40" name="connector_9">
            <a:extLst>
              <a:ext uri="{FF2B5EF4-FFF2-40B4-BE49-F238E27FC236}">
                <a16:creationId xmlns:a16="http://schemas.microsoft.com/office/drawing/2014/main" id="{DB9E7B5E-4CCB-AA9F-C5F3-ABB42AC36D0A}"/>
              </a:ext>
            </a:extLst>
          </p:cNvPr>
          <p:cNvCxnSpPr>
            <a:cxnSpLocks noGrp="1" noRot="1" noMove="1" noResize="1" noEditPoints="1" noAdjustHandles="1" noChangeArrowheads="1" noChangeShapeType="1"/>
          </p:cNvCxnSpPr>
          <p:nvPr userDrawn="1"/>
        </p:nvCxnSpPr>
        <p:spPr>
          <a:xfrm>
            <a:off x="5176602" y="5783513"/>
            <a:ext cx="4140000" cy="0"/>
          </a:xfrm>
          <a:prstGeom prst="line">
            <a:avLst/>
          </a:prstGeom>
        </p:spPr>
        <p:style>
          <a:lnRef idx="1">
            <a:schemeClr val="dk1"/>
          </a:lnRef>
          <a:fillRef idx="0">
            <a:schemeClr val="dk1"/>
          </a:fillRef>
          <a:effectRef idx="0">
            <a:schemeClr val="dk1"/>
          </a:effectRef>
          <a:fontRef idx="minor">
            <a:schemeClr val="tx1"/>
          </a:fontRef>
        </p:style>
      </p:cxnSp>
      <p:sp>
        <p:nvSpPr>
          <p:cNvPr id="41" name="date">
            <a:extLst>
              <a:ext uri="{FF2B5EF4-FFF2-40B4-BE49-F238E27FC236}">
                <a16:creationId xmlns:a16="http://schemas.microsoft.com/office/drawing/2014/main" id="{D2DFFBB0-7404-E7B4-75F0-2CB6A5CC8C66}"/>
              </a:ext>
            </a:extLst>
          </p:cNvPr>
          <p:cNvSpPr>
            <a:spLocks noGrp="1"/>
          </p:cNvSpPr>
          <p:nvPr userDrawn="1">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43" name="connector_1">
            <a:extLst>
              <a:ext uri="{FF2B5EF4-FFF2-40B4-BE49-F238E27FC236}">
                <a16:creationId xmlns:a16="http://schemas.microsoft.com/office/drawing/2014/main" id="{A3B4A0EF-CA2A-DADB-B670-DE5ADBC84077}"/>
              </a:ext>
            </a:extLst>
          </p:cNvPr>
          <p:cNvCxnSpPr>
            <a:cxnSpLocks/>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index_2">
            <a:extLst>
              <a:ext uri="{FF2B5EF4-FFF2-40B4-BE49-F238E27FC236}">
                <a16:creationId xmlns:a16="http://schemas.microsoft.com/office/drawing/2014/main" id="{6B2654E9-C93F-FC6E-2074-645110C740F3}"/>
              </a:ext>
            </a:extLst>
          </p:cNvPr>
          <p:cNvSpPr>
            <a:spLocks noGrp="1"/>
          </p:cNvSpPr>
          <p:nvPr>
            <p:ph type="body" sz="quarter" idx="44"/>
          </p:nvPr>
        </p:nvSpPr>
        <p:spPr>
          <a:xfrm>
            <a:off x="590925" y="2226188"/>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8" name="index_3">
            <a:extLst>
              <a:ext uri="{FF2B5EF4-FFF2-40B4-BE49-F238E27FC236}">
                <a16:creationId xmlns:a16="http://schemas.microsoft.com/office/drawing/2014/main" id="{00041D32-6FDE-805C-9C66-D5DD14895E5A}"/>
              </a:ext>
            </a:extLst>
          </p:cNvPr>
          <p:cNvSpPr>
            <a:spLocks noGrp="1"/>
          </p:cNvSpPr>
          <p:nvPr>
            <p:ph type="body" sz="quarter" idx="45"/>
          </p:nvPr>
        </p:nvSpPr>
        <p:spPr>
          <a:xfrm>
            <a:off x="590925" y="2942662"/>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0" name="index_5">
            <a:extLst>
              <a:ext uri="{FF2B5EF4-FFF2-40B4-BE49-F238E27FC236}">
                <a16:creationId xmlns:a16="http://schemas.microsoft.com/office/drawing/2014/main" id="{537B247C-E96C-0439-1C39-501EC016F789}"/>
              </a:ext>
            </a:extLst>
          </p:cNvPr>
          <p:cNvSpPr>
            <a:spLocks noGrp="1"/>
          </p:cNvSpPr>
          <p:nvPr>
            <p:ph type="body" sz="quarter" idx="47"/>
          </p:nvPr>
        </p:nvSpPr>
        <p:spPr>
          <a:xfrm>
            <a:off x="5176602" y="1123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1" name="index_6">
            <a:extLst>
              <a:ext uri="{FF2B5EF4-FFF2-40B4-BE49-F238E27FC236}">
                <a16:creationId xmlns:a16="http://schemas.microsoft.com/office/drawing/2014/main" id="{EC47000B-13E7-E0EB-7DBC-F1F4CF9C2224}"/>
              </a:ext>
            </a:extLst>
          </p:cNvPr>
          <p:cNvSpPr>
            <a:spLocks noGrp="1"/>
          </p:cNvSpPr>
          <p:nvPr>
            <p:ph type="body" sz="quarter" idx="48"/>
          </p:nvPr>
        </p:nvSpPr>
        <p:spPr>
          <a:xfrm>
            <a:off x="5176602" y="2329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3" name="index_7">
            <a:extLst>
              <a:ext uri="{FF2B5EF4-FFF2-40B4-BE49-F238E27FC236}">
                <a16:creationId xmlns:a16="http://schemas.microsoft.com/office/drawing/2014/main" id="{D84A77BC-F41C-098D-1151-A99CC27EB3BE}"/>
              </a:ext>
            </a:extLst>
          </p:cNvPr>
          <p:cNvSpPr>
            <a:spLocks noGrp="1"/>
          </p:cNvSpPr>
          <p:nvPr>
            <p:ph type="body" sz="quarter" idx="49"/>
          </p:nvPr>
        </p:nvSpPr>
        <p:spPr>
          <a:xfrm>
            <a:off x="5176602" y="39420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4" name="index_8">
            <a:extLst>
              <a:ext uri="{FF2B5EF4-FFF2-40B4-BE49-F238E27FC236}">
                <a16:creationId xmlns:a16="http://schemas.microsoft.com/office/drawing/2014/main" id="{B4D9C87E-E9BF-7CFD-82F4-C2BC2FB30A50}"/>
              </a:ext>
            </a:extLst>
          </p:cNvPr>
          <p:cNvSpPr>
            <a:spLocks noGrp="1"/>
          </p:cNvSpPr>
          <p:nvPr>
            <p:ph type="body" sz="quarter" idx="50"/>
          </p:nvPr>
        </p:nvSpPr>
        <p:spPr>
          <a:xfrm>
            <a:off x="5176602" y="5558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6" name="index_text_3">
            <a:extLst>
              <a:ext uri="{FF2B5EF4-FFF2-40B4-BE49-F238E27FC236}">
                <a16:creationId xmlns:a16="http://schemas.microsoft.com/office/drawing/2014/main" id="{A2C05BBE-36E6-14D5-EE12-DBCA716481F5}"/>
              </a:ext>
            </a:extLst>
          </p:cNvPr>
          <p:cNvSpPr>
            <a:spLocks noGrp="1"/>
          </p:cNvSpPr>
          <p:nvPr>
            <p:ph type="body" sz="quarter" idx="18"/>
          </p:nvPr>
        </p:nvSpPr>
        <p:spPr>
          <a:xfrm>
            <a:off x="590925" y="3303914"/>
            <a:ext cx="4230000" cy="2101327"/>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 name="index_text_2">
            <a:extLst>
              <a:ext uri="{FF2B5EF4-FFF2-40B4-BE49-F238E27FC236}">
                <a16:creationId xmlns:a16="http://schemas.microsoft.com/office/drawing/2014/main" id="{EA3E2085-7800-5A1E-D3C6-2AC5F826AEB7}"/>
              </a:ext>
            </a:extLst>
          </p:cNvPr>
          <p:cNvSpPr>
            <a:spLocks noGrp="1"/>
          </p:cNvSpPr>
          <p:nvPr>
            <p:ph type="body" sz="quarter" idx="58"/>
          </p:nvPr>
        </p:nvSpPr>
        <p:spPr>
          <a:xfrm>
            <a:off x="591406" y="2579039"/>
            <a:ext cx="4230000" cy="1404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17" name="index_text_7">
            <a:extLst>
              <a:ext uri="{FF2B5EF4-FFF2-40B4-BE49-F238E27FC236}">
                <a16:creationId xmlns:a16="http://schemas.microsoft.com/office/drawing/2014/main" id="{97DBED39-8DCD-E25F-ED17-65EE9184EDDC}"/>
              </a:ext>
            </a:extLst>
          </p:cNvPr>
          <p:cNvSpPr>
            <a:spLocks noGrp="1"/>
          </p:cNvSpPr>
          <p:nvPr>
            <p:ph type="body" sz="quarter" idx="60"/>
          </p:nvPr>
        </p:nvSpPr>
        <p:spPr>
          <a:xfrm>
            <a:off x="5176800" y="42948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5" name="index_text_5">
            <a:extLst>
              <a:ext uri="{FF2B5EF4-FFF2-40B4-BE49-F238E27FC236}">
                <a16:creationId xmlns:a16="http://schemas.microsoft.com/office/drawing/2014/main" id="{9E9218EB-8AFA-FB22-730A-2A0C784385B0}"/>
              </a:ext>
            </a:extLst>
          </p:cNvPr>
          <p:cNvSpPr>
            <a:spLocks noGrp="1"/>
          </p:cNvSpPr>
          <p:nvPr>
            <p:ph type="body" sz="quarter" idx="61"/>
          </p:nvPr>
        </p:nvSpPr>
        <p:spPr>
          <a:xfrm>
            <a:off x="5176800" y="1476000"/>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6" name="index_text_8">
            <a:extLst>
              <a:ext uri="{FF2B5EF4-FFF2-40B4-BE49-F238E27FC236}">
                <a16:creationId xmlns:a16="http://schemas.microsoft.com/office/drawing/2014/main" id="{2C2DDA02-A052-7649-4173-20564D83BAF5}"/>
              </a:ext>
            </a:extLst>
          </p:cNvPr>
          <p:cNvSpPr>
            <a:spLocks noGrp="1"/>
          </p:cNvSpPr>
          <p:nvPr>
            <p:ph type="body" sz="quarter" idx="62"/>
          </p:nvPr>
        </p:nvSpPr>
        <p:spPr>
          <a:xfrm>
            <a:off x="5178325" y="591120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7" name="index_text_6">
            <a:extLst>
              <a:ext uri="{FF2B5EF4-FFF2-40B4-BE49-F238E27FC236}">
                <a16:creationId xmlns:a16="http://schemas.microsoft.com/office/drawing/2014/main" id="{28369E2E-F302-8850-B509-FC30CB40727D}"/>
              </a:ext>
            </a:extLst>
          </p:cNvPr>
          <p:cNvSpPr>
            <a:spLocks noGrp="1"/>
          </p:cNvSpPr>
          <p:nvPr>
            <p:ph type="body" sz="quarter" idx="63"/>
          </p:nvPr>
        </p:nvSpPr>
        <p:spPr>
          <a:xfrm>
            <a:off x="5178325" y="26820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cxnSp>
        <p:nvCxnSpPr>
          <p:cNvPr id="15" name="connector_2">
            <a:extLst>
              <a:ext uri="{FF2B5EF4-FFF2-40B4-BE49-F238E27FC236}">
                <a16:creationId xmlns:a16="http://schemas.microsoft.com/office/drawing/2014/main" id="{7739C207-A491-0028-419F-DE2EDDBC2180}"/>
              </a:ext>
            </a:extLst>
          </p:cNvPr>
          <p:cNvCxnSpPr>
            <a:cxnSpLocks noGrp="1" noRot="1" noMove="1" noResize="1" noEditPoints="1" noAdjustHandles="1" noChangeArrowheads="1" noChangeShapeType="1"/>
          </p:cNvCxnSpPr>
          <p:nvPr userDrawn="1"/>
        </p:nvCxnSpPr>
        <p:spPr>
          <a:xfrm>
            <a:off x="589400" y="1347951"/>
            <a:ext cx="4140000" cy="0"/>
          </a:xfrm>
          <a:prstGeom prst="line">
            <a:avLst/>
          </a:prstGeom>
        </p:spPr>
        <p:style>
          <a:lnRef idx="1">
            <a:schemeClr val="dk1"/>
          </a:lnRef>
          <a:fillRef idx="0">
            <a:schemeClr val="dk1"/>
          </a:fillRef>
          <a:effectRef idx="0">
            <a:schemeClr val="dk1"/>
          </a:effectRef>
          <a:fontRef idx="minor">
            <a:schemeClr val="tx1"/>
          </a:fontRef>
        </p:style>
      </p:cxnSp>
      <p:sp>
        <p:nvSpPr>
          <p:cNvPr id="18" name="index_1">
            <a:extLst>
              <a:ext uri="{FF2B5EF4-FFF2-40B4-BE49-F238E27FC236}">
                <a16:creationId xmlns:a16="http://schemas.microsoft.com/office/drawing/2014/main" id="{6F1D7AF8-B514-92D1-733A-DA3A36A74DEB}"/>
              </a:ext>
            </a:extLst>
          </p:cNvPr>
          <p:cNvSpPr>
            <a:spLocks noGrp="1"/>
          </p:cNvSpPr>
          <p:nvPr>
            <p:ph type="body" sz="quarter" idx="42"/>
          </p:nvPr>
        </p:nvSpPr>
        <p:spPr>
          <a:xfrm>
            <a:off x="590400" y="1123200"/>
            <a:ext cx="4221206" cy="169200"/>
          </a:xfrm>
          <a:prstGeom prst="rect">
            <a:avLst/>
          </a:prstGeom>
          <a:noFill/>
          <a:ln>
            <a:noFill/>
          </a:ln>
        </p:spPr>
        <p:txBody>
          <a:bodyPr lIns="0" anchor="ctr"/>
          <a:lstStyle>
            <a:lvl1pPr marL="0" indent="0">
              <a:buNone/>
              <a:defRPr sz="1100" b="1" u="none">
                <a:solidFill>
                  <a:schemeClr val="tx1"/>
                </a:solidFill>
              </a:defRPr>
            </a:lvl1pPr>
          </a:lstStyle>
          <a:p>
            <a:pPr lvl="0"/>
            <a:endParaRPr kumimoji="1" lang="en-US" altLang="ja-JP" sz="1100" dirty="0"/>
          </a:p>
        </p:txBody>
      </p:sp>
      <p:sp>
        <p:nvSpPr>
          <p:cNvPr id="35" name="index_text_1">
            <a:extLst>
              <a:ext uri="{FF2B5EF4-FFF2-40B4-BE49-F238E27FC236}">
                <a16:creationId xmlns:a16="http://schemas.microsoft.com/office/drawing/2014/main" id="{3010016F-7F76-3219-23EF-A4F935534378}"/>
              </a:ext>
            </a:extLst>
          </p:cNvPr>
          <p:cNvSpPr>
            <a:spLocks noGrp="1"/>
          </p:cNvSpPr>
          <p:nvPr>
            <p:ph type="body" sz="quarter" idx="65"/>
          </p:nvPr>
        </p:nvSpPr>
        <p:spPr>
          <a:xfrm>
            <a:off x="591925" y="1443600"/>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40871832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ndex_gen_ai_v2_color">
    <p:spTree>
      <p:nvGrpSpPr>
        <p:cNvPr id="1" name=""/>
        <p:cNvGrpSpPr/>
        <p:nvPr/>
      </p:nvGrpSpPr>
      <p:grpSpPr>
        <a:xfrm>
          <a:off x="0" y="0"/>
          <a:ext cx="0" cy="0"/>
          <a:chOff x="0" y="0"/>
          <a:chExt cx="0" cy="0"/>
        </a:xfrm>
      </p:grpSpPr>
      <p:sp>
        <p:nvSpPr>
          <p:cNvPr id="9" name="index_4">
            <a:extLst>
              <a:ext uri="{FF2B5EF4-FFF2-40B4-BE49-F238E27FC236}">
                <a16:creationId xmlns:a16="http://schemas.microsoft.com/office/drawing/2014/main" id="{09064515-44DA-CA4C-C92B-188DB632D391}"/>
              </a:ext>
            </a:extLst>
          </p:cNvPr>
          <p:cNvSpPr>
            <a:spLocks noGrp="1"/>
          </p:cNvSpPr>
          <p:nvPr>
            <p:ph type="body" sz="quarter" idx="46"/>
          </p:nvPr>
        </p:nvSpPr>
        <p:spPr>
          <a:xfrm>
            <a:off x="590925" y="4453661"/>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2" name="index_text_4">
            <a:extLst>
              <a:ext uri="{FF2B5EF4-FFF2-40B4-BE49-F238E27FC236}">
                <a16:creationId xmlns:a16="http://schemas.microsoft.com/office/drawing/2014/main" id="{AB975712-EAAF-2FDC-37BD-AE85551AA481}"/>
              </a:ext>
            </a:extLst>
          </p:cNvPr>
          <p:cNvSpPr>
            <a:spLocks noGrp="1"/>
          </p:cNvSpPr>
          <p:nvPr>
            <p:ph type="body" sz="quarter" idx="59"/>
          </p:nvPr>
        </p:nvSpPr>
        <p:spPr>
          <a:xfrm>
            <a:off x="591925" y="4769507"/>
            <a:ext cx="4230000" cy="3600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42" name="page_title">
            <a:extLst>
              <a:ext uri="{FF2B5EF4-FFF2-40B4-BE49-F238E27FC236}">
                <a16:creationId xmlns:a16="http://schemas.microsoft.com/office/drawing/2014/main" id="{5F398013-9331-BB5B-AD7F-B7D09886397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3" name="フッター プレースホルダー 2">
            <a:extLst>
              <a:ext uri="{FF2B5EF4-FFF2-40B4-BE49-F238E27FC236}">
                <a16:creationId xmlns:a16="http://schemas.microsoft.com/office/drawing/2014/main" id="{DB81EB4C-A492-1E96-573B-4BD002124D54}"/>
              </a:ext>
            </a:extLst>
          </p:cNvPr>
          <p:cNvSpPr>
            <a:spLocks noGrp="1"/>
          </p:cNvSpPr>
          <p:nvPr>
            <p:ph type="ftr" sz="quarter" idx="10"/>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45B972-4B58-2145-8ED5-061B0444EAFC}"/>
              </a:ext>
            </a:extLst>
          </p:cNvPr>
          <p:cNvSpPr>
            <a:spLocks noGrp="1"/>
          </p:cNvSpPr>
          <p:nvPr>
            <p:ph type="dt" sz="half" idx="11"/>
          </p:nvPr>
        </p:nvSpPr>
        <p:spPr/>
        <p:txBody>
          <a:bodyPr/>
          <a:lstStyle/>
          <a:p>
            <a:fld id="{81D58EA8-9B98-41E6-956B-055930B8C0DB}" type="datetime1">
              <a:rPr kumimoji="1" lang="ja-JP" altLang="en-US" smtClean="0"/>
              <a:t>2026/2/26</a:t>
            </a:fld>
            <a:endParaRPr kumimoji="1" lang="ja-JP" altLang="en-US"/>
          </a:p>
        </p:txBody>
      </p:sp>
      <p:sp>
        <p:nvSpPr>
          <p:cNvPr id="5" name="スライド番号プレースホルダー 4">
            <a:extLst>
              <a:ext uri="{FF2B5EF4-FFF2-40B4-BE49-F238E27FC236}">
                <a16:creationId xmlns:a16="http://schemas.microsoft.com/office/drawing/2014/main" id="{F4D7CF18-B9EC-C830-E23F-D451475CDE3E}"/>
              </a:ext>
            </a:extLst>
          </p:cNvPr>
          <p:cNvSpPr>
            <a:spLocks noGrp="1"/>
          </p:cNvSpPr>
          <p:nvPr>
            <p:ph type="sldNum" sz="quarter" idx="12"/>
          </p:nvPr>
        </p:nvSpPr>
        <p:spPr>
          <a:xfrm>
            <a:off x="7560000" y="6356350"/>
            <a:ext cx="2228850" cy="365125"/>
          </a:xfrm>
        </p:spPr>
        <p:txBody>
          <a:bodyPr/>
          <a:lstStyle>
            <a:lvl1pPr>
              <a:defRPr sz="900"/>
            </a:lvl1pPr>
          </a:lstStyle>
          <a:p>
            <a:fld id="{2DF5643A-3597-4586-BDDD-5EEE5E0D934B}" type="slidenum">
              <a:rPr lang="ja-JP" altLang="en-US" smtClean="0"/>
              <a:pPr/>
              <a:t>‹#›</a:t>
            </a:fld>
            <a:endParaRPr lang="ja-JP" altLang="en-US" dirty="0"/>
          </a:p>
        </p:txBody>
      </p:sp>
      <p:cxnSp>
        <p:nvCxnSpPr>
          <p:cNvPr id="16" name="connector_6">
            <a:extLst>
              <a:ext uri="{FF2B5EF4-FFF2-40B4-BE49-F238E27FC236}">
                <a16:creationId xmlns:a16="http://schemas.microsoft.com/office/drawing/2014/main" id="{C84B9B6E-8060-88EA-EEB4-F10A4A62C516}"/>
              </a:ext>
            </a:extLst>
          </p:cNvPr>
          <p:cNvCxnSpPr>
            <a:cxnSpLocks noGrp="1" noRot="1" noMove="1" noResize="1" noEditPoints="1" noAdjustHandles="1" noChangeArrowheads="1" noChangeShapeType="1"/>
          </p:cNvCxnSpPr>
          <p:nvPr/>
        </p:nvCxnSpPr>
        <p:spPr>
          <a:xfrm>
            <a:off x="5176602" y="134795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nector_3">
            <a:extLst>
              <a:ext uri="{FF2B5EF4-FFF2-40B4-BE49-F238E27FC236}">
                <a16:creationId xmlns:a16="http://schemas.microsoft.com/office/drawing/2014/main" id="{041F9ED9-E18A-DE46-B446-930BA9B1532E}"/>
              </a:ext>
            </a:extLst>
          </p:cNvPr>
          <p:cNvCxnSpPr>
            <a:cxnSpLocks noGrp="1" noRot="1" noMove="1" noResize="1" noEditPoints="1" noAdjustHandles="1" noChangeArrowheads="1" noChangeShapeType="1"/>
          </p:cNvCxnSpPr>
          <p:nvPr userDrawn="1"/>
        </p:nvCxnSpPr>
        <p:spPr>
          <a:xfrm>
            <a:off x="590400" y="2109600"/>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or_7">
            <a:extLst>
              <a:ext uri="{FF2B5EF4-FFF2-40B4-BE49-F238E27FC236}">
                <a16:creationId xmlns:a16="http://schemas.microsoft.com/office/drawing/2014/main" id="{61CFBF78-B4D9-243A-A5C2-8FC129C50E9E}"/>
              </a:ext>
            </a:extLst>
          </p:cNvPr>
          <p:cNvCxnSpPr>
            <a:cxnSpLocks noGrp="1" noRot="1" noMove="1" noResize="1" noEditPoints="1" noAdjustHandles="1" noChangeArrowheads="1" noChangeShapeType="1"/>
          </p:cNvCxnSpPr>
          <p:nvPr userDrawn="1"/>
        </p:nvCxnSpPr>
        <p:spPr>
          <a:xfrm>
            <a:off x="5176602" y="2525184"/>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or_4">
            <a:extLst>
              <a:ext uri="{FF2B5EF4-FFF2-40B4-BE49-F238E27FC236}">
                <a16:creationId xmlns:a16="http://schemas.microsoft.com/office/drawing/2014/main" id="{84443B7C-E8B8-0565-DFB9-4112A60956E9}"/>
              </a:ext>
            </a:extLst>
          </p:cNvPr>
          <p:cNvCxnSpPr>
            <a:cxnSpLocks noGrp="1" noRot="1" noMove="1" noResize="1" noEditPoints="1" noAdjustHandles="1" noChangeArrowheads="1" noChangeShapeType="1"/>
          </p:cNvCxnSpPr>
          <p:nvPr/>
        </p:nvCxnSpPr>
        <p:spPr>
          <a:xfrm>
            <a:off x="590925" y="285358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2" name="connector_5">
            <a:extLst>
              <a:ext uri="{FF2B5EF4-FFF2-40B4-BE49-F238E27FC236}">
                <a16:creationId xmlns:a16="http://schemas.microsoft.com/office/drawing/2014/main" id="{8C60EAC1-6417-6455-C713-AD2A0FEE0027}"/>
              </a:ext>
            </a:extLst>
          </p:cNvPr>
          <p:cNvCxnSpPr>
            <a:cxnSpLocks noGrp="1" noRot="1" noMove="1" noResize="1" noEditPoints="1" noAdjustHandles="1" noChangeArrowheads="1" noChangeShapeType="1"/>
          </p:cNvCxnSpPr>
          <p:nvPr/>
        </p:nvCxnSpPr>
        <p:spPr>
          <a:xfrm>
            <a:off x="590925" y="4680463"/>
            <a:ext cx="4140000" cy="0"/>
          </a:xfrm>
          <a:prstGeom prst="line">
            <a:avLst/>
          </a:prstGeom>
        </p:spPr>
        <p:style>
          <a:lnRef idx="1">
            <a:schemeClr val="dk1"/>
          </a:lnRef>
          <a:fillRef idx="0">
            <a:schemeClr val="dk1"/>
          </a:fillRef>
          <a:effectRef idx="0">
            <a:schemeClr val="dk1"/>
          </a:effectRef>
          <a:fontRef idx="minor">
            <a:schemeClr val="tx1"/>
          </a:fontRef>
        </p:style>
      </p:cxnSp>
      <p:sp>
        <p:nvSpPr>
          <p:cNvPr id="41" name="date">
            <a:extLst>
              <a:ext uri="{FF2B5EF4-FFF2-40B4-BE49-F238E27FC236}">
                <a16:creationId xmlns:a16="http://schemas.microsoft.com/office/drawing/2014/main" id="{D2DFFBB0-7404-E7B4-75F0-2CB6A5CC8C66}"/>
              </a:ext>
            </a:extLst>
          </p:cNvPr>
          <p:cNvSpPr>
            <a:spLocks noGrp="1"/>
          </p:cNvSpPr>
          <p:nvPr userDrawn="1">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43" name="connector_1">
            <a:extLst>
              <a:ext uri="{FF2B5EF4-FFF2-40B4-BE49-F238E27FC236}">
                <a16:creationId xmlns:a16="http://schemas.microsoft.com/office/drawing/2014/main" id="{A3B4A0EF-CA2A-DADB-B670-DE5ADBC84077}"/>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index_2">
            <a:extLst>
              <a:ext uri="{FF2B5EF4-FFF2-40B4-BE49-F238E27FC236}">
                <a16:creationId xmlns:a16="http://schemas.microsoft.com/office/drawing/2014/main" id="{6B2654E9-C93F-FC6E-2074-645110C740F3}"/>
              </a:ext>
            </a:extLst>
          </p:cNvPr>
          <p:cNvSpPr>
            <a:spLocks noGrp="1"/>
          </p:cNvSpPr>
          <p:nvPr>
            <p:ph type="body" sz="quarter" idx="44"/>
          </p:nvPr>
        </p:nvSpPr>
        <p:spPr>
          <a:xfrm>
            <a:off x="590925" y="1886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8" name="index_3">
            <a:extLst>
              <a:ext uri="{FF2B5EF4-FFF2-40B4-BE49-F238E27FC236}">
                <a16:creationId xmlns:a16="http://schemas.microsoft.com/office/drawing/2014/main" id="{00041D32-6FDE-805C-9C66-D5DD14895E5A}"/>
              </a:ext>
            </a:extLst>
          </p:cNvPr>
          <p:cNvSpPr>
            <a:spLocks noGrp="1"/>
          </p:cNvSpPr>
          <p:nvPr>
            <p:ph type="body" sz="quarter" idx="45"/>
          </p:nvPr>
        </p:nvSpPr>
        <p:spPr>
          <a:xfrm>
            <a:off x="589400" y="2621086"/>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0" name="index_5">
            <a:extLst>
              <a:ext uri="{FF2B5EF4-FFF2-40B4-BE49-F238E27FC236}">
                <a16:creationId xmlns:a16="http://schemas.microsoft.com/office/drawing/2014/main" id="{537B247C-E96C-0439-1C39-501EC016F789}"/>
              </a:ext>
            </a:extLst>
          </p:cNvPr>
          <p:cNvSpPr>
            <a:spLocks noGrp="1"/>
          </p:cNvSpPr>
          <p:nvPr>
            <p:ph type="body" sz="quarter" idx="47"/>
          </p:nvPr>
        </p:nvSpPr>
        <p:spPr>
          <a:xfrm>
            <a:off x="5176602" y="1123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1" name="index_6">
            <a:extLst>
              <a:ext uri="{FF2B5EF4-FFF2-40B4-BE49-F238E27FC236}">
                <a16:creationId xmlns:a16="http://schemas.microsoft.com/office/drawing/2014/main" id="{EC47000B-13E7-E0EB-7DBC-F1F4CF9C2224}"/>
              </a:ext>
            </a:extLst>
          </p:cNvPr>
          <p:cNvSpPr>
            <a:spLocks noGrp="1"/>
          </p:cNvSpPr>
          <p:nvPr>
            <p:ph type="body" sz="quarter" idx="48"/>
          </p:nvPr>
        </p:nvSpPr>
        <p:spPr>
          <a:xfrm>
            <a:off x="5176602" y="2292256"/>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6" name="index_text_3">
            <a:extLst>
              <a:ext uri="{FF2B5EF4-FFF2-40B4-BE49-F238E27FC236}">
                <a16:creationId xmlns:a16="http://schemas.microsoft.com/office/drawing/2014/main" id="{A2C05BBE-36E6-14D5-EE12-DBCA716481F5}"/>
              </a:ext>
            </a:extLst>
          </p:cNvPr>
          <p:cNvSpPr>
            <a:spLocks noGrp="1"/>
          </p:cNvSpPr>
          <p:nvPr>
            <p:ph type="body" sz="quarter" idx="18"/>
          </p:nvPr>
        </p:nvSpPr>
        <p:spPr>
          <a:xfrm>
            <a:off x="590925" y="2952939"/>
            <a:ext cx="4230000" cy="1231402"/>
          </a:xfrm>
          <a:prstGeom prst="rect">
            <a:avLst/>
          </a:prstGeom>
          <a:noFill/>
          <a:ln>
            <a:noFill/>
          </a:ln>
        </p:spPr>
        <p:txBody>
          <a:bodyPr lIns="0" anchor="t"/>
          <a:lstStyle>
            <a:lvl1pPr marL="0" marR="0" indent="0" algn="l" defTabSz="914400" rtl="0" eaLnBrk="1" fontAlgn="auto" latinLnBrk="0" hangingPunct="1">
              <a:lnSpc>
                <a:spcPct val="100000"/>
              </a:lnSpc>
              <a:spcBef>
                <a:spcPts val="350"/>
              </a:spcBef>
              <a:spcAft>
                <a:spcPts val="0"/>
              </a:spcAft>
              <a:buClrTx/>
              <a:buSzTx/>
              <a:buFont typeface="Arial" panose="020B0604020202020204" pitchFamily="34" charset="0"/>
              <a:buNone/>
              <a:tabLst/>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 name="index_text_2">
            <a:extLst>
              <a:ext uri="{FF2B5EF4-FFF2-40B4-BE49-F238E27FC236}">
                <a16:creationId xmlns:a16="http://schemas.microsoft.com/office/drawing/2014/main" id="{EA3E2085-7800-5A1E-D3C6-2AC5F826AEB7}"/>
              </a:ext>
            </a:extLst>
          </p:cNvPr>
          <p:cNvSpPr>
            <a:spLocks noGrp="1"/>
          </p:cNvSpPr>
          <p:nvPr>
            <p:ph type="body" sz="quarter" idx="58"/>
          </p:nvPr>
        </p:nvSpPr>
        <p:spPr>
          <a:xfrm>
            <a:off x="591406" y="2206800"/>
            <a:ext cx="4230000" cy="1404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5" name="index_text_5">
            <a:extLst>
              <a:ext uri="{FF2B5EF4-FFF2-40B4-BE49-F238E27FC236}">
                <a16:creationId xmlns:a16="http://schemas.microsoft.com/office/drawing/2014/main" id="{9E9218EB-8AFA-FB22-730A-2A0C784385B0}"/>
              </a:ext>
            </a:extLst>
          </p:cNvPr>
          <p:cNvSpPr>
            <a:spLocks noGrp="1"/>
          </p:cNvSpPr>
          <p:nvPr>
            <p:ph type="body" sz="quarter" idx="61"/>
          </p:nvPr>
        </p:nvSpPr>
        <p:spPr>
          <a:xfrm>
            <a:off x="5176800" y="1457528"/>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6" name="index_text_1">
            <a:extLst>
              <a:ext uri="{FF2B5EF4-FFF2-40B4-BE49-F238E27FC236}">
                <a16:creationId xmlns:a16="http://schemas.microsoft.com/office/drawing/2014/main" id="{2C2DDA02-A052-7649-4173-20564D83BAF5}"/>
              </a:ext>
            </a:extLst>
          </p:cNvPr>
          <p:cNvSpPr>
            <a:spLocks noGrp="1"/>
          </p:cNvSpPr>
          <p:nvPr>
            <p:ph type="body" sz="quarter" idx="62"/>
          </p:nvPr>
        </p:nvSpPr>
        <p:spPr>
          <a:xfrm>
            <a:off x="590400" y="144360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cxnSp>
        <p:nvCxnSpPr>
          <p:cNvPr id="15" name="connector_2">
            <a:extLst>
              <a:ext uri="{FF2B5EF4-FFF2-40B4-BE49-F238E27FC236}">
                <a16:creationId xmlns:a16="http://schemas.microsoft.com/office/drawing/2014/main" id="{7739C207-A491-0028-419F-DE2EDDBC2180}"/>
              </a:ext>
            </a:extLst>
          </p:cNvPr>
          <p:cNvCxnSpPr>
            <a:cxnSpLocks noGrp="1" noRot="1" noMove="1" noResize="1" noEditPoints="1" noAdjustHandles="1" noChangeArrowheads="1" noChangeShapeType="1"/>
          </p:cNvCxnSpPr>
          <p:nvPr userDrawn="1"/>
        </p:nvCxnSpPr>
        <p:spPr>
          <a:xfrm>
            <a:off x="589400" y="1347951"/>
            <a:ext cx="4140000" cy="0"/>
          </a:xfrm>
          <a:prstGeom prst="line">
            <a:avLst/>
          </a:prstGeom>
        </p:spPr>
        <p:style>
          <a:lnRef idx="1">
            <a:schemeClr val="dk1"/>
          </a:lnRef>
          <a:fillRef idx="0">
            <a:schemeClr val="dk1"/>
          </a:fillRef>
          <a:effectRef idx="0">
            <a:schemeClr val="dk1"/>
          </a:effectRef>
          <a:fontRef idx="minor">
            <a:schemeClr val="tx1"/>
          </a:fontRef>
        </p:style>
      </p:cxnSp>
      <p:sp>
        <p:nvSpPr>
          <p:cNvPr id="18" name="index_1">
            <a:extLst>
              <a:ext uri="{FF2B5EF4-FFF2-40B4-BE49-F238E27FC236}">
                <a16:creationId xmlns:a16="http://schemas.microsoft.com/office/drawing/2014/main" id="{6F1D7AF8-B514-92D1-733A-DA3A36A74DEB}"/>
              </a:ext>
            </a:extLst>
          </p:cNvPr>
          <p:cNvSpPr>
            <a:spLocks noGrp="1"/>
          </p:cNvSpPr>
          <p:nvPr>
            <p:ph type="body" sz="quarter" idx="42"/>
          </p:nvPr>
        </p:nvSpPr>
        <p:spPr>
          <a:xfrm>
            <a:off x="590400" y="1123200"/>
            <a:ext cx="4221206" cy="169200"/>
          </a:xfrm>
          <a:prstGeom prst="rect">
            <a:avLst/>
          </a:prstGeom>
          <a:noFill/>
          <a:ln>
            <a:noFill/>
          </a:ln>
        </p:spPr>
        <p:txBody>
          <a:bodyPr lIns="0" anchor="ctr"/>
          <a:lstStyle>
            <a:lvl1pPr marL="0" indent="0">
              <a:buNone/>
              <a:defRPr sz="1100" b="1" u="none">
                <a:solidFill>
                  <a:schemeClr val="tx1"/>
                </a:solidFill>
              </a:defRPr>
            </a:lvl1pPr>
          </a:lstStyle>
          <a:p>
            <a:pPr lvl="0"/>
            <a:endParaRPr kumimoji="1" lang="en-US" altLang="ja-JP" sz="1100" dirty="0"/>
          </a:p>
        </p:txBody>
      </p:sp>
      <p:sp>
        <p:nvSpPr>
          <p:cNvPr id="19" name="index_text_6">
            <a:extLst>
              <a:ext uri="{FF2B5EF4-FFF2-40B4-BE49-F238E27FC236}">
                <a16:creationId xmlns:a16="http://schemas.microsoft.com/office/drawing/2014/main" id="{D21FC288-AEFE-7438-E146-110162A871A2}"/>
              </a:ext>
            </a:extLst>
          </p:cNvPr>
          <p:cNvSpPr>
            <a:spLocks noGrp="1"/>
          </p:cNvSpPr>
          <p:nvPr>
            <p:ph type="body" sz="quarter" idx="63"/>
          </p:nvPr>
        </p:nvSpPr>
        <p:spPr>
          <a:xfrm>
            <a:off x="5176800" y="261566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24420486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i_suggest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06764"/>
            <a:ext cx="8726710" cy="5458496"/>
          </a:xfrm>
          <a:prstGeom prst="rect">
            <a:avLst/>
          </a:prstGeom>
        </p:spPr>
        <p:txBody>
          <a:bodyPr/>
          <a:lstStyle>
            <a:lvl1pPr>
              <a:lnSpc>
                <a:spcPct val="150000"/>
              </a:lnSpc>
              <a:defRPr/>
            </a:lvl1p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ADE70745-8518-83D3-E5E0-B388CC22BDD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9092D23C-4653-3D25-EB39-30FBA8E032F9}"/>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8" name="connector_1">
            <a:extLst>
              <a:ext uri="{FF2B5EF4-FFF2-40B4-BE49-F238E27FC236}">
                <a16:creationId xmlns:a16="http://schemas.microsoft.com/office/drawing/2014/main" id="{FC561E5E-6CB4-D6A6-A438-05C27F742C4E}"/>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331231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gen_ai_v2_color">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ADE70745-8518-83D3-E5E0-B388CC22BDD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9092D23C-4653-3D25-EB39-30FBA8E032F9}"/>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8" name="connector_1">
            <a:extLst>
              <a:ext uri="{FF2B5EF4-FFF2-40B4-BE49-F238E27FC236}">
                <a16:creationId xmlns:a16="http://schemas.microsoft.com/office/drawing/2014/main" id="{FC561E5E-6CB4-D6A6-A438-05C27F742C4E}"/>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a:extLst>
              <a:ext uri="{FF2B5EF4-FFF2-40B4-BE49-F238E27FC236}">
                <a16:creationId xmlns:a16="http://schemas.microsoft.com/office/drawing/2014/main" id="{91AEDC54-2AAB-9BD7-DC74-586ADB4F7C43}"/>
              </a:ext>
            </a:extLst>
          </p:cNvPr>
          <p:cNvSpPr>
            <a:spLocks noGrp="1"/>
          </p:cNvSpPr>
          <p:nvPr>
            <p:ph type="body" sz="quarter" idx="18"/>
          </p:nvPr>
        </p:nvSpPr>
        <p:spPr>
          <a:xfrm>
            <a:off x="468000" y="1407600"/>
            <a:ext cx="9079200" cy="5234400"/>
          </a:xfrm>
          <a:prstGeom prst="rect">
            <a:avLst/>
          </a:prstGeom>
          <a:noFill/>
          <a:ln>
            <a:noFill/>
          </a:ln>
        </p:spPr>
        <p:txBody>
          <a:bodyPr anchor="t"/>
          <a:lstStyle>
            <a:lvl1pPr marL="0" indent="0" algn="l">
              <a:lnSpc>
                <a:spcPct val="130000"/>
              </a:lnSpc>
              <a:buNone/>
              <a:defRPr sz="14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6" name="title">
            <a:extLst>
              <a:ext uri="{FF2B5EF4-FFF2-40B4-BE49-F238E27FC236}">
                <a16:creationId xmlns:a16="http://schemas.microsoft.com/office/drawing/2014/main" id="{3A59D8D6-657D-DDD6-D47F-7FD03E300C8B}"/>
              </a:ext>
            </a:extLst>
          </p:cNvPr>
          <p:cNvSpPr>
            <a:spLocks noGrp="1"/>
          </p:cNvSpPr>
          <p:nvPr>
            <p:ph type="body" sz="quarter" idx="42"/>
          </p:nvPr>
        </p:nvSpPr>
        <p:spPr>
          <a:xfrm>
            <a:off x="468000" y="1008000"/>
            <a:ext cx="7642800" cy="244800"/>
          </a:xfrm>
          <a:prstGeom prst="rect">
            <a:avLst/>
          </a:prstGeom>
        </p:spPr>
        <p:txBody>
          <a:bodyPr lIns="90000" anchor="ctr"/>
          <a:lstStyle>
            <a:lvl1pPr marL="0" indent="0" algn="l">
              <a:buNone/>
              <a:defRPr sz="1400" b="1"/>
            </a:lvl1pPr>
          </a:lstStyle>
          <a:p>
            <a:pPr lvl="0"/>
            <a:endParaRPr kumimoji="1" lang="ja-JP" altLang="en-US" dirty="0"/>
          </a:p>
        </p:txBody>
      </p:sp>
    </p:spTree>
    <p:extLst>
      <p:ext uri="{BB962C8B-B14F-4D97-AF65-F5344CB8AC3E}">
        <p14:creationId xmlns:p14="http://schemas.microsoft.com/office/powerpoint/2010/main" val="151082722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able_big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5200" y="1081819"/>
            <a:ext cx="8892000" cy="514868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1C88358-4676-4A7A-8E0A-EA2769BD25D4}"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84191034-C89B-99EA-DCC8-68718228E77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70A0BE1C-2A9E-FDAA-3E08-D257CBBBD071}"/>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8" name="connector_1">
            <a:extLst>
              <a:ext uri="{FF2B5EF4-FFF2-40B4-BE49-F238E27FC236}">
                <a16:creationId xmlns:a16="http://schemas.microsoft.com/office/drawing/2014/main" id="{2C9185DB-A7A9-21F8-1B6F-3B75DA20966E}"/>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12836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onthly_basic_v2_color">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993600" y="3866400"/>
            <a:ext cx="7920000" cy="97200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8" name="table_2">
            <a:extLst>
              <a:ext uri="{FF2B5EF4-FFF2-40B4-BE49-F238E27FC236}">
                <a16:creationId xmlns:a16="http://schemas.microsoft.com/office/drawing/2014/main" id="{6A5C14E4-C9F1-F5B4-D229-76AF34A368CB}"/>
              </a:ext>
            </a:extLst>
          </p:cNvPr>
          <p:cNvSpPr>
            <a:spLocks noGrp="1"/>
          </p:cNvSpPr>
          <p:nvPr>
            <p:ph type="tbl" sz="quarter" idx="16"/>
          </p:nvPr>
        </p:nvSpPr>
        <p:spPr>
          <a:xfrm>
            <a:off x="993600" y="4970308"/>
            <a:ext cx="7920000" cy="972000"/>
          </a:xfrm>
          <a:prstGeom prst="rect">
            <a:avLst/>
          </a:prstGeom>
        </p:spPr>
        <p:txBody>
          <a:bodyPr/>
          <a:lstStyle/>
          <a:p>
            <a:endParaRPr kumimoji="1" lang="ja-JP" altLang="en-US" dirty="0"/>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58400"/>
            <a:ext cx="8726050" cy="2506836"/>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77133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ily_basic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90400" y="3787200"/>
            <a:ext cx="8726400" cy="259200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29600"/>
            <a:ext cx="8726050" cy="2613600"/>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99562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onthly_device_category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6800" y="3697200"/>
            <a:ext cx="8726400" cy="152640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127000" y="1015200"/>
            <a:ext cx="9410700" cy="2962800"/>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3901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monthly_operating_system_v2_color">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126999" y="1015200"/>
            <a:ext cx="9420225" cy="2962800"/>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able_1">
            <a:extLst>
              <a:ext uri="{FF2B5EF4-FFF2-40B4-BE49-F238E27FC236}">
                <a16:creationId xmlns:a16="http://schemas.microsoft.com/office/drawing/2014/main" id="{7C51354F-D15D-729E-88E8-FCA46F3D1780}"/>
              </a:ext>
            </a:extLst>
          </p:cNvPr>
          <p:cNvSpPr>
            <a:spLocks noGrp="1"/>
          </p:cNvSpPr>
          <p:nvPr>
            <p:ph type="tbl" sz="quarter" idx="12"/>
          </p:nvPr>
        </p:nvSpPr>
        <p:spPr>
          <a:xfrm>
            <a:off x="993600" y="3866400"/>
            <a:ext cx="7920000" cy="972000"/>
          </a:xfrm>
          <a:prstGeom prst="rect">
            <a:avLst/>
          </a:prstGeom>
        </p:spPr>
        <p:txBody>
          <a:bodyPr/>
          <a:lstStyle/>
          <a:p>
            <a:endParaRPr kumimoji="1" lang="ja-JP" altLang="en-US" dirty="0"/>
          </a:p>
        </p:txBody>
      </p:sp>
      <p:sp>
        <p:nvSpPr>
          <p:cNvPr id="8" name="table_2">
            <a:extLst>
              <a:ext uri="{FF2B5EF4-FFF2-40B4-BE49-F238E27FC236}">
                <a16:creationId xmlns:a16="http://schemas.microsoft.com/office/drawing/2014/main" id="{AA8ED2CD-D9EB-763E-7C54-19BF3F6F7E21}"/>
              </a:ext>
            </a:extLst>
          </p:cNvPr>
          <p:cNvSpPr>
            <a:spLocks noGrp="1"/>
          </p:cNvSpPr>
          <p:nvPr>
            <p:ph type="tbl" sz="quarter" idx="16"/>
          </p:nvPr>
        </p:nvSpPr>
        <p:spPr>
          <a:xfrm>
            <a:off x="993600" y="4970308"/>
            <a:ext cx="7920000" cy="972000"/>
          </a:xfrm>
          <a:prstGeom prst="rect">
            <a:avLst/>
          </a:prstGeom>
        </p:spPr>
        <p:txBody>
          <a:bodyPr/>
          <a:lstStyle/>
          <a:p>
            <a:endParaRPr kumimoji="1" lang="ja-JP" altLang="en-US" dirty="0"/>
          </a:p>
        </p:txBody>
      </p:sp>
    </p:spTree>
    <p:extLst>
      <p:ext uri="{BB962C8B-B14F-4D97-AF65-F5344CB8AC3E}">
        <p14:creationId xmlns:p14="http://schemas.microsoft.com/office/powerpoint/2010/main" val="33479196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gender_v2_color">
    <p:spTree>
      <p:nvGrpSpPr>
        <p:cNvPr id="1" name=""/>
        <p:cNvGrpSpPr/>
        <p:nvPr/>
      </p:nvGrpSpPr>
      <p:grpSpPr>
        <a:xfrm>
          <a:off x="0" y="0"/>
          <a:ext cx="0" cy="0"/>
          <a:chOff x="0" y="0"/>
          <a:chExt cx="0" cy="0"/>
        </a:xfrm>
      </p:grpSpPr>
      <p:sp>
        <p:nvSpPr>
          <p:cNvPr id="10" name="caption_1">
            <a:extLst>
              <a:ext uri="{FF2B5EF4-FFF2-40B4-BE49-F238E27FC236}">
                <a16:creationId xmlns:a16="http://schemas.microsoft.com/office/drawing/2014/main" id="{BE0F1F31-6D21-2BE9-CA52-86800C51D9D5}"/>
              </a:ext>
            </a:extLst>
          </p:cNvPr>
          <p:cNvSpPr>
            <a:spLocks noGrp="1"/>
          </p:cNvSpPr>
          <p:nvPr>
            <p:ph type="body" sz="quarter" idx="44"/>
          </p:nvPr>
        </p:nvSpPr>
        <p:spPr>
          <a:xfrm>
            <a:off x="589399" y="2815200"/>
            <a:ext cx="8784000" cy="183600"/>
          </a:xfrm>
          <a:prstGeom prst="rect">
            <a:avLst/>
          </a:prstGeom>
          <a:noFill/>
        </p:spPr>
        <p:txBody>
          <a:bodyPr anchor="ctr"/>
          <a:lstStyle>
            <a:lvl1pPr marL="0" indent="0" algn="ctr">
              <a:buNone/>
              <a:defRPr sz="1200" b="1">
                <a:solidFill>
                  <a:schemeClr val="tx1"/>
                </a:solidFill>
              </a:defRPr>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_1">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123200"/>
            <a:ext cx="8784000" cy="1681200"/>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graph_2">
            <a:extLst>
              <a:ext uri="{FF2B5EF4-FFF2-40B4-BE49-F238E27FC236}">
                <a16:creationId xmlns:a16="http://schemas.microsoft.com/office/drawing/2014/main" id="{4DC2FE96-C376-96AE-284E-32567A608B0F}"/>
              </a:ext>
            </a:extLst>
          </p:cNvPr>
          <p:cNvSpPr>
            <a:spLocks noGrp="1"/>
          </p:cNvSpPr>
          <p:nvPr>
            <p:ph type="chart" sz="quarter" idx="43"/>
          </p:nvPr>
        </p:nvSpPr>
        <p:spPr>
          <a:xfrm>
            <a:off x="75600" y="3697200"/>
            <a:ext cx="9298800" cy="2952000"/>
          </a:xfrm>
          <a:prstGeom prst="rect">
            <a:avLst/>
          </a:prstGeom>
        </p:spPr>
        <p:txBody>
          <a:bodyPr/>
          <a:lstStyle/>
          <a:p>
            <a:endParaRPr kumimoji="1" lang="ja-JP" altLang="en-US"/>
          </a:p>
        </p:txBody>
      </p:sp>
      <p:sp>
        <p:nvSpPr>
          <p:cNvPr id="8" name="caption_2">
            <a:extLst>
              <a:ext uri="{FF2B5EF4-FFF2-40B4-BE49-F238E27FC236}">
                <a16:creationId xmlns:a16="http://schemas.microsoft.com/office/drawing/2014/main" id="{840F6343-45B9-02E4-3031-52A0B8F6D334}"/>
              </a:ext>
            </a:extLst>
          </p:cNvPr>
          <p:cNvSpPr>
            <a:spLocks noGrp="1"/>
          </p:cNvSpPr>
          <p:nvPr>
            <p:ph type="body" sz="quarter" idx="20"/>
          </p:nvPr>
        </p:nvSpPr>
        <p:spPr>
          <a:xfrm>
            <a:off x="5522400" y="6148800"/>
            <a:ext cx="3841200" cy="176400"/>
          </a:xfrm>
          <a:prstGeom prst="rect">
            <a:avLst/>
          </a:prstGeom>
        </p:spPr>
        <p:txBody>
          <a:bodyPr lIns="90000" anchor="ctr" anchorCtr="0"/>
          <a:lstStyle>
            <a:lvl1pPr marL="0" indent="0" algn="r">
              <a:spcBef>
                <a:spcPts val="0"/>
              </a:spcBef>
              <a:buNone/>
              <a:defRPr sz="900">
                <a:latin typeface="+mn-lt"/>
              </a:defRPr>
            </a:lvl1pPr>
          </a:lstStyle>
          <a:p>
            <a:pPr lvl="0"/>
            <a:endParaRPr kumimoji="1" lang="ja-JP" altLang="en-US" dirty="0"/>
          </a:p>
        </p:txBody>
      </p:sp>
    </p:spTree>
    <p:extLst>
      <p:ext uri="{BB962C8B-B14F-4D97-AF65-F5344CB8AC3E}">
        <p14:creationId xmlns:p14="http://schemas.microsoft.com/office/powerpoint/2010/main" val="206108595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age_v2_color">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316400" y="1371600"/>
            <a:ext cx="4636800" cy="38880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977898"/>
            <a:ext cx="3312000" cy="5400000"/>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209200" y="5504400"/>
            <a:ext cx="3840161" cy="592000"/>
          </a:xfrm>
          <a:prstGeom prst="rect">
            <a:avLst/>
          </a:prstGeom>
        </p:spPr>
        <p:txBody>
          <a:bodyPr/>
          <a:lstStyle>
            <a:lvl1pPr marL="0" indent="0">
              <a:spcBef>
                <a:spcPts val="0"/>
              </a:spcBef>
              <a:buNone/>
              <a:defRPr sz="1000">
                <a:latin typeface="+mj-lt"/>
              </a:defRPr>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2026/2/26</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
        <p:nvSpPr>
          <p:cNvPr id="7" name="page_title">
            <a:extLst>
              <a:ext uri="{FF2B5EF4-FFF2-40B4-BE49-F238E27FC236}">
                <a16:creationId xmlns:a16="http://schemas.microsoft.com/office/drawing/2014/main" id="{4EC5F3E6-6EA4-281E-8F8B-B4833AEFAFA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9" name="date">
            <a:extLst>
              <a:ext uri="{FF2B5EF4-FFF2-40B4-BE49-F238E27FC236}">
                <a16:creationId xmlns:a16="http://schemas.microsoft.com/office/drawing/2014/main" id="{FFB647DC-D5FF-4C01-359C-563A5BAB6994}"/>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10" name="connector_1">
            <a:extLst>
              <a:ext uri="{FF2B5EF4-FFF2-40B4-BE49-F238E27FC236}">
                <a16:creationId xmlns:a16="http://schemas.microsoft.com/office/drawing/2014/main" id="{677E3D86-082C-186A-E240-1DFAC054146F}"/>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88160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ummary_key_event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76794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ummary_appendix_1">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プレースホルダー 21">
            <a:extLst>
              <a:ext uri="{FF2B5EF4-FFF2-40B4-BE49-F238E27FC236}">
                <a16:creationId xmlns:a16="http://schemas.microsoft.com/office/drawing/2014/main" id="{EDCDDBEF-3B8A-A38B-BAE3-D28F1BF268AB}"/>
              </a:ext>
            </a:extLst>
          </p:cNvPr>
          <p:cNvSpPr txBox="1">
            <a:spLocks/>
          </p:cNvSpPr>
          <p:nvPr userDrawn="1"/>
        </p:nvSpPr>
        <p:spPr>
          <a:xfrm>
            <a:off x="589400" y="4419990"/>
            <a:ext cx="7735298" cy="223331"/>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1300" b="1" dirty="0">
              <a:latin typeface="Yu Gothic" panose="020B0400000000000000" pitchFamily="34" charset="-128"/>
              <a:ea typeface="Yu Gothic" panose="020B0400000000000000" pitchFamily="34" charset="-128"/>
            </a:endParaRPr>
          </a:p>
        </p:txBody>
      </p:sp>
      <p:cxnSp>
        <p:nvCxnSpPr>
          <p:cNvPr id="14" name="connector_2">
            <a:extLst>
              <a:ext uri="{FF2B5EF4-FFF2-40B4-BE49-F238E27FC236}">
                <a16:creationId xmlns:a16="http://schemas.microsoft.com/office/drawing/2014/main" id="{6604C183-CDD3-64A1-E51F-D816C9A95440}"/>
              </a:ext>
            </a:extLst>
          </p:cNvPr>
          <p:cNvCxnSpPr>
            <a:cxnSpLocks noGrp="1" noRot="1" noMove="1" noResize="1" noEditPoints="1" noAdjustHandles="1" noChangeArrowheads="1" noChangeShapeType="1"/>
          </p:cNvCxnSpPr>
          <p:nvPr userDrawn="1"/>
        </p:nvCxnSpPr>
        <p:spPr>
          <a:xfrm>
            <a:off x="586409" y="4058162"/>
            <a:ext cx="882606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able">
            <a:extLst>
              <a:ext uri="{FF2B5EF4-FFF2-40B4-BE49-F238E27FC236}">
                <a16:creationId xmlns:a16="http://schemas.microsoft.com/office/drawing/2014/main" id="{09427E3C-0D5E-A40C-919C-40BE7B21EB56}"/>
              </a:ext>
            </a:extLst>
          </p:cNvPr>
          <p:cNvSpPr>
            <a:spLocks noGrp="1"/>
          </p:cNvSpPr>
          <p:nvPr>
            <p:ph type="tbl" sz="quarter" idx="12"/>
          </p:nvPr>
        </p:nvSpPr>
        <p:spPr>
          <a:xfrm>
            <a:off x="586800" y="1404000"/>
            <a:ext cx="8820000" cy="1602000"/>
          </a:xfrm>
          <a:prstGeom prst="rect">
            <a:avLst/>
          </a:prstGeom>
        </p:spPr>
        <p:txBody>
          <a:bodyPr/>
          <a:lstStyle/>
          <a:p>
            <a:endParaRPr kumimoji="1" lang="ja-JP" altLang="en-US"/>
          </a:p>
        </p:txBody>
      </p:sp>
      <p:sp>
        <p:nvSpPr>
          <p:cNvPr id="19" name="img">
            <a:extLst>
              <a:ext uri="{FF2B5EF4-FFF2-40B4-BE49-F238E27FC236}">
                <a16:creationId xmlns:a16="http://schemas.microsoft.com/office/drawing/2014/main" id="{32A42866-DBE7-90A3-CAAB-DB1763C44153}"/>
              </a:ext>
            </a:extLst>
          </p:cNvPr>
          <p:cNvSpPr>
            <a:spLocks noGrp="1"/>
          </p:cNvSpPr>
          <p:nvPr>
            <p:ph type="pic" sz="quarter" idx="26"/>
          </p:nvPr>
        </p:nvSpPr>
        <p:spPr>
          <a:xfrm>
            <a:off x="4518000" y="4485600"/>
            <a:ext cx="4888800" cy="1713600"/>
          </a:xfrm>
          <a:prstGeom prst="rect">
            <a:avLst/>
          </a:prstGeom>
        </p:spPr>
        <p:txBody>
          <a:bodyPr/>
          <a:lstStyle/>
          <a:p>
            <a:endParaRPr kumimoji="1" lang="ja-JP" altLang="en-US" dirty="0"/>
          </a:p>
        </p:txBody>
      </p:sp>
      <p:sp>
        <p:nvSpPr>
          <p:cNvPr id="20" name="text_3">
            <a:extLst>
              <a:ext uri="{FF2B5EF4-FFF2-40B4-BE49-F238E27FC236}">
                <a16:creationId xmlns:a16="http://schemas.microsoft.com/office/drawing/2014/main" id="{DF598C0B-34C6-4645-F89B-A29C8F4CDA9C}"/>
              </a:ext>
            </a:extLst>
          </p:cNvPr>
          <p:cNvSpPr>
            <a:spLocks noGrp="1"/>
          </p:cNvSpPr>
          <p:nvPr>
            <p:ph type="body" sz="quarter" idx="27"/>
          </p:nvPr>
        </p:nvSpPr>
        <p:spPr>
          <a:xfrm>
            <a:off x="586800" y="4384800"/>
            <a:ext cx="7736400" cy="223200"/>
          </a:xfrm>
          <a:prstGeom prst="rect">
            <a:avLst/>
          </a:prstGeom>
        </p:spPr>
        <p:txBody>
          <a:bodyPr lIns="0" tIns="0" rIns="0" bIns="0" anchor="ctr"/>
          <a:lstStyle>
            <a:lvl1pPr marL="0" indent="0" algn="l">
              <a:buNone/>
              <a:defRPr sz="1300" b="1">
                <a:latin typeface="Arial" panose="020B0604020202020204" pitchFamily="34" charset="0"/>
                <a:cs typeface="Arial" panose="020B0604020202020204" pitchFamily="34" charset="0"/>
              </a:defRPr>
            </a:lvl1pPr>
          </a:lstStyle>
          <a:p>
            <a:pPr lvl="0"/>
            <a:endParaRPr kumimoji="1" lang="ja-JP" altLang="en-US" dirty="0"/>
          </a:p>
        </p:txBody>
      </p:sp>
      <p:sp>
        <p:nvSpPr>
          <p:cNvPr id="21" name="text_1">
            <a:extLst>
              <a:ext uri="{FF2B5EF4-FFF2-40B4-BE49-F238E27FC236}">
                <a16:creationId xmlns:a16="http://schemas.microsoft.com/office/drawing/2014/main" id="{BDB4C162-0ECC-64A0-919A-CBEC24229DC2}"/>
              </a:ext>
            </a:extLst>
          </p:cNvPr>
          <p:cNvSpPr>
            <a:spLocks noGrp="1"/>
          </p:cNvSpPr>
          <p:nvPr>
            <p:ph type="body" sz="quarter" idx="19"/>
          </p:nvPr>
        </p:nvSpPr>
        <p:spPr>
          <a:xfrm>
            <a:off x="586800" y="1058400"/>
            <a:ext cx="9133200" cy="154800"/>
          </a:xfrm>
          <a:prstGeom prst="rect">
            <a:avLst/>
          </a:prstGeom>
        </p:spPr>
        <p:txBody>
          <a:bodyPr lIns="0" tIns="0" rIns="0" bIns="0" anchor="t" anchorCtr="0"/>
          <a:lstStyle>
            <a:lvl1pPr marL="0" indent="0" algn="l">
              <a:buNone/>
              <a:defRPr sz="1000" b="0"/>
            </a:lvl1pPr>
          </a:lstStyle>
          <a:p>
            <a:pPr lvl="0"/>
            <a:endParaRPr kumimoji="1" lang="ja-JP" altLang="en-US" dirty="0"/>
          </a:p>
        </p:txBody>
      </p:sp>
      <p:sp>
        <p:nvSpPr>
          <p:cNvPr id="22" name="text_4">
            <a:extLst>
              <a:ext uri="{FF2B5EF4-FFF2-40B4-BE49-F238E27FC236}">
                <a16:creationId xmlns:a16="http://schemas.microsoft.com/office/drawing/2014/main" id="{445306C1-0F50-04B6-F5A7-4521DC15D442}"/>
              </a:ext>
            </a:extLst>
          </p:cNvPr>
          <p:cNvSpPr>
            <a:spLocks noGrp="1"/>
          </p:cNvSpPr>
          <p:nvPr>
            <p:ph type="body" sz="quarter" idx="43"/>
          </p:nvPr>
        </p:nvSpPr>
        <p:spPr>
          <a:xfrm>
            <a:off x="590400" y="4734000"/>
            <a:ext cx="3546000" cy="1134000"/>
          </a:xfrm>
          <a:prstGeom prst="rect">
            <a:avLst/>
          </a:prstGeom>
        </p:spPr>
        <p:txBody>
          <a:bodyPr lIns="0" tIns="0" rIns="0" bIns="0" anchor="t" anchorCtr="0"/>
          <a:lstStyle>
            <a:lvl1pPr marL="0" indent="0" algn="l">
              <a:buNone/>
              <a:defRPr sz="1000" b="0"/>
            </a:lvl1pPr>
          </a:lstStyle>
          <a:p>
            <a:pPr lvl="0"/>
            <a:endParaRPr kumimoji="1" lang="ja-JP" altLang="en-US" dirty="0"/>
          </a:p>
        </p:txBody>
      </p:sp>
      <p:sp>
        <p:nvSpPr>
          <p:cNvPr id="23" name="text_2">
            <a:extLst>
              <a:ext uri="{FF2B5EF4-FFF2-40B4-BE49-F238E27FC236}">
                <a16:creationId xmlns:a16="http://schemas.microsoft.com/office/drawing/2014/main" id="{8F899A14-0ACD-ECE3-5304-12A0D01B96EE}"/>
              </a:ext>
            </a:extLst>
          </p:cNvPr>
          <p:cNvSpPr>
            <a:spLocks noGrp="1"/>
          </p:cNvSpPr>
          <p:nvPr>
            <p:ph type="body" sz="quarter" idx="44"/>
          </p:nvPr>
        </p:nvSpPr>
        <p:spPr>
          <a:xfrm>
            <a:off x="586800" y="3276000"/>
            <a:ext cx="9133200" cy="439200"/>
          </a:xfrm>
          <a:prstGeom prst="rect">
            <a:avLst/>
          </a:prstGeom>
        </p:spPr>
        <p:txBody>
          <a:bodyPr lIns="0" tIns="0" rIns="0" bIns="0" anchor="t" anchorCtr="0"/>
          <a:lstStyle>
            <a:lvl1pPr marL="0" indent="0" algn="l">
              <a:buNone/>
              <a:defRPr sz="1000" b="0"/>
            </a:lvl1pPr>
          </a:lstStyle>
          <a:p>
            <a:pPr lvl="0"/>
            <a:endParaRPr kumimoji="1" lang="ja-JP" altLang="en-US" dirty="0"/>
          </a:p>
        </p:txBody>
      </p:sp>
    </p:spTree>
    <p:extLst>
      <p:ext uri="{BB962C8B-B14F-4D97-AF65-F5344CB8AC3E}">
        <p14:creationId xmlns:p14="http://schemas.microsoft.com/office/powerpoint/2010/main" val="404192123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ummary_appendix_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6800" y="1285200"/>
            <a:ext cx="8784000" cy="527040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able_title">
            <a:extLst>
              <a:ext uri="{FF2B5EF4-FFF2-40B4-BE49-F238E27FC236}">
                <a16:creationId xmlns:a16="http://schemas.microsoft.com/office/drawing/2014/main" id="{EEE55AFF-6CB1-A19D-B775-09420657C117}"/>
              </a:ext>
            </a:extLst>
          </p:cNvPr>
          <p:cNvSpPr>
            <a:spLocks noGrp="1"/>
          </p:cNvSpPr>
          <p:nvPr>
            <p:ph type="body" sz="quarter" idx="10"/>
          </p:nvPr>
        </p:nvSpPr>
        <p:spPr>
          <a:xfrm>
            <a:off x="586800" y="950400"/>
            <a:ext cx="8823600" cy="291600"/>
          </a:xfrm>
          <a:prstGeom prst="rect">
            <a:avLst/>
          </a:prstGeom>
          <a:solidFill>
            <a:srgbClr val="0017C1"/>
          </a:solidFill>
        </p:spPr>
        <p:txBody>
          <a:bodyPr anchor="ctr"/>
          <a:lstStyle>
            <a:lvl1pPr marL="0" indent="0">
              <a:buNone/>
              <a:defRPr sz="95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098757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ummary_appendix_3">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6800" y="2250000"/>
            <a:ext cx="8823600" cy="410040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2026/2/26</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able_title">
            <a:extLst>
              <a:ext uri="{FF2B5EF4-FFF2-40B4-BE49-F238E27FC236}">
                <a16:creationId xmlns:a16="http://schemas.microsoft.com/office/drawing/2014/main" id="{EEE55AFF-6CB1-A19D-B775-09420657C117}"/>
              </a:ext>
            </a:extLst>
          </p:cNvPr>
          <p:cNvSpPr>
            <a:spLocks noGrp="1"/>
          </p:cNvSpPr>
          <p:nvPr>
            <p:ph type="body" sz="quarter" idx="10"/>
          </p:nvPr>
        </p:nvSpPr>
        <p:spPr>
          <a:xfrm>
            <a:off x="586800" y="950400"/>
            <a:ext cx="8823600" cy="291600"/>
          </a:xfrm>
          <a:prstGeom prst="rect">
            <a:avLst/>
          </a:prstGeom>
          <a:solidFill>
            <a:srgbClr val="0017C1"/>
          </a:solidFill>
        </p:spPr>
        <p:txBody>
          <a:bodyPr anchor="ctr"/>
          <a:lstStyle>
            <a:lvl1pPr marL="0" indent="0">
              <a:buNone/>
              <a:defRPr sz="950" b="1">
                <a:solidFill>
                  <a:schemeClr val="bg1"/>
                </a:solidFill>
              </a:defRPr>
            </a:lvl1pPr>
          </a:lstStyle>
          <a:p>
            <a:pPr lvl="0"/>
            <a:endParaRPr kumimoji="1" lang="ja-JP" altLang="en-US" dirty="0"/>
          </a:p>
        </p:txBody>
      </p:sp>
      <p:sp>
        <p:nvSpPr>
          <p:cNvPr id="8" name="text_1">
            <a:extLst>
              <a:ext uri="{FF2B5EF4-FFF2-40B4-BE49-F238E27FC236}">
                <a16:creationId xmlns:a16="http://schemas.microsoft.com/office/drawing/2014/main" id="{B3E2B29F-F477-DC8D-D7B8-07AC814CEC2C}"/>
              </a:ext>
            </a:extLst>
          </p:cNvPr>
          <p:cNvSpPr>
            <a:spLocks noGrp="1"/>
          </p:cNvSpPr>
          <p:nvPr>
            <p:ph type="body" sz="quarter" idx="43"/>
          </p:nvPr>
        </p:nvSpPr>
        <p:spPr>
          <a:xfrm>
            <a:off x="586800" y="1425600"/>
            <a:ext cx="2113200" cy="147600"/>
          </a:xfrm>
          <a:prstGeom prst="rect">
            <a:avLst/>
          </a:prstGeom>
        </p:spPr>
        <p:txBody>
          <a:bodyPr lIns="0" tIns="0" rIns="0" bIns="0" anchor="t" anchorCtr="0"/>
          <a:lstStyle>
            <a:lvl1pPr marL="0" indent="0" algn="l">
              <a:buNone/>
              <a:defRPr sz="950" b="1"/>
            </a:lvl1pPr>
          </a:lstStyle>
          <a:p>
            <a:pPr lvl="0"/>
            <a:endParaRPr kumimoji="1" lang="ja-JP" altLang="en-US" dirty="0"/>
          </a:p>
        </p:txBody>
      </p:sp>
      <p:sp>
        <p:nvSpPr>
          <p:cNvPr id="11" name="text_2">
            <a:extLst>
              <a:ext uri="{FF2B5EF4-FFF2-40B4-BE49-F238E27FC236}">
                <a16:creationId xmlns:a16="http://schemas.microsoft.com/office/drawing/2014/main" id="{7F04B75C-6C89-750C-1A28-53B66135E0EF}"/>
              </a:ext>
            </a:extLst>
          </p:cNvPr>
          <p:cNvSpPr>
            <a:spLocks noGrp="1"/>
          </p:cNvSpPr>
          <p:nvPr>
            <p:ph type="body" sz="quarter" idx="44"/>
          </p:nvPr>
        </p:nvSpPr>
        <p:spPr>
          <a:xfrm>
            <a:off x="586800" y="1634400"/>
            <a:ext cx="8607600" cy="417600"/>
          </a:xfrm>
          <a:prstGeom prst="rect">
            <a:avLst/>
          </a:prstGeom>
        </p:spPr>
        <p:txBody>
          <a:bodyPr lIns="0" tIns="0" rIns="0" bIns="0" anchor="t" anchorCtr="0"/>
          <a:lstStyle>
            <a:lvl1pPr marL="0" indent="0" algn="l">
              <a:buNone/>
              <a:defRPr sz="950" b="0"/>
            </a:lvl1pPr>
          </a:lstStyle>
          <a:p>
            <a:pPr lvl="0"/>
            <a:endParaRPr kumimoji="1" lang="ja-JP" altLang="en-US" dirty="0"/>
          </a:p>
        </p:txBody>
      </p:sp>
    </p:spTree>
    <p:extLst>
      <p:ext uri="{BB962C8B-B14F-4D97-AF65-F5344CB8AC3E}">
        <p14:creationId xmlns:p14="http://schemas.microsoft.com/office/powerpoint/2010/main" val="21875347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3B21202-1969-7FEE-0F83-5F7217F894A0}"/>
              </a:ext>
            </a:extLst>
          </p:cNvPr>
          <p:cNvSpPr>
            <a:spLocks noGrp="1"/>
          </p:cNvSpPr>
          <p:nvPr>
            <p:ph type="sldNum" sz="quarter" idx="10"/>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6B3EC6C9-C798-8A3F-B7D8-D4832BD48C68}"/>
              </a:ext>
            </a:extLst>
          </p:cNvPr>
          <p:cNvSpPr>
            <a:spLocks noGrp="1"/>
          </p:cNvSpPr>
          <p:nvPr>
            <p:ph type="dt" sz="half" idx="11"/>
          </p:nvPr>
        </p:nvSpPr>
        <p:spPr>
          <a:xfrm>
            <a:off x="681038" y="6356350"/>
            <a:ext cx="2228850" cy="365125"/>
          </a:xfrm>
          <a:prstGeom prst="rect">
            <a:avLst/>
          </a:prstGeom>
        </p:spPr>
        <p:txBody>
          <a:bodyPr/>
          <a:lstStyle/>
          <a:p>
            <a:fld id="{478B6B89-7AAF-451A-A6DD-6A10069D8EA5}" type="datetime1">
              <a:rPr kumimoji="1" lang="ja-JP" altLang="en-US" smtClean="0"/>
              <a:t>2026/2/26</a:t>
            </a:fld>
            <a:endParaRPr kumimoji="1" lang="ja-JP" altLang="en-US"/>
          </a:p>
        </p:txBody>
      </p:sp>
      <p:sp>
        <p:nvSpPr>
          <p:cNvPr id="4" name="フッター プレースホルダー 3">
            <a:extLst>
              <a:ext uri="{FF2B5EF4-FFF2-40B4-BE49-F238E27FC236}">
                <a16:creationId xmlns:a16="http://schemas.microsoft.com/office/drawing/2014/main" id="{726E6540-CCC3-B9F5-4488-D5814DD93977}"/>
              </a:ext>
            </a:extLst>
          </p:cNvPr>
          <p:cNvSpPr>
            <a:spLocks noGrp="1"/>
          </p:cNvSpPr>
          <p:nvPr>
            <p:ph type="ftr" sz="quarter" idx="12"/>
          </p:nvPr>
        </p:nvSpPr>
        <p:spPr/>
        <p:txBody>
          <a:bodyPr/>
          <a:lstStyle/>
          <a:p>
            <a:endParaRPr kumimoji="1" lang="ja-JP" altLang="en-US"/>
          </a:p>
        </p:txBody>
      </p:sp>
    </p:spTree>
    <p:extLst>
      <p:ext uri="{BB962C8B-B14F-4D97-AF65-F5344CB8AC3E}">
        <p14:creationId xmlns:p14="http://schemas.microsoft.com/office/powerpoint/2010/main" val="34249886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46F2243-DD8D-36D7-7069-7157E786A3E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5" name="日付プレースホルダー 4">
            <a:extLst>
              <a:ext uri="{FF2B5EF4-FFF2-40B4-BE49-F238E27FC236}">
                <a16:creationId xmlns:a16="http://schemas.microsoft.com/office/drawing/2014/main" id="{A9FFDA2E-5A12-6C65-0BA7-39EA0030057A}"/>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D58EA8-9B98-41E6-956B-055930B8C0DB}" type="datetime1">
              <a:rPr kumimoji="1" lang="ja-JP" altLang="en-US" smtClean="0"/>
              <a:t>2026/2/26</a:t>
            </a:fld>
            <a:endParaRPr kumimoji="1" lang="ja-JP" altLang="en-US"/>
          </a:p>
        </p:txBody>
      </p:sp>
      <p:sp>
        <p:nvSpPr>
          <p:cNvPr id="6" name="スライド番号プレースホルダー 5">
            <a:extLst>
              <a:ext uri="{FF2B5EF4-FFF2-40B4-BE49-F238E27FC236}">
                <a16:creationId xmlns:a16="http://schemas.microsoft.com/office/drawing/2014/main" id="{528165C1-0FFC-ABC5-B5A3-EB901A606A63}"/>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F5643A-3597-4586-BDDD-5EEE5E0D934B}" type="slidenum">
              <a:rPr kumimoji="1" lang="ja-JP" altLang="en-US" smtClean="0"/>
              <a:t>‹#›</a:t>
            </a:fld>
            <a:endParaRPr kumimoji="1" lang="ja-JP" altLang="en-US"/>
          </a:p>
        </p:txBody>
      </p:sp>
    </p:spTree>
    <p:extLst>
      <p:ext uri="{BB962C8B-B14F-4D97-AF65-F5344CB8AC3E}">
        <p14:creationId xmlns:p14="http://schemas.microsoft.com/office/powerpoint/2010/main" val="411595468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54" r:id="rId3"/>
    <p:sldLayoutId id="2147483749" r:id="rId4"/>
    <p:sldLayoutId id="2147483729" r:id="rId5"/>
    <p:sldLayoutId id="2147483730" r:id="rId6"/>
    <p:sldLayoutId id="2147483731" r:id="rId7"/>
    <p:sldLayoutId id="2147483732" r:id="rId8"/>
    <p:sldLayoutId id="2147483733" r:id="rId9"/>
    <p:sldLayoutId id="2147483755"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53" r:id="rId19"/>
    <p:sldLayoutId id="2147483751" r:id="rId20"/>
    <p:sldLayoutId id="2147483742" r:id="rId21"/>
    <p:sldLayoutId id="2147483743" r:id="rId22"/>
    <p:sldLayoutId id="2147483752" r:id="rId23"/>
    <p:sldLayoutId id="2147483744" r:id="rId24"/>
    <p:sldLayoutId id="2147483745" r:id="rId25"/>
    <p:sldLayoutId id="2147483746" r:id="rId26"/>
    <p:sldLayoutId id="2147483750" r:id="rId27"/>
    <p:sldLayoutId id="2147483748" r:id="rId28"/>
    <p:sldLayoutId id="2147483768" r:id="rId29"/>
    <p:sldLayoutId id="2147483759" r:id="rId30"/>
    <p:sldLayoutId id="2147483760" r:id="rId31"/>
    <p:sldLayoutId id="2147483761" r:id="rId32"/>
    <p:sldLayoutId id="2147483777" r:id="rId33"/>
    <p:sldLayoutId id="2147483773" r:id="rId34"/>
    <p:sldLayoutId id="2147483776" r:id="rId35"/>
    <p:sldLayoutId id="2147483781" r:id="rId36"/>
    <p:sldLayoutId id="2147483756" r:id="rId37"/>
    <p:sldLayoutId id="2147483757" r:id="rId38"/>
    <p:sldLayoutId id="2147483782" r:id="rId39"/>
    <p:sldLayoutId id="2147483764" r:id="rId40"/>
    <p:sldLayoutId id="2147483783" r:id="rId41"/>
    <p:sldLayoutId id="2147483770" r:id="rId42"/>
    <p:sldLayoutId id="2147483784" r:id="rId43"/>
    <p:sldLayoutId id="2147483765" r:id="rId44"/>
    <p:sldLayoutId id="2147483785" r:id="rId45"/>
    <p:sldLayoutId id="2147483767" r:id="rId46"/>
    <p:sldLayoutId id="2147483786" r:id="rId47"/>
    <p:sldLayoutId id="2147483766" r:id="rId48"/>
    <p:sldLayoutId id="2147483787" r:id="rId49"/>
    <p:sldLayoutId id="2147483758" r:id="rId50"/>
    <p:sldLayoutId id="2147483788" r:id="rId51"/>
    <p:sldLayoutId id="2147483771" r:id="rId52"/>
    <p:sldLayoutId id="2147483789" r:id="rId53"/>
    <p:sldLayoutId id="2147483762" r:id="rId54"/>
    <p:sldLayoutId id="2147483790" r:id="rId55"/>
    <p:sldLayoutId id="2147483763" r:id="rId56"/>
    <p:sldLayoutId id="2147483791" r:id="rId57"/>
    <p:sldLayoutId id="2147483769" r:id="rId58"/>
    <p:sldLayoutId id="2147483792" r:id="rId59"/>
    <p:sldLayoutId id="2147483772" r:id="rId60"/>
    <p:sldLayoutId id="2147483774" r:id="rId61"/>
    <p:sldLayoutId id="2147483794" r:id="rId62"/>
    <p:sldLayoutId id="2147483775" r:id="rId63"/>
    <p:sldLayoutId id="2147483779" r:id="rId64"/>
    <p:sldLayoutId id="2147483795" r:id="rId65"/>
    <p:sldLayoutId id="2147483778" r:id="rId66"/>
    <p:sldLayoutId id="2147483796" r:id="rId67"/>
    <p:sldLayoutId id="2147483780" r:id="rId68"/>
    <p:sldLayoutId id="2147483797" r:id="rId69"/>
    <p:sldLayoutId id="2147483800" r:id="rId70"/>
    <p:sldLayoutId id="2147483798" r:id="rId71"/>
    <p:sldLayoutId id="2147483802" r:id="rId72"/>
    <p:sldLayoutId id="2147483799" r:id="rId73"/>
    <p:sldLayoutId id="2147483801" r:id="rId74"/>
    <p:sldLayoutId id="2147483805" r:id="rId75"/>
    <p:sldLayoutId id="2147483806" r:id="rId76"/>
    <p:sldLayoutId id="2147483816" r:id="rId77"/>
    <p:sldLayoutId id="2147483817" r:id="rId78"/>
    <p:sldLayoutId id="2147483819" r:id="rId79"/>
    <p:sldLayoutId id="2147483814" r:id="rId80"/>
    <p:sldLayoutId id="2147483818" r:id="rId81"/>
    <p:sldLayoutId id="2147483804" r:id="rId82"/>
    <p:sldLayoutId id="2147483807" r:id="rId83"/>
    <p:sldLayoutId id="2147483808" r:id="rId84"/>
    <p:sldLayoutId id="2147483812" r:id="rId85"/>
    <p:sldLayoutId id="2147483813" r:id="rId86"/>
    <p:sldLayoutId id="2147483809" r:id="rId87"/>
    <p:sldLayoutId id="2147483810" r:id="rId88"/>
    <p:sldLayoutId id="2147483815" r:id="rId89"/>
    <p:sldLayoutId id="2147483820" r:id="rId90"/>
    <p:sldLayoutId id="2147483821" r:id="rId91"/>
    <p:sldLayoutId id="2147483822" r:id="rId92"/>
    <p:sldLayoutId id="2147483747" r:id="rId9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8.xml"/></Relationships>
</file>

<file path=ppt/slides/_rels/slide6.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50.xml"/></Relationships>
</file>

<file path=ppt/slides/_rels/slide7.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38.xml"/></Relationships>
</file>

<file path=ppt/slides/_rels/slide8.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50.xml"/></Relationships>
</file>

<file path=ppt/slides/_rels/slide13.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6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1.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46.xml"/></Relationships>
</file>

<file path=ppt/slides/_rels/slide32.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5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50.xml"/></Relationships>
</file>

<file path=ppt/slides/_rels/slide35.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38.xml"/></Relationships>
</file>

<file path=ppt/slides/_rels/slide36.xml.rels><?xml version="1.0" encoding="UTF-8" standalone="yes"?>
<Relationships xmlns="http://schemas.openxmlformats.org/package/2006/relationships"><Relationship Id="rId2" Type="http://schemas.openxmlformats.org/officeDocument/2006/relationships/chart" Target="../charts/chart15.xml"/><Relationship Id="rId1" Type="http://schemas.openxmlformats.org/officeDocument/2006/relationships/slideLayout" Target="../slideLayouts/slideLayout50.xml"/></Relationships>
</file>

<file path=ppt/slides/_rels/slide37.xml.rels><?xml version="1.0" encoding="UTF-8" standalone="yes"?>
<Relationships xmlns="http://schemas.openxmlformats.org/package/2006/relationships"><Relationship Id="rId2" Type="http://schemas.openxmlformats.org/officeDocument/2006/relationships/chart" Target="../charts/chart16.xml"/><Relationship Id="rId1" Type="http://schemas.openxmlformats.org/officeDocument/2006/relationships/slideLayout" Target="../slideLayouts/slideLayout3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5"/>
          </p:nvPr>
        </p:nvSpPr>
        <p:spPr>
          <a:xfrm>
            <a:off x="2057320" y="1112670"/>
            <a:ext cx="5791359" cy="1579443"/>
          </a:xfrm>
        </p:spPr>
        <p:txBody>
          <a:bodyPr/>
          <a:lstStyle/>
          <a:p>
            <a:r>
              <a:t>アクセス解析レポート</a:t>
            </a:r>
          </a:p>
        </p:txBody>
      </p:sp>
      <p:graphicFrame>
        <p:nvGraphicFramePr>
          <p:cNvPr id="3" name="contents"/>
          <p:cNvGraphicFramePr>
            <a:graphicFrameLocks noGrp="1"/>
          </p:cNvGraphicFramePr>
          <p:nvPr/>
        </p:nvGraphicFramePr>
        <p:xfrm>
          <a:off x="2057320" y="3063874"/>
          <a:ext cx="5792400" cy="2195320"/>
        </p:xfrm>
        <a:graphic>
          <a:graphicData uri="http://schemas.openxmlformats.org/drawingml/2006/table">
            <a:tbl>
              <a:tblPr/>
              <a:tblGrid>
                <a:gridCol w="1929600">
                  <a:extLst>
                    <a:ext uri="{9D8B030D-6E8A-4147-A177-3AD203B41FA5}">
                      <a16:colId xmlns:a16="http://schemas.microsoft.com/office/drawing/2014/main" val="20000"/>
                    </a:ext>
                  </a:extLst>
                </a:gridCol>
                <a:gridCol w="3862800">
                  <a:extLst>
                    <a:ext uri="{9D8B030D-6E8A-4147-A177-3AD203B41FA5}">
                      <a16:colId xmlns:a16="http://schemas.microsoft.com/office/drawing/2014/main" val="20001"/>
                    </a:ext>
                  </a:extLst>
                </a:gridCol>
              </a:tblGrid>
              <a:tr h="547200">
                <a:tc>
                  <a:txBody>
                    <a:bodyPr/>
                    <a:lstStyle/>
                    <a:p>
                      <a:pPr marL="317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レポートの種類</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CDCDCD">
                        <a:alpha val="100000"/>
                      </a:srgbClr>
                    </a:solidFill>
                  </a:tcPr>
                </a:tc>
                <a:tc>
                  <a:txBody>
                    <a:bodyPr/>
                    <a:lstStyle/>
                    <a:p>
                      <a:pPr marL="63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GA4基本レポート</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0"/>
                  </a:ext>
                </a:extLst>
              </a:tr>
              <a:tr h="547200">
                <a:tc>
                  <a:txBody>
                    <a:bodyPr/>
                    <a:lstStyle/>
                    <a:p>
                      <a:pPr marL="317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分析対象月</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CDCDCD">
                        <a:alpha val="100000"/>
                      </a:srgbClr>
                    </a:solidFill>
                  </a:tcPr>
                </a:tc>
                <a:tc>
                  <a:txBody>
                    <a:bodyPr/>
                    <a:lstStyle/>
                    <a:p>
                      <a:pPr marL="63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2026年1月</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547200">
                <a:tc>
                  <a:txBody>
                    <a:bodyPr/>
                    <a:lstStyle/>
                    <a:p>
                      <a:pPr marL="317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分析対象サイト</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CDCDCD">
                        <a:alpha val="100000"/>
                      </a:srgbClr>
                    </a:solidFill>
                  </a:tcPr>
                </a:tc>
                <a:tc>
                  <a:txBody>
                    <a:bodyPr/>
                    <a:lstStyle/>
                    <a:p>
                      <a:pPr marL="63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ID：254396951 </a:t>
                      </a:r>
                      <a:br>
                        <a:rPr sz="1400" b="1" i="0" u="none" cap="none">
                          <a:solidFill>
                            <a:srgbClr val="000000">
                              <a:alpha val="100000"/>
                            </a:srgbClr>
                          </a:solidFill>
                          <a:latin typeface="游ゴシック Regular (本文)"/>
                          <a:cs typeface="游ゴシック Regular (本文)"/>
                          <a:sym typeface="游ゴシック Regular (本文)"/>
                        </a:rPr>
                      </a:br>
                      <a:r>
                        <a:rPr sz="1400" b="1" i="0" u="none" cap="none">
                          <a:solidFill>
                            <a:srgbClr val="000000">
                              <a:alpha val="100000"/>
                            </a:srgbClr>
                          </a:solidFill>
                          <a:latin typeface="游ゴシック Regular (本文)"/>
                          <a:cs typeface="游ゴシック Regular (本文)"/>
                          <a:sym typeface="游ゴシック Regular (本文)"/>
                        </a:rPr>
                        <a:t>プロパティ名：建設ドットウェブ - 全体</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r h="547200">
                <a:tc>
                  <a:txBody>
                    <a:bodyPr/>
                    <a:lstStyle/>
                    <a:p>
                      <a:pPr marL="317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レポート出力日</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CDCDCD">
                        <a:alpha val="100000"/>
                      </a:srgbClr>
                    </a:solidFill>
                  </a:tcPr>
                </a:tc>
                <a:tc>
                  <a:txBody>
                    <a:bodyPr/>
                    <a:lstStyle/>
                    <a:p>
                      <a:pPr marL="63500" marR="63500" algn="l">
                        <a:lnSpc>
                          <a:spcPct val="100000"/>
                        </a:lnSpc>
                        <a:spcBef>
                          <a:spcPts val="500"/>
                        </a:spcBef>
                        <a:spcAft>
                          <a:spcPts val="500"/>
                        </a:spcAft>
                        <a:buNone/>
                      </a:pPr>
                      <a:r>
                        <a:rPr sz="1400" b="1" i="0" u="none" cap="none">
                          <a:solidFill>
                            <a:srgbClr val="000000">
                              <a:alpha val="100000"/>
                            </a:srgbClr>
                          </a:solidFill>
                          <a:latin typeface="游ゴシック Regular (本文)"/>
                          <a:cs typeface="游ゴシック Regular (本文)"/>
                          <a:sym typeface="游ゴシック Regular (本文)"/>
                        </a:rPr>
                        <a:t>2026年2月26日</a:t>
                      </a:r>
                    </a:p>
                  </a:txBody>
                  <a:tcPr marL="0" marR="0" marT="63500" marB="63500" anchor="ctr">
                    <a:lnL w="0" cap="flat" cmpd="sng" algn="ctr">
                      <a:noFill/>
                      <a:prstDash val="solid"/>
                    </a:lnL>
                    <a:lnR w="0" cap="flat" cmpd="sng" algn="ctr">
                      <a:no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サイト概況（当月/前月/前々月/前年同月）</a:t>
            </a:r>
          </a:p>
        </p:txBody>
      </p:sp>
      <p:graphicFrame>
        <p:nvGraphicFramePr>
          <p:cNvPr id="3" name="table"/>
          <p:cNvGraphicFramePr>
            <a:graphicFrameLocks noGrp="1"/>
          </p:cNvGraphicFramePr>
          <p:nvPr/>
        </p:nvGraphicFramePr>
        <p:xfrm>
          <a:off x="589400" y="1085855"/>
          <a:ext cx="8726400" cy="4320000"/>
        </p:xfrm>
        <a:graphic>
          <a:graphicData uri="http://schemas.openxmlformats.org/drawingml/2006/table">
            <a:tbl>
              <a:tblPr/>
              <a:tblGrid>
                <a:gridCol w="1476000">
                  <a:extLst>
                    <a:ext uri="{9D8B030D-6E8A-4147-A177-3AD203B41FA5}">
                      <a16:colId xmlns:a16="http://schemas.microsoft.com/office/drawing/2014/main" val="20000"/>
                    </a:ext>
                  </a:extLst>
                </a:gridCol>
                <a:gridCol w="805600">
                  <a:extLst>
                    <a:ext uri="{9D8B030D-6E8A-4147-A177-3AD203B41FA5}">
                      <a16:colId xmlns:a16="http://schemas.microsoft.com/office/drawing/2014/main" val="20001"/>
                    </a:ext>
                  </a:extLst>
                </a:gridCol>
                <a:gridCol w="805600">
                  <a:extLst>
                    <a:ext uri="{9D8B030D-6E8A-4147-A177-3AD203B41FA5}">
                      <a16:colId xmlns:a16="http://schemas.microsoft.com/office/drawing/2014/main" val="20002"/>
                    </a:ext>
                  </a:extLst>
                </a:gridCol>
                <a:gridCol w="805600">
                  <a:extLst>
                    <a:ext uri="{9D8B030D-6E8A-4147-A177-3AD203B41FA5}">
                      <a16:colId xmlns:a16="http://schemas.microsoft.com/office/drawing/2014/main" val="20003"/>
                    </a:ext>
                  </a:extLst>
                </a:gridCol>
                <a:gridCol w="805600">
                  <a:extLst>
                    <a:ext uri="{9D8B030D-6E8A-4147-A177-3AD203B41FA5}">
                      <a16:colId xmlns:a16="http://schemas.microsoft.com/office/drawing/2014/main" val="20004"/>
                    </a:ext>
                  </a:extLst>
                </a:gridCol>
                <a:gridCol w="805600">
                  <a:extLst>
                    <a:ext uri="{9D8B030D-6E8A-4147-A177-3AD203B41FA5}">
                      <a16:colId xmlns:a16="http://schemas.microsoft.com/office/drawing/2014/main" val="20005"/>
                    </a:ext>
                  </a:extLst>
                </a:gridCol>
                <a:gridCol w="805600">
                  <a:extLst>
                    <a:ext uri="{9D8B030D-6E8A-4147-A177-3AD203B41FA5}">
                      <a16:colId xmlns:a16="http://schemas.microsoft.com/office/drawing/2014/main" val="20006"/>
                    </a:ext>
                  </a:extLst>
                </a:gridCol>
                <a:gridCol w="805600">
                  <a:extLst>
                    <a:ext uri="{9D8B030D-6E8A-4147-A177-3AD203B41FA5}">
                      <a16:colId xmlns:a16="http://schemas.microsoft.com/office/drawing/2014/main" val="20007"/>
                    </a:ext>
                  </a:extLst>
                </a:gridCol>
                <a:gridCol w="805600">
                  <a:extLst>
                    <a:ext uri="{9D8B030D-6E8A-4147-A177-3AD203B41FA5}">
                      <a16:colId xmlns:a16="http://schemas.microsoft.com/office/drawing/2014/main" val="20008"/>
                    </a:ext>
                  </a:extLst>
                </a:gridCol>
                <a:gridCol w="805600">
                  <a:extLst>
                    <a:ext uri="{9D8B030D-6E8A-4147-A177-3AD203B41FA5}">
                      <a16:colId xmlns:a16="http://schemas.microsoft.com/office/drawing/2014/main" val="20009"/>
                    </a:ext>
                  </a:extLst>
                </a:gridCol>
              </a:tblGrid>
              <a:tr h="540000">
                <a:tc rowSpan="2">
                  <a:txBody>
                    <a:bodyPr/>
                    <a:lstStyle/>
                    <a:p>
                      <a:pPr marL="63500" marR="63500" algn="ctr">
                        <a:lnSpc>
                          <a:spcPct val="100000"/>
                        </a:lnSpc>
                        <a:spcBef>
                          <a:spcPts val="500"/>
                        </a:spcBef>
                        <a:spcAft>
                          <a:spcPts val="500"/>
                        </a:spcAft>
                        <a:buNone/>
                      </a:pPr>
                      <a:endParaRP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gridSpan="2">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当月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（1月）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hMerge="1">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当月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（1月）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gridSpan="2">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前月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（12月）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hMerge="1">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前月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（12月）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gridSpan="2">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前々月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（11月）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hMerge="1">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前々月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（11月）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gridSpan="2">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前年同月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（2025年 1月）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hMerge="1">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前年同月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（2025年 1月）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rowSpan="2">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13ヶ月分</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の最大値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540000">
                <a:tc vMerge="1">
                  <a:txBody>
                    <a:bodyPr/>
                    <a:lstStyle/>
                    <a:p>
                      <a:pPr marL="63500" marR="63500" algn="ctr">
                        <a:lnSpc>
                          <a:spcPct val="100000"/>
                        </a:lnSpc>
                        <a:spcBef>
                          <a:spcPts val="500"/>
                        </a:spcBef>
                        <a:spcAft>
                          <a:spcPts val="500"/>
                        </a:spcAft>
                        <a:buNone/>
                      </a:pPr>
                      <a:endParaRP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数値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最大値比</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数値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最大値比</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数値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最大値比</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数値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最大値比</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vMerge="1">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13ヶ月分</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の最大値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1"/>
                  </a:ext>
                </a:extLst>
              </a:tr>
              <a:tr h="540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34,445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97.75%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29,724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84.35%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29,632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84.09%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21,802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61.87%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35,238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540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新しいユーザー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24,041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100.00%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19,027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79.14%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19,858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82.60%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12,744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53.01%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24,041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3"/>
                  </a:ext>
                </a:extLst>
              </a:tr>
              <a:tr h="540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26,141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100.00%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21,552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82.45%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21,934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83.91%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14,702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56.24%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26,141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4"/>
                  </a:ext>
                </a:extLst>
              </a:tr>
              <a:tr h="540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172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42.26%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154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37.84%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172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42.26%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158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38.82%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407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5"/>
                  </a:ext>
                </a:extLst>
              </a:tr>
              <a:tr h="540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セッション</a:t>
                      </a:r>
                      <a:br>
                        <a:rPr sz="1100" b="1" i="0" u="none" cap="none">
                          <a:solidFill>
                            <a:srgbClr val="000000">
                              <a:alpha val="100000"/>
                            </a:srgbClr>
                          </a:solidFill>
                          <a:latin typeface="游ゴシック Regular (本文)"/>
                          <a:cs typeface="游ゴシック Regular (本文)"/>
                          <a:sym typeface="游ゴシック Regular (本文)"/>
                        </a:rPr>
                      </a:br>
                      <a:r>
                        <a:rPr sz="1100" b="1" i="0" u="none" cap="none">
                          <a:solidFill>
                            <a:srgbClr val="000000">
                              <a:alpha val="100000"/>
                            </a:srgbClr>
                          </a:solidFill>
                          <a:latin typeface="游ゴシック Regular (本文)"/>
                          <a:cs typeface="游ゴシック Regular (本文)"/>
                          <a:sym typeface="游ゴシック Regular (本文)"/>
                        </a:rPr>
                        <a:t>（mobile）</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8,491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100.00%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5,071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59.72%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8,288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97.61%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2,934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34.55%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8,491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540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セッション</a:t>
                      </a:r>
                      <a:br>
                        <a:rPr sz="1100" b="1" i="0" u="none" cap="none">
                          <a:solidFill>
                            <a:srgbClr val="000000">
                              <a:alpha val="100000"/>
                            </a:srgbClr>
                          </a:solidFill>
                          <a:latin typeface="游ゴシック Regular (本文)"/>
                          <a:cs typeface="游ゴシック Regular (本文)"/>
                          <a:sym typeface="游ゴシック Regular (本文)"/>
                        </a:rPr>
                      </a:br>
                      <a:r>
                        <a:rPr sz="1100" b="1" i="0" u="none" cap="none">
                          <a:solidFill>
                            <a:srgbClr val="000000">
                              <a:alpha val="100000"/>
                            </a:srgbClr>
                          </a:solidFill>
                          <a:latin typeface="游ゴシック Regular (本文)"/>
                          <a:cs typeface="游ゴシック Regular (本文)"/>
                          <a:sym typeface="游ゴシック Regular (本文)"/>
                        </a:rPr>
                        <a:t>（Organic Search）</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19,336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93.85%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17,767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86.23%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15,687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76.14%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13,972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67.81%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20,604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7"/>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a:t>
            </a:fld>
            <a:endParaRPr/>
          </a:p>
        </p:txBody>
      </p:sp>
      <p:sp>
        <p:nvSpPr>
          <p:cNvPr id="5" name="comment"/>
          <p:cNvSpPr>
            <a:spLocks noGrp="1"/>
          </p:cNvSpPr>
          <p:nvPr>
            <p:ph type="body" sz="quarter" idx="22" hasCustomPrompt="1"/>
          </p:nvPr>
        </p:nvSpPr>
        <p:spPr>
          <a:xfrm>
            <a:off x="589400" y="5568696"/>
            <a:ext cx="8726712" cy="1239752"/>
          </a:xfrm>
        </p:spPr>
        <p:txBody>
          <a:bodyPr/>
          <a:lstStyle/>
          <a: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2950288" y="3047999"/>
            <a:ext cx="4005424" cy="762000"/>
          </a:xfrm>
        </p:spPr>
        <p:txBody>
          <a:bodyPr/>
          <a:lstStyle/>
          <a:p>
            <a:r>
              <a:t>ユーザー</a:t>
            </a:r>
          </a:p>
        </p:txBody>
      </p:sp>
      <p:sp>
        <p:nvSpPr>
          <p:cNvPr id="3" name="スライド番号プレースホルダー 2"/>
          <p:cNvSpPr>
            <a:spLocks noGrp="1"/>
          </p:cNvSpPr>
          <p:nvPr>
            <p:ph type="sldNum" sz="quarter" idx="11"/>
          </p:nvPr>
        </p:nvSpPr>
        <p:spPr>
          <a:xfrm>
            <a:off x="7560000" y="6356350"/>
            <a:ext cx="2228850" cy="365125"/>
          </a:xfrm>
        </p:spPr>
        <p:txBody>
          <a:bodyPr/>
          <a:lstStyle/>
          <a:p>
            <a:fld id="{93BF14CA-2582-4BFF-825A-396A65C60C80}" type="slidenum">
              <a:rPr/>
              <a:t>2</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ユーザーの推移（月別）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5"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15,100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16,314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18,507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20,247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23,305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22,487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18,810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19,181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18,495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17,483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18,371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18,061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6"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20,435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16,500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23,347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21,934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21,552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26,141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15,142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19,484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22,320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18,248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15,932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14,702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ユーザーの推移（日別）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963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1,160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1,051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1,282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1,079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7" name="table_2"/>
          <p:cNvGraphicFramePr>
            <a:graphicFrameLocks noGrp="1"/>
          </p:cNvGraphicFramePr>
          <p:nvPr/>
        </p:nvGraphicFramePr>
        <p:xfrm>
          <a:off x="589400" y="4462436"/>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509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1,291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476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8" name="table_3"/>
          <p:cNvGraphicFramePr>
            <a:graphicFrameLocks noGrp="1"/>
          </p:cNvGraphicFramePr>
          <p:nvPr/>
        </p:nvGraphicFramePr>
        <p:xfrm>
          <a:off x="589400" y="5340605"/>
          <a:ext cx="9199450"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gridCol w="720000">
                  <a:extLst>
                    <a:ext uri="{9D8B030D-6E8A-4147-A177-3AD203B41FA5}">
                      <a16:colId xmlns:a16="http://schemas.microsoft.com/office/drawing/2014/main" val="20011"/>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1,670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1,596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1,540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693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1,398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1,539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1,431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1,242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599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セッションの推移（月別）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5</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22,540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23,483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28,458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30,795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32,750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32,507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26,026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26,476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28,047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25,868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25,720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26,369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7"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27,222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24,341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35,238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29,632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29,724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34,445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20,701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26,403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30,924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26,262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25,258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21,802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セッションの推移（日別）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6</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1,159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1,384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1,285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352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7" name="table_2"/>
          <p:cNvGraphicFramePr>
            <a:graphicFrameLocks noGrp="1"/>
          </p:cNvGraphicFramePr>
          <p:nvPr/>
        </p:nvGraphicFramePr>
        <p:xfrm>
          <a:off x="589400" y="4462436"/>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594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1,485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1,560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1,455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538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1,778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1,592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8" name="table_3"/>
          <p:cNvGraphicFramePr>
            <a:graphicFrameLocks noGrp="1"/>
          </p:cNvGraphicFramePr>
          <p:nvPr/>
        </p:nvGraphicFramePr>
        <p:xfrm>
          <a:off x="589400" y="5340605"/>
          <a:ext cx="9199450"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gridCol w="720000">
                  <a:extLst>
                    <a:ext uri="{9D8B030D-6E8A-4147-A177-3AD203B41FA5}">
                      <a16:colId xmlns:a16="http://schemas.microsoft.com/office/drawing/2014/main" val="20011"/>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2,155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759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1,697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1,961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表示回数の推移（月別）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7</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51,371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55,181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65,068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105,212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136,743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131,397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65,564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64,540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67,216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60,790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59,656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70,557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7"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105,195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96,518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79,210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60,115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62,581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66,437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50,446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55,630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69,655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55,962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58,046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54,153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表示回数の推移（日別）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8</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2,255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2,534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2,476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2,778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7" name="table_2"/>
          <p:cNvGraphicFramePr>
            <a:graphicFrameLocks noGrp="1"/>
          </p:cNvGraphicFramePr>
          <p:nvPr/>
        </p:nvGraphicFramePr>
        <p:xfrm>
          <a:off x="589400" y="4462436"/>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992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2,704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3,148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3,068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2,857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456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3,717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3,062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8" name="table_3"/>
          <p:cNvGraphicFramePr>
            <a:graphicFrameLocks noGrp="1"/>
          </p:cNvGraphicFramePr>
          <p:nvPr/>
        </p:nvGraphicFramePr>
        <p:xfrm>
          <a:off x="589400" y="5340605"/>
          <a:ext cx="9199450"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gridCol w="720000">
                  <a:extLst>
                    <a:ext uri="{9D8B030D-6E8A-4147-A177-3AD203B41FA5}">
                      <a16:colId xmlns:a16="http://schemas.microsoft.com/office/drawing/2014/main" val="20011"/>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4,146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3,568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3,564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1,115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3,486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3,549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3,533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4,158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2,987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当月の日別表示回数ランキング</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306000">
                  <a:extLst>
                    <a:ext uri="{9D8B030D-6E8A-4147-A177-3AD203B41FA5}">
                      <a16:colId xmlns:a16="http://schemas.microsoft.com/office/drawing/2014/main" val="20000"/>
                    </a:ext>
                  </a:extLst>
                </a:gridCol>
                <a:gridCol w="2105100">
                  <a:extLst>
                    <a:ext uri="{9D8B030D-6E8A-4147-A177-3AD203B41FA5}">
                      <a16:colId xmlns:a16="http://schemas.microsoft.com/office/drawing/2014/main" val="20001"/>
                    </a:ext>
                  </a:extLst>
                </a:gridCol>
                <a:gridCol w="2105100">
                  <a:extLst>
                    <a:ext uri="{9D8B030D-6E8A-4147-A177-3AD203B41FA5}">
                      <a16:colId xmlns:a16="http://schemas.microsoft.com/office/drawing/2014/main" val="20002"/>
                    </a:ext>
                  </a:extLst>
                </a:gridCol>
                <a:gridCol w="2105100">
                  <a:extLst>
                    <a:ext uri="{9D8B030D-6E8A-4147-A177-3AD203B41FA5}">
                      <a16:colId xmlns:a16="http://schemas.microsoft.com/office/drawing/2014/main" val="20003"/>
                    </a:ext>
                  </a:extLst>
                </a:gridCol>
                <a:gridCol w="2105100">
                  <a:extLst>
                    <a:ext uri="{9D8B030D-6E8A-4147-A177-3AD203B41FA5}">
                      <a16:colId xmlns:a16="http://schemas.microsoft.com/office/drawing/2014/main" val="20004"/>
                    </a:ext>
                  </a:extLst>
                </a:gridCol>
              </a:tblGrid>
              <a:tr h="180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 </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2026/01/29（木）</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4,158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1,641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2026/01/21（水）</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4,146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1,670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2026/01/19（月）</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3,717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1,517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2026/01/22（木）</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3,568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1,596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2026/01/23（金）</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3,564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1,540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2026/01/27（火）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3,549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1,539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2026/01/28（水）</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3,533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1,431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2026/01/26（月）</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3,486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1,398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2026/01/14（水）</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3,148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1,291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2026/01/15（木）</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3,068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2026/01/20（火）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3,062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1,311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1"/>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2026/01/30（金）</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2,987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2026/01/16（金）</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2,857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2026/01/08（木）</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2,778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1,282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4"/>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2026/01/13（火）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2,704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5"/>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2026/01/09（金）</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2,550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1,079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2026/01/06（火）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2,534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1,160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2026/01/07（水）</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2,476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1,051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8"/>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2026/01/05（月）</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2,255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963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9"/>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3C78D8">
                              <a:alpha val="100000"/>
                            </a:srgbClr>
                          </a:solidFill>
                          <a:latin typeface="游ゴシック Regular (本文)"/>
                          <a:cs typeface="游ゴシック Regular (本文)"/>
                          <a:sym typeface="游ゴシック Regular (本文)"/>
                        </a:rPr>
                        <a:t>2026/01/24（土）</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1,115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693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2026/01/12（月）</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992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509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21"/>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3C78D8">
                              <a:alpha val="100000"/>
                            </a:srgbClr>
                          </a:solidFill>
                          <a:latin typeface="游ゴシック Regular (本文)"/>
                          <a:cs typeface="游ゴシック Regular (本文)"/>
                          <a:sym typeface="游ゴシック Regular (本文)"/>
                        </a:rPr>
                        <a:t>2026/01/17（土）</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930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476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2"/>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3C78D8">
                              <a:alpha val="100000"/>
                            </a:srgbClr>
                          </a:solidFill>
                          <a:latin typeface="游ゴシック Regular (本文)"/>
                          <a:cs typeface="游ゴシック Regular (本文)"/>
                          <a:sym typeface="游ゴシック Regular (本文)"/>
                        </a:rPr>
                        <a:t>2026/01/31（土）</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924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599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23"/>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3C78D8">
                              <a:alpha val="100000"/>
                            </a:srgbClr>
                          </a:solidFill>
                          <a:latin typeface="游ゴシック Regular (本文)"/>
                          <a:cs typeface="游ゴシック Regular (本文)"/>
                          <a:sym typeface="游ゴシック Regular (本文)"/>
                        </a:rPr>
                        <a:t>2026/01/10（土）</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627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4"/>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FF0000">
                              <a:alpha val="100000"/>
                            </a:srgbClr>
                          </a:solidFill>
                          <a:latin typeface="游ゴシック Regular (本文)"/>
                          <a:cs typeface="游ゴシック Regular (本文)"/>
                          <a:sym typeface="游ゴシック Regular (本文)"/>
                        </a:rPr>
                        <a:t>2026/01/18（日）</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456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25"/>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FF0000">
                              <a:alpha val="100000"/>
                            </a:srgbClr>
                          </a:solidFill>
                          <a:latin typeface="游ゴシック Regular (本文)"/>
                          <a:cs typeface="游ゴシック Regular (本文)"/>
                          <a:sym typeface="游ゴシック Regular (本文)"/>
                        </a:rPr>
                        <a:t>2026/01/25（日）</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6"/>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FF0000">
                              <a:alpha val="100000"/>
                            </a:srgbClr>
                          </a:solidFill>
                          <a:latin typeface="游ゴシック Regular (本文)"/>
                          <a:cs typeface="游ゴシック Regular (本文)"/>
                          <a:sym typeface="游ゴシック Regular (本文)"/>
                        </a:rPr>
                        <a:t>2026/01/04（日）</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261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27"/>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FF0000">
                              <a:alpha val="100000"/>
                            </a:srgbClr>
                          </a:solidFill>
                          <a:latin typeface="游ゴシック Regular (本文)"/>
                          <a:cs typeface="游ゴシック Regular (本文)"/>
                          <a:sym typeface="游ゴシック Regular (本文)"/>
                        </a:rPr>
                        <a:t>2026/01/11（日）</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190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8"/>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3C78D8">
                              <a:alpha val="100000"/>
                            </a:srgbClr>
                          </a:solidFill>
                          <a:latin typeface="游ゴシック Regular (本文)"/>
                          <a:cs typeface="游ゴシック Regular (本文)"/>
                          <a:sym typeface="游ゴシック Regular (本文)"/>
                        </a:rPr>
                        <a:t>2026/01/03（土）</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189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29"/>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2026/01/02（金）</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175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74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30"/>
                  </a:ext>
                </a:extLst>
              </a:tr>
              <a:tr h="153523">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2026/01/01（木）</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136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67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000" b="0" i="0" u="none" cap="none">
                          <a:solidFill>
                            <a:srgbClr val="000000">
                              <a:alpha val="100000"/>
                            </a:srgbClr>
                          </a:solidFill>
                          <a:latin typeface="游ゴシック Regular (本文)"/>
                          <a:cs typeface="游ゴシック Regular (本文)"/>
                          <a:sym typeface="游ゴシック Regular (本文)"/>
                        </a:rPr>
                        <a:t>00:00:14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31"/>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9</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エンゲージメント率の推移（月別）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10</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48.76%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47.63%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47.13%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68.33%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89.55%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90.92%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46.63%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46.25%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46.89%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46.60%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46.71%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47.22%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7"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90.39%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88.54%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44.98%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40.34%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44.18%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40.93%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46.01%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39.96%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40.04%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40.69%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41.08%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49.50%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平均エンゲージメント時間の推移（月別）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11</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平均エンゲージ</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00:01:02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00:01:01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00:01:03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平均エンゲージ</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00:00:42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00:00:46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00:01:06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7"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平均エンゲージ</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00:01:02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00:00:32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00:00:34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00:00:34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平均エンゲージ</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00:00:48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00:00:48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00:00:58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00:01:03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ユーザー/新しいユーザーの推移（月別）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12</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726710" cy="1301769"/>
        </p:xfrm>
        <a:graphic>
          <a:graphicData uri="http://schemas.openxmlformats.org/drawingml/2006/table">
            <a:tbl>
              <a:tblPr/>
              <a:tblGrid>
                <a:gridCol w="1246629">
                  <a:extLst>
                    <a:ext uri="{9D8B030D-6E8A-4147-A177-3AD203B41FA5}">
                      <a16:colId xmlns:a16="http://schemas.microsoft.com/office/drawing/2014/main" val="20000"/>
                    </a:ext>
                  </a:extLst>
                </a:gridCol>
                <a:gridCol w="1246629">
                  <a:extLst>
                    <a:ext uri="{9D8B030D-6E8A-4147-A177-3AD203B41FA5}">
                      <a16:colId xmlns:a16="http://schemas.microsoft.com/office/drawing/2014/main" val="20001"/>
                    </a:ext>
                  </a:extLst>
                </a:gridCol>
                <a:gridCol w="1246629">
                  <a:extLst>
                    <a:ext uri="{9D8B030D-6E8A-4147-A177-3AD203B41FA5}">
                      <a16:colId xmlns:a16="http://schemas.microsoft.com/office/drawing/2014/main" val="20002"/>
                    </a:ext>
                  </a:extLst>
                </a:gridCol>
                <a:gridCol w="1246629">
                  <a:extLst>
                    <a:ext uri="{9D8B030D-6E8A-4147-A177-3AD203B41FA5}">
                      <a16:colId xmlns:a16="http://schemas.microsoft.com/office/drawing/2014/main" val="20003"/>
                    </a:ext>
                  </a:extLst>
                </a:gridCol>
                <a:gridCol w="1246629">
                  <a:extLst>
                    <a:ext uri="{9D8B030D-6E8A-4147-A177-3AD203B41FA5}">
                      <a16:colId xmlns:a16="http://schemas.microsoft.com/office/drawing/2014/main" val="20004"/>
                    </a:ext>
                  </a:extLst>
                </a:gridCol>
                <a:gridCol w="1246629">
                  <a:extLst>
                    <a:ext uri="{9D8B030D-6E8A-4147-A177-3AD203B41FA5}">
                      <a16:colId xmlns:a16="http://schemas.microsoft.com/office/drawing/2014/main" val="20005"/>
                    </a:ext>
                  </a:extLst>
                </a:gridCol>
                <a:gridCol w="1246629">
                  <a:extLst>
                    <a:ext uri="{9D8B030D-6E8A-4147-A177-3AD203B41FA5}">
                      <a16:colId xmlns:a16="http://schemas.microsoft.com/office/drawing/2014/main" val="20006"/>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15,100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16,314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18,507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20,247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23,305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22,487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新しいユーザー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13,062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14,095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16,246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17,303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19,841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19,051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7" name="table_2"/>
          <p:cNvGraphicFramePr>
            <a:graphicFrameLocks noGrp="1"/>
          </p:cNvGraphicFramePr>
          <p:nvPr/>
        </p:nvGraphicFramePr>
        <p:xfrm>
          <a:off x="589400" y="4970308"/>
          <a:ext cx="8726710" cy="1301769"/>
        </p:xfrm>
        <a:graphic>
          <a:graphicData uri="http://schemas.openxmlformats.org/drawingml/2006/table">
            <a:tbl>
              <a:tblPr/>
              <a:tblGrid>
                <a:gridCol w="1246629">
                  <a:extLst>
                    <a:ext uri="{9D8B030D-6E8A-4147-A177-3AD203B41FA5}">
                      <a16:colId xmlns:a16="http://schemas.microsoft.com/office/drawing/2014/main" val="20000"/>
                    </a:ext>
                  </a:extLst>
                </a:gridCol>
                <a:gridCol w="1246629">
                  <a:extLst>
                    <a:ext uri="{9D8B030D-6E8A-4147-A177-3AD203B41FA5}">
                      <a16:colId xmlns:a16="http://schemas.microsoft.com/office/drawing/2014/main" val="20001"/>
                    </a:ext>
                  </a:extLst>
                </a:gridCol>
                <a:gridCol w="1246629">
                  <a:extLst>
                    <a:ext uri="{9D8B030D-6E8A-4147-A177-3AD203B41FA5}">
                      <a16:colId xmlns:a16="http://schemas.microsoft.com/office/drawing/2014/main" val="20002"/>
                    </a:ext>
                  </a:extLst>
                </a:gridCol>
                <a:gridCol w="1246629">
                  <a:extLst>
                    <a:ext uri="{9D8B030D-6E8A-4147-A177-3AD203B41FA5}">
                      <a16:colId xmlns:a16="http://schemas.microsoft.com/office/drawing/2014/main" val="20003"/>
                    </a:ext>
                  </a:extLst>
                </a:gridCol>
                <a:gridCol w="1246629">
                  <a:extLst>
                    <a:ext uri="{9D8B030D-6E8A-4147-A177-3AD203B41FA5}">
                      <a16:colId xmlns:a16="http://schemas.microsoft.com/office/drawing/2014/main" val="20004"/>
                    </a:ext>
                  </a:extLst>
                </a:gridCol>
                <a:gridCol w="1246629">
                  <a:extLst>
                    <a:ext uri="{9D8B030D-6E8A-4147-A177-3AD203B41FA5}">
                      <a16:colId xmlns:a16="http://schemas.microsoft.com/office/drawing/2014/main" val="20005"/>
                    </a:ext>
                  </a:extLst>
                </a:gridCol>
                <a:gridCol w="1246629">
                  <a:extLst>
                    <a:ext uri="{9D8B030D-6E8A-4147-A177-3AD203B41FA5}">
                      <a16:colId xmlns:a16="http://schemas.microsoft.com/office/drawing/2014/main" val="20006"/>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20,435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16,500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23,347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21,934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21,552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26,141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新しいユーザー</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17,584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13,644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20,941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19,858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19,027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24,041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2950288" y="3047999"/>
            <a:ext cx="4005424" cy="762000"/>
          </a:xfrm>
        </p:spPr>
        <p:txBody>
          <a:bodyPr/>
          <a:lstStyle/>
          <a:p>
            <a:r>
              <a:t>集客</a:t>
            </a:r>
          </a:p>
        </p:txBody>
      </p:sp>
      <p:sp>
        <p:nvSpPr>
          <p:cNvPr id="3" name="スライド番号プレースホルダー 2"/>
          <p:cNvSpPr>
            <a:spLocks noGrp="1"/>
          </p:cNvSpPr>
          <p:nvPr>
            <p:ph type="sldNum" sz="quarter" idx="11"/>
          </p:nvPr>
        </p:nvSpPr>
        <p:spPr>
          <a:xfrm>
            <a:off x="7560000" y="6356350"/>
            <a:ext cx="2228850" cy="365125"/>
          </a:xfrm>
        </p:spPr>
        <p:txBody>
          <a:bodyPr/>
          <a:lstStyle/>
          <a:p>
            <a:fld id="{93BF14CA-2582-4BFF-825A-396A65C60C80}" type="slidenum">
              <a:rPr/>
              <a:t>13</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流入経路のサマリ（当月 1月）</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1454400">
                  <a:extLst>
                    <a:ext uri="{9D8B030D-6E8A-4147-A177-3AD203B41FA5}">
                      <a16:colId xmlns:a16="http://schemas.microsoft.com/office/drawing/2014/main" val="20000"/>
                    </a:ext>
                  </a:extLst>
                </a:gridCol>
                <a:gridCol w="1454400">
                  <a:extLst>
                    <a:ext uri="{9D8B030D-6E8A-4147-A177-3AD203B41FA5}">
                      <a16:colId xmlns:a16="http://schemas.microsoft.com/office/drawing/2014/main" val="20001"/>
                    </a:ext>
                  </a:extLst>
                </a:gridCol>
                <a:gridCol w="1454400">
                  <a:extLst>
                    <a:ext uri="{9D8B030D-6E8A-4147-A177-3AD203B41FA5}">
                      <a16:colId xmlns:a16="http://schemas.microsoft.com/office/drawing/2014/main" val="20002"/>
                    </a:ext>
                  </a:extLst>
                </a:gridCol>
                <a:gridCol w="1454400">
                  <a:extLst>
                    <a:ext uri="{9D8B030D-6E8A-4147-A177-3AD203B41FA5}">
                      <a16:colId xmlns:a16="http://schemas.microsoft.com/office/drawing/2014/main" val="20003"/>
                    </a:ext>
                  </a:extLst>
                </a:gridCol>
                <a:gridCol w="1454400">
                  <a:extLst>
                    <a:ext uri="{9D8B030D-6E8A-4147-A177-3AD203B41FA5}">
                      <a16:colId xmlns:a16="http://schemas.microsoft.com/office/drawing/2014/main" val="20004"/>
                    </a:ext>
                  </a:extLst>
                </a:gridCol>
                <a:gridCol w="1454400">
                  <a:extLst>
                    <a:ext uri="{9D8B030D-6E8A-4147-A177-3AD203B41FA5}">
                      <a16:colId xmlns:a16="http://schemas.microsoft.com/office/drawing/2014/main" val="20005"/>
                    </a:ext>
                  </a:extLst>
                </a:gridCol>
              </a:tblGrid>
              <a:tr h="540000">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流入経路</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Search</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14,390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13,221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19,336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46.08%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00:00:46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Cross-network</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5,960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5,786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6,773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23.67%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00:00:07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Direct</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5,125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4,341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6,782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39.75%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00:00:24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Referral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723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382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1,473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58.38%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00:01:00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4"/>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Email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281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237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381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32.81%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00:00:21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Unassigned</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22.73%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00:00:26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Social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10.81%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00:00:02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14</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流入経路のサマリ（前月 12月）</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1454400">
                  <a:extLst>
                    <a:ext uri="{9D8B030D-6E8A-4147-A177-3AD203B41FA5}">
                      <a16:colId xmlns:a16="http://schemas.microsoft.com/office/drawing/2014/main" val="20000"/>
                    </a:ext>
                  </a:extLst>
                </a:gridCol>
                <a:gridCol w="1454400">
                  <a:extLst>
                    <a:ext uri="{9D8B030D-6E8A-4147-A177-3AD203B41FA5}">
                      <a16:colId xmlns:a16="http://schemas.microsoft.com/office/drawing/2014/main" val="20001"/>
                    </a:ext>
                  </a:extLst>
                </a:gridCol>
                <a:gridCol w="1454400">
                  <a:extLst>
                    <a:ext uri="{9D8B030D-6E8A-4147-A177-3AD203B41FA5}">
                      <a16:colId xmlns:a16="http://schemas.microsoft.com/office/drawing/2014/main" val="20002"/>
                    </a:ext>
                  </a:extLst>
                </a:gridCol>
                <a:gridCol w="1454400">
                  <a:extLst>
                    <a:ext uri="{9D8B030D-6E8A-4147-A177-3AD203B41FA5}">
                      <a16:colId xmlns:a16="http://schemas.microsoft.com/office/drawing/2014/main" val="20003"/>
                    </a:ext>
                  </a:extLst>
                </a:gridCol>
                <a:gridCol w="1454400">
                  <a:extLst>
                    <a:ext uri="{9D8B030D-6E8A-4147-A177-3AD203B41FA5}">
                      <a16:colId xmlns:a16="http://schemas.microsoft.com/office/drawing/2014/main" val="20004"/>
                    </a:ext>
                  </a:extLst>
                </a:gridCol>
                <a:gridCol w="1454400">
                  <a:extLst>
                    <a:ext uri="{9D8B030D-6E8A-4147-A177-3AD203B41FA5}">
                      <a16:colId xmlns:a16="http://schemas.microsoft.com/office/drawing/2014/main" val="20005"/>
                    </a:ext>
                  </a:extLst>
                </a:gridCol>
              </a:tblGrid>
              <a:tr h="540000">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流入経路</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Search</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13,960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12,663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17,767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45.76%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00:00:40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Direct</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4,461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3,469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7,465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42.38%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00:00:24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Cross-network</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2,340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2,152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2,810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32.70%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Referral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662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347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1,527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54.09%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00:00:48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4"/>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Email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399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335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529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37.43%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00:00:45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Unassigned</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32.00%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00:00:12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Social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24.14%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15</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流入経路のサマリ（前々月 11月）</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1454400">
                  <a:extLst>
                    <a:ext uri="{9D8B030D-6E8A-4147-A177-3AD203B41FA5}">
                      <a16:colId xmlns:a16="http://schemas.microsoft.com/office/drawing/2014/main" val="20000"/>
                    </a:ext>
                  </a:extLst>
                </a:gridCol>
                <a:gridCol w="1454400">
                  <a:extLst>
                    <a:ext uri="{9D8B030D-6E8A-4147-A177-3AD203B41FA5}">
                      <a16:colId xmlns:a16="http://schemas.microsoft.com/office/drawing/2014/main" val="20001"/>
                    </a:ext>
                  </a:extLst>
                </a:gridCol>
                <a:gridCol w="1454400">
                  <a:extLst>
                    <a:ext uri="{9D8B030D-6E8A-4147-A177-3AD203B41FA5}">
                      <a16:colId xmlns:a16="http://schemas.microsoft.com/office/drawing/2014/main" val="20002"/>
                    </a:ext>
                  </a:extLst>
                </a:gridCol>
                <a:gridCol w="1454400">
                  <a:extLst>
                    <a:ext uri="{9D8B030D-6E8A-4147-A177-3AD203B41FA5}">
                      <a16:colId xmlns:a16="http://schemas.microsoft.com/office/drawing/2014/main" val="20003"/>
                    </a:ext>
                  </a:extLst>
                </a:gridCol>
                <a:gridCol w="1454400">
                  <a:extLst>
                    <a:ext uri="{9D8B030D-6E8A-4147-A177-3AD203B41FA5}">
                      <a16:colId xmlns:a16="http://schemas.microsoft.com/office/drawing/2014/main" val="20004"/>
                    </a:ext>
                  </a:extLst>
                </a:gridCol>
                <a:gridCol w="1454400">
                  <a:extLst>
                    <a:ext uri="{9D8B030D-6E8A-4147-A177-3AD203B41FA5}">
                      <a16:colId xmlns:a16="http://schemas.microsoft.com/office/drawing/2014/main" val="20005"/>
                    </a:ext>
                  </a:extLst>
                </a:gridCol>
              </a:tblGrid>
              <a:tr h="540000">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流入経路</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Search</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12,018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10,974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15,687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42.01%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00:00:38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Cross-network</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5,259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5,106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5,935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26.39%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00:00:09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Direct</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3,919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3,074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6,282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44.49%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00:00:35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Referral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703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379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1,505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54.82%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00:01:07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4"/>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Email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324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283</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442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29.64%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00:00:27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Unassigned</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22.97%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00:00:48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Social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18.18%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00:00:04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16</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流入経路のサマリ（前年同月 2025年 1月）</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1454400">
                  <a:extLst>
                    <a:ext uri="{9D8B030D-6E8A-4147-A177-3AD203B41FA5}">
                      <a16:colId xmlns:a16="http://schemas.microsoft.com/office/drawing/2014/main" val="20000"/>
                    </a:ext>
                  </a:extLst>
                </a:gridCol>
                <a:gridCol w="1454400">
                  <a:extLst>
                    <a:ext uri="{9D8B030D-6E8A-4147-A177-3AD203B41FA5}">
                      <a16:colId xmlns:a16="http://schemas.microsoft.com/office/drawing/2014/main" val="20001"/>
                    </a:ext>
                  </a:extLst>
                </a:gridCol>
                <a:gridCol w="1454400">
                  <a:extLst>
                    <a:ext uri="{9D8B030D-6E8A-4147-A177-3AD203B41FA5}">
                      <a16:colId xmlns:a16="http://schemas.microsoft.com/office/drawing/2014/main" val="20002"/>
                    </a:ext>
                  </a:extLst>
                </a:gridCol>
                <a:gridCol w="1454400">
                  <a:extLst>
                    <a:ext uri="{9D8B030D-6E8A-4147-A177-3AD203B41FA5}">
                      <a16:colId xmlns:a16="http://schemas.microsoft.com/office/drawing/2014/main" val="20003"/>
                    </a:ext>
                  </a:extLst>
                </a:gridCol>
                <a:gridCol w="1454400">
                  <a:extLst>
                    <a:ext uri="{9D8B030D-6E8A-4147-A177-3AD203B41FA5}">
                      <a16:colId xmlns:a16="http://schemas.microsoft.com/office/drawing/2014/main" val="20004"/>
                    </a:ext>
                  </a:extLst>
                </a:gridCol>
                <a:gridCol w="1454400">
                  <a:extLst>
                    <a:ext uri="{9D8B030D-6E8A-4147-A177-3AD203B41FA5}">
                      <a16:colId xmlns:a16="http://schemas.microsoft.com/office/drawing/2014/main" val="20005"/>
                    </a:ext>
                  </a:extLst>
                </a:gridCol>
              </a:tblGrid>
              <a:tr h="540000">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流入経路</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Organic Search</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9,930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8,844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13,972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46.00%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00:00:58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Direct</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3,770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2,898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6,328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52.50%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00:01:05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Paid Search</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595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527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715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43.78%</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00:00:40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Referral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367</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232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709</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61.21%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00:01:50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4"/>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Email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245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184</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390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48.46%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00:01:45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Unassigned</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111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132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34.85%</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00:00:50</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468000">
                <a:tc>
                  <a:txBody>
                    <a:bodyPr/>
                    <a:lstStyle/>
                    <a:p>
                      <a:pPr marL="63500" marR="63500" algn="ctr">
                        <a:lnSpc>
                          <a:spcPct val="100000"/>
                        </a:lnSpc>
                        <a:spcBef>
                          <a:spcPts val="500"/>
                        </a:spcBef>
                        <a:spcAft>
                          <a:spcPts val="500"/>
                        </a:spcAft>
                        <a:buNone/>
                      </a:pPr>
                      <a:r>
                        <a:rPr sz="1100" b="1" i="0" u="none" cap="none">
                          <a:solidFill>
                            <a:srgbClr val="000000">
                              <a:alpha val="100000"/>
                            </a:srgbClr>
                          </a:solidFill>
                          <a:latin typeface="游ゴシック Regular (本文)"/>
                          <a:cs typeface="游ゴシック Regular (本文)"/>
                          <a:sym typeface="游ゴシック Regular (本文)"/>
                        </a:rPr>
                        <a:t>Affiliates</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11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26</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76.92%</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500"/>
                        </a:spcBef>
                        <a:spcAft>
                          <a:spcPts val="500"/>
                        </a:spcAft>
                        <a:buNone/>
                      </a:pPr>
                      <a:r>
                        <a:rPr sz="1100" b="0" i="0" u="none" cap="none">
                          <a:solidFill>
                            <a:srgbClr val="000000">
                              <a:alpha val="100000"/>
                            </a:srgbClr>
                          </a:solidFill>
                          <a:latin typeface="游ゴシック Regular (本文)"/>
                          <a:cs typeface="游ゴシック Regular (本文)"/>
                          <a:sym typeface="游ゴシック Regular (本文)"/>
                        </a:rPr>
                        <a:t>00:02:31</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17</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流入経路TOP 20（参照元/メディア）</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306000">
                  <a:extLst>
                    <a:ext uri="{9D8B030D-6E8A-4147-A177-3AD203B41FA5}">
                      <a16:colId xmlns:a16="http://schemas.microsoft.com/office/drawing/2014/main" val="20000"/>
                    </a:ext>
                  </a:extLst>
                </a:gridCol>
                <a:gridCol w="1800000">
                  <a:extLst>
                    <a:ext uri="{9D8B030D-6E8A-4147-A177-3AD203B41FA5}">
                      <a16:colId xmlns:a16="http://schemas.microsoft.com/office/drawing/2014/main" val="20001"/>
                    </a:ext>
                  </a:extLst>
                </a:gridCol>
                <a:gridCol w="1324080">
                  <a:extLst>
                    <a:ext uri="{9D8B030D-6E8A-4147-A177-3AD203B41FA5}">
                      <a16:colId xmlns:a16="http://schemas.microsoft.com/office/drawing/2014/main" val="20002"/>
                    </a:ext>
                  </a:extLst>
                </a:gridCol>
                <a:gridCol w="1324080">
                  <a:extLst>
                    <a:ext uri="{9D8B030D-6E8A-4147-A177-3AD203B41FA5}">
                      <a16:colId xmlns:a16="http://schemas.microsoft.com/office/drawing/2014/main" val="20003"/>
                    </a:ext>
                  </a:extLst>
                </a:gridCol>
                <a:gridCol w="1324080">
                  <a:extLst>
                    <a:ext uri="{9D8B030D-6E8A-4147-A177-3AD203B41FA5}">
                      <a16:colId xmlns:a16="http://schemas.microsoft.com/office/drawing/2014/main" val="20004"/>
                    </a:ext>
                  </a:extLst>
                </a:gridCol>
                <a:gridCol w="1324080">
                  <a:extLst>
                    <a:ext uri="{9D8B030D-6E8A-4147-A177-3AD203B41FA5}">
                      <a16:colId xmlns:a16="http://schemas.microsoft.com/office/drawing/2014/main" val="20005"/>
                    </a:ext>
                  </a:extLst>
                </a:gridCol>
                <a:gridCol w="1324080">
                  <a:extLst>
                    <a:ext uri="{9D8B030D-6E8A-4147-A177-3AD203B41FA5}">
                      <a16:colId xmlns:a16="http://schemas.microsoft.com/office/drawing/2014/main" val="20006"/>
                    </a:ext>
                  </a:extLst>
                </a:gridCol>
              </a:tblGrid>
              <a:tr h="180000">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 </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参照元/メディア</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エンゲージのあった</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平均エンゲージ</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google / organic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6,289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5,780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39.51%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3,205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google / cpc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5,892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5,714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23.45%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1,569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(direct) / (none)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5,125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4,341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39.75%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2,696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bing / organic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4,388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3,846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57.97%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3,460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00:01:09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yahoo / organic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3,823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3,542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45.17%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2,103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smp / email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151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32.55%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oshietedotton.kendweb.cloud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62.05%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00:01:18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SMP / email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28.95%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(data not available)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42.17%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forms.office.com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49.38%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d1cdc2kp6vxksk.cloudfront.net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53.89%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97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00:01:12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1"/>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kdwonlinesalon.studio.site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62.00%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00:01:27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(not set)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00:00:40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service.smt.docomo.ne.jp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21.88%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4"/>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websearch.rakuten.co.jp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42.11%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5"/>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chatgpt.com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69.57%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google / pmax</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36.67%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dotgenka-user-guide.studio.site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88.89%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00:01:27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8"/>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t.co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17.39%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9"/>
                  </a:ext>
                </a:extLst>
              </a:tr>
              <a:tr h="225000">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ct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atpress.ne.jp / referral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75.86%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18</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2950288" y="3047999"/>
            <a:ext cx="4005424" cy="762000"/>
          </a:xfrm>
        </p:spPr>
        <p:txBody>
          <a:bodyPr/>
          <a:lstStyle/>
          <a:p>
            <a:r>
              <a:t>行動</a:t>
            </a:r>
          </a:p>
        </p:txBody>
      </p:sp>
      <p:sp>
        <p:nvSpPr>
          <p:cNvPr id="3" name="スライド番号プレースホルダー 2"/>
          <p:cNvSpPr>
            <a:spLocks noGrp="1"/>
          </p:cNvSpPr>
          <p:nvPr>
            <p:ph type="sldNum" sz="quarter" idx="11"/>
          </p:nvPr>
        </p:nvSpPr>
        <p:spPr>
          <a:xfrm>
            <a:off x="7560000" y="6356350"/>
            <a:ext cx="2228850" cy="365125"/>
          </a:xfrm>
        </p:spPr>
        <p:txBody>
          <a:bodyPr/>
          <a:lstStyle/>
          <a:p>
            <a:fld id="{93BF14CA-2582-4BFF-825A-396A65C60C80}" type="slidenum">
              <a:rPr/>
              <a:t>19</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アクセスランキングTOP 20（1/2）</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540000">
                  <a:extLst>
                    <a:ext uri="{9D8B030D-6E8A-4147-A177-3AD203B41FA5}">
                      <a16:colId xmlns:a16="http://schemas.microsoft.com/office/drawing/2014/main" val="20000"/>
                    </a:ext>
                  </a:extLst>
                </a:gridCol>
                <a:gridCol w="4208400">
                  <a:extLst>
                    <a:ext uri="{9D8B030D-6E8A-4147-A177-3AD203B41FA5}">
                      <a16:colId xmlns:a16="http://schemas.microsoft.com/office/drawing/2014/main" val="20001"/>
                    </a:ext>
                  </a:extLst>
                </a:gridCol>
                <a:gridCol w="1012500">
                  <a:extLst>
                    <a:ext uri="{9D8B030D-6E8A-4147-A177-3AD203B41FA5}">
                      <a16:colId xmlns:a16="http://schemas.microsoft.com/office/drawing/2014/main" val="20002"/>
                    </a:ext>
                  </a:extLst>
                </a:gridCol>
                <a:gridCol w="1012500">
                  <a:extLst>
                    <a:ext uri="{9D8B030D-6E8A-4147-A177-3AD203B41FA5}">
                      <a16:colId xmlns:a16="http://schemas.microsoft.com/office/drawing/2014/main" val="20003"/>
                    </a:ext>
                  </a:extLst>
                </a:gridCol>
                <a:gridCol w="1012500">
                  <a:extLst>
                    <a:ext uri="{9D8B030D-6E8A-4147-A177-3AD203B41FA5}">
                      <a16:colId xmlns:a16="http://schemas.microsoft.com/office/drawing/2014/main" val="20004"/>
                    </a:ext>
                  </a:extLst>
                </a:gridCol>
                <a:gridCol w="1012500">
                  <a:extLst>
                    <a:ext uri="{9D8B030D-6E8A-4147-A177-3AD203B41FA5}">
                      <a16:colId xmlns:a16="http://schemas.microsoft.com/office/drawing/2014/main" val="20005"/>
                    </a:ext>
                  </a:extLst>
                </a:gridCol>
              </a:tblGrid>
              <a:tr h="2124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No.</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050" b="1" i="0" u="none" cap="none">
                          <a:solidFill>
                            <a:srgbClr val="FFFFFF">
                              <a:alpha val="100000"/>
                            </a:srgbClr>
                          </a:solidFill>
                          <a:latin typeface="游ゴシック Regular (本文)"/>
                          <a:cs typeface="游ゴシック Regular (本文)"/>
                          <a:sym typeface="游ゴシック Regular (本文)"/>
                        </a:rPr>
                        <a:t>ページURL</a:t>
                      </a:r>
                      <a:br>
                        <a:rPr sz="1050" b="1" i="0" u="none" cap="none">
                          <a:solidFill>
                            <a:srgbClr val="FFFFFF">
                              <a:alpha val="100000"/>
                            </a:srgbClr>
                          </a:solidFill>
                          <a:latin typeface="游ゴシック Regular (本文)"/>
                          <a:cs typeface="游ゴシック Regular (本文)"/>
                          <a:sym typeface="游ゴシック Regular (本文)"/>
                        </a:rPr>
                      </a:br>
                      <a:r>
                        <a:rPr sz="1050" b="1" i="0" u="none" cap="none">
                          <a:solidFill>
                            <a:srgbClr val="FFFFFF">
                              <a:alpha val="100000"/>
                            </a:srgbClr>
                          </a:solidFill>
                          <a:latin typeface="游ゴシック Regular (本文)"/>
                          <a:cs typeface="游ゴシック Regular (本文)"/>
                          <a:sym typeface="游ゴシック Regular (本文)"/>
                        </a:rPr>
                        <a:t>ページタイトル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ユーザーあたりの</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ビュー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/tip/449245/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5,574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3,609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1.5445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00:01:08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【完全版】「労務費」「法定福利費...価管理ソフトなら建設ドットウェブ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5,574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3,609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1.5445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00:01:08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4,637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3,106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1.4929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3"/>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建設業向け原価管理システムならどっと原価シリーズ｜建設ドットウェブ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4,637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3,106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1.4929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/tip/455918/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3,565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2,725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1.3083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安全衛生経費とは？内訳・見積もり...価管理ソフトなら建設ドットウェブ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3,565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2,725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1.3083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/solution/471918/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2,856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2,369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1.2056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7"/>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Excel・手作業での管理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2,856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2,369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1.2056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/member/data.php?c=tguide-login</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2,461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1,087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2.2640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ご利用のお客様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2,461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1,087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2.2640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0"/>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/solution/472031/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2,395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1.2301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1"/>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会計・他システムとの連携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2,395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1.2301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/tguide/remote/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754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1.6538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リモートメンテナンス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754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1.6538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4"/>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/request/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1,234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894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1.3803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5"/>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総合カタログ・帳票サンプル集・解...価管理ソフトなら建設ドットウェブ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1,234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894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1.3803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/member/data.php?c=tguide-index</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594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2.0320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KDSS保守契約ユーザー様専用ペ...価管理ソフトなら建設ドットウェブ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594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2.0320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8"/>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/product/dot-three/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1.4666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9"/>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どっと原価3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1.4666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20</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アクセスランキングTOP 20（2/2）</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540000">
                  <a:extLst>
                    <a:ext uri="{9D8B030D-6E8A-4147-A177-3AD203B41FA5}">
                      <a16:colId xmlns:a16="http://schemas.microsoft.com/office/drawing/2014/main" val="20000"/>
                    </a:ext>
                  </a:extLst>
                </a:gridCol>
                <a:gridCol w="4208400">
                  <a:extLst>
                    <a:ext uri="{9D8B030D-6E8A-4147-A177-3AD203B41FA5}">
                      <a16:colId xmlns:a16="http://schemas.microsoft.com/office/drawing/2014/main" val="20001"/>
                    </a:ext>
                  </a:extLst>
                </a:gridCol>
                <a:gridCol w="1012500">
                  <a:extLst>
                    <a:ext uri="{9D8B030D-6E8A-4147-A177-3AD203B41FA5}">
                      <a16:colId xmlns:a16="http://schemas.microsoft.com/office/drawing/2014/main" val="20002"/>
                    </a:ext>
                  </a:extLst>
                </a:gridCol>
                <a:gridCol w="1012500">
                  <a:extLst>
                    <a:ext uri="{9D8B030D-6E8A-4147-A177-3AD203B41FA5}">
                      <a16:colId xmlns:a16="http://schemas.microsoft.com/office/drawing/2014/main" val="20003"/>
                    </a:ext>
                  </a:extLst>
                </a:gridCol>
                <a:gridCol w="1012500">
                  <a:extLst>
                    <a:ext uri="{9D8B030D-6E8A-4147-A177-3AD203B41FA5}">
                      <a16:colId xmlns:a16="http://schemas.microsoft.com/office/drawing/2014/main" val="20004"/>
                    </a:ext>
                  </a:extLst>
                </a:gridCol>
                <a:gridCol w="1012500">
                  <a:extLst>
                    <a:ext uri="{9D8B030D-6E8A-4147-A177-3AD203B41FA5}">
                      <a16:colId xmlns:a16="http://schemas.microsoft.com/office/drawing/2014/main" val="20005"/>
                    </a:ext>
                  </a:extLst>
                </a:gridCol>
              </a:tblGrid>
              <a:tr h="2124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No.</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050" b="1" i="0" u="none" cap="none">
                          <a:solidFill>
                            <a:srgbClr val="FFFFFF">
                              <a:alpha val="100000"/>
                            </a:srgbClr>
                          </a:solidFill>
                          <a:latin typeface="游ゴシック Regular (本文)"/>
                          <a:cs typeface="游ゴシック Regular (本文)"/>
                          <a:sym typeface="游ゴシック Regular (本文)"/>
                        </a:rPr>
                        <a:t>ページURL</a:t>
                      </a:r>
                      <a:br>
                        <a:rPr sz="1050" b="1" i="0" u="none" cap="none">
                          <a:solidFill>
                            <a:srgbClr val="FFFFFF">
                              <a:alpha val="100000"/>
                            </a:srgbClr>
                          </a:solidFill>
                          <a:latin typeface="游ゴシック Regular (本文)"/>
                          <a:cs typeface="游ゴシック Regular (本文)"/>
                          <a:sym typeface="游ゴシック Regular (本文)"/>
                        </a:rPr>
                      </a:br>
                      <a:r>
                        <a:rPr sz="1050" b="1" i="0" u="none" cap="none">
                          <a:solidFill>
                            <a:srgbClr val="FFFFFF">
                              <a:alpha val="100000"/>
                            </a:srgbClr>
                          </a:solidFill>
                          <a:latin typeface="游ゴシック Regular (本文)"/>
                          <a:cs typeface="游ゴシック Regular (本文)"/>
                          <a:sym typeface="游ゴシック Regular (本文)"/>
                        </a:rPr>
                        <a:t>ページタイトル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表示回数</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ユーザーあたりの</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ビュー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/company/about/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1.4393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会社概要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1.4393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/tguide/dot_three-dl/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1.7233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00:01:03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3"/>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どっと原価３　インストーラーダウ...価管理ソフトなら建設ドットウェブ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1.7233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00:01:03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/function/</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1.6584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機能 一覧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1.6584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/cost/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1.4504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7"/>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価格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1.4504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/product/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498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1.3956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製品一覧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498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1.3956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0"/>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/tguide/faq/</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694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1.6845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1"/>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どっと原価シリーズ 製品利用FA...価管理ソフトなら建設ドットウェブ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694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1.6845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/tip/412535/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1.2838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工事経歴書の書き方と作成方法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1.2838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4"/>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/tguide/inquiry/</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1.7403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00:02:13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5"/>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ご相談・お問い合わせ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1.7403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00:02:13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/support/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1.4825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サポートサービス | 原価管理ソフトなら建設ドットウェブ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1.4825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8"/>
                  </a:ext>
                </a:extLst>
              </a:tr>
              <a:tr h="212400">
                <a:tc rowSpan="2">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/tip/449008/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1.2621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rowSpan="2">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9"/>
                  </a:ext>
                </a:extLst>
              </a:tr>
              <a:tr h="212400">
                <a:tc vMerge="1">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【令和6年改正】第三次・担い手3...価管理ソフトなら建設ドットウェブ</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496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1.2621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vMerge="1">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21</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ランディングページTOP 20（1/2）</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540000">
                  <a:extLst>
                    <a:ext uri="{9D8B030D-6E8A-4147-A177-3AD203B41FA5}">
                      <a16:colId xmlns:a16="http://schemas.microsoft.com/office/drawing/2014/main" val="20000"/>
                    </a:ext>
                  </a:extLst>
                </a:gridCol>
                <a:gridCol w="4208400">
                  <a:extLst>
                    <a:ext uri="{9D8B030D-6E8A-4147-A177-3AD203B41FA5}">
                      <a16:colId xmlns:a16="http://schemas.microsoft.com/office/drawing/2014/main" val="20001"/>
                    </a:ext>
                  </a:extLst>
                </a:gridCol>
                <a:gridCol w="1012500">
                  <a:extLst>
                    <a:ext uri="{9D8B030D-6E8A-4147-A177-3AD203B41FA5}">
                      <a16:colId xmlns:a16="http://schemas.microsoft.com/office/drawing/2014/main" val="20002"/>
                    </a:ext>
                  </a:extLst>
                </a:gridCol>
                <a:gridCol w="1012500">
                  <a:extLst>
                    <a:ext uri="{9D8B030D-6E8A-4147-A177-3AD203B41FA5}">
                      <a16:colId xmlns:a16="http://schemas.microsoft.com/office/drawing/2014/main" val="20003"/>
                    </a:ext>
                  </a:extLst>
                </a:gridCol>
                <a:gridCol w="1012500">
                  <a:extLst>
                    <a:ext uri="{9D8B030D-6E8A-4147-A177-3AD203B41FA5}">
                      <a16:colId xmlns:a16="http://schemas.microsoft.com/office/drawing/2014/main" val="20004"/>
                    </a:ext>
                  </a:extLst>
                </a:gridCol>
                <a:gridCol w="1012500">
                  <a:extLst>
                    <a:ext uri="{9D8B030D-6E8A-4147-A177-3AD203B41FA5}">
                      <a16:colId xmlns:a16="http://schemas.microsoft.com/office/drawing/2014/main" val="20005"/>
                    </a:ext>
                  </a:extLst>
                </a:gridCol>
              </a:tblGrid>
              <a:tr h="432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No.</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050" b="1" i="0" u="none" cap="none">
                          <a:solidFill>
                            <a:srgbClr val="FFFFFF">
                              <a:alpha val="100000"/>
                            </a:srgbClr>
                          </a:solidFill>
                          <a:latin typeface="游ゴシック Regular (本文)"/>
                          <a:cs typeface="游ゴシック Regular (本文)"/>
                          <a:sym typeface="游ゴシック Regular (本文)"/>
                        </a:rPr>
                        <a:t>ランディングページURL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750" b="1" i="0" u="none" cap="none">
                          <a:solidFill>
                            <a:srgbClr val="FFFFFF">
                              <a:alpha val="100000"/>
                            </a:srgbClr>
                          </a:solidFill>
                          <a:latin typeface="游ゴシック Regular (本文)"/>
                          <a:cs typeface="游ゴシック Regular (本文)"/>
                          <a:sym typeface="游ゴシック Regular (本文)"/>
                        </a:rPr>
                        <a:t>セッション</a:t>
                      </a:r>
                      <a:br>
                        <a:rPr sz="750" b="1" i="0" u="none" cap="none">
                          <a:solidFill>
                            <a:srgbClr val="FFFFFF">
                              <a:alpha val="100000"/>
                            </a:srgbClr>
                          </a:solidFill>
                          <a:latin typeface="游ゴシック Regular (本文)"/>
                          <a:cs typeface="游ゴシック Regular (本文)"/>
                          <a:sym typeface="游ゴシック Regular (本文)"/>
                        </a:rPr>
                      </a:br>
                      <a:r>
                        <a:rPr sz="750" b="1" i="0" u="none" cap="none">
                          <a:solidFill>
                            <a:srgbClr val="FFFFFF">
                              <a:alpha val="100000"/>
                            </a:srgbClr>
                          </a:solidFill>
                          <a:latin typeface="游ゴシック Regular (本文)"/>
                          <a:cs typeface="游ゴシック Regular (本文)"/>
                          <a:sym typeface="游ゴシック Regular (本文)"/>
                        </a:rPr>
                        <a:t>あたりの</a:t>
                      </a:r>
                      <a:br>
                        <a:rPr sz="750" b="1" i="0" u="none" cap="none">
                          <a:solidFill>
                            <a:srgbClr val="FFFFFF">
                              <a:alpha val="100000"/>
                            </a:srgbClr>
                          </a:solidFill>
                          <a:latin typeface="游ゴシック Regular (本文)"/>
                          <a:cs typeface="游ゴシック Regular (本文)"/>
                          <a:sym typeface="游ゴシック Regular (本文)"/>
                        </a:rPr>
                      </a:br>
                      <a:r>
                        <a:rPr sz="750" b="1" i="0" u="none" cap="none">
                          <a:solidFill>
                            <a:srgbClr val="FFFFFF">
                              <a:alpha val="100000"/>
                            </a:srgbClr>
                          </a:solidFill>
                          <a:latin typeface="游ゴシック Regular (本文)"/>
                          <a:cs typeface="游ゴシック Regular (本文)"/>
                          <a:sym typeface="游ゴシック Regular (本文)"/>
                        </a:rPr>
                        <a:t>平均エンゲージ</a:t>
                      </a:r>
                      <a:br>
                        <a:rPr sz="750" b="1" i="0" u="none" cap="none">
                          <a:solidFill>
                            <a:srgbClr val="FFFFFF">
                              <a:alpha val="100000"/>
                            </a:srgbClr>
                          </a:solidFill>
                          <a:latin typeface="游ゴシック Regular (本文)"/>
                          <a:cs typeface="游ゴシック Regular (本文)"/>
                          <a:sym typeface="游ゴシック Regular (本文)"/>
                        </a:rPr>
                      </a:br>
                      <a:r>
                        <a:rPr sz="75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/tip/449245/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3,968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3,191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2,830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00:00:58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3,405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2,711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2,276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/tip/455918/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2,806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2,450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2,150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00:00:53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/solution/471918/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2,616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2,335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2,274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/solution/472031/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2,214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1,939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1,905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/member/data.php?c=tguide-login</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/tguide/remote/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1,015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671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253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/tguide/dot_three-dl/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663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00:00:52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/tip/412535/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/tip/449008/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392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379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22</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ランディングページTOP 20（2/2）</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540000">
                  <a:extLst>
                    <a:ext uri="{9D8B030D-6E8A-4147-A177-3AD203B41FA5}">
                      <a16:colId xmlns:a16="http://schemas.microsoft.com/office/drawing/2014/main" val="20000"/>
                    </a:ext>
                  </a:extLst>
                </a:gridCol>
                <a:gridCol w="4208400">
                  <a:extLst>
                    <a:ext uri="{9D8B030D-6E8A-4147-A177-3AD203B41FA5}">
                      <a16:colId xmlns:a16="http://schemas.microsoft.com/office/drawing/2014/main" val="20001"/>
                    </a:ext>
                  </a:extLst>
                </a:gridCol>
                <a:gridCol w="1012500">
                  <a:extLst>
                    <a:ext uri="{9D8B030D-6E8A-4147-A177-3AD203B41FA5}">
                      <a16:colId xmlns:a16="http://schemas.microsoft.com/office/drawing/2014/main" val="20002"/>
                    </a:ext>
                  </a:extLst>
                </a:gridCol>
                <a:gridCol w="1012500">
                  <a:extLst>
                    <a:ext uri="{9D8B030D-6E8A-4147-A177-3AD203B41FA5}">
                      <a16:colId xmlns:a16="http://schemas.microsoft.com/office/drawing/2014/main" val="20003"/>
                    </a:ext>
                  </a:extLst>
                </a:gridCol>
                <a:gridCol w="1012500">
                  <a:extLst>
                    <a:ext uri="{9D8B030D-6E8A-4147-A177-3AD203B41FA5}">
                      <a16:colId xmlns:a16="http://schemas.microsoft.com/office/drawing/2014/main" val="20004"/>
                    </a:ext>
                  </a:extLst>
                </a:gridCol>
                <a:gridCol w="1012500">
                  <a:extLst>
                    <a:ext uri="{9D8B030D-6E8A-4147-A177-3AD203B41FA5}">
                      <a16:colId xmlns:a16="http://schemas.microsoft.com/office/drawing/2014/main" val="20005"/>
                    </a:ext>
                  </a:extLst>
                </a:gridCol>
              </a:tblGrid>
              <a:tr h="432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No.</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050" b="1" i="0" u="none" cap="none">
                          <a:solidFill>
                            <a:srgbClr val="FFFFFF">
                              <a:alpha val="100000"/>
                            </a:srgbClr>
                          </a:solidFill>
                          <a:latin typeface="游ゴシック Regular (本文)"/>
                          <a:cs typeface="游ゴシック Regular (本文)"/>
                          <a:sym typeface="游ゴシック Regular (本文)"/>
                        </a:rPr>
                        <a:t>ランディングページURL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750" b="1" i="0" u="none" cap="none">
                          <a:solidFill>
                            <a:srgbClr val="FFFFFF">
                              <a:alpha val="100000"/>
                            </a:srgbClr>
                          </a:solidFill>
                          <a:latin typeface="游ゴシック Regular (本文)"/>
                          <a:cs typeface="游ゴシック Regular (本文)"/>
                          <a:sym typeface="游ゴシック Regular (本文)"/>
                        </a:rPr>
                        <a:t>セッション</a:t>
                      </a:r>
                      <a:br>
                        <a:rPr sz="750" b="1" i="0" u="none" cap="none">
                          <a:solidFill>
                            <a:srgbClr val="FFFFFF">
                              <a:alpha val="100000"/>
                            </a:srgbClr>
                          </a:solidFill>
                          <a:latin typeface="游ゴシック Regular (本文)"/>
                          <a:cs typeface="游ゴシック Regular (本文)"/>
                          <a:sym typeface="游ゴシック Regular (本文)"/>
                        </a:rPr>
                      </a:br>
                      <a:r>
                        <a:rPr sz="750" b="1" i="0" u="none" cap="none">
                          <a:solidFill>
                            <a:srgbClr val="FFFFFF">
                              <a:alpha val="100000"/>
                            </a:srgbClr>
                          </a:solidFill>
                          <a:latin typeface="游ゴシック Regular (本文)"/>
                          <a:cs typeface="游ゴシック Regular (本文)"/>
                          <a:sym typeface="游ゴシック Regular (本文)"/>
                        </a:rPr>
                        <a:t>あたりの</a:t>
                      </a:r>
                      <a:br>
                        <a:rPr sz="750" b="1" i="0" u="none" cap="none">
                          <a:solidFill>
                            <a:srgbClr val="FFFFFF">
                              <a:alpha val="100000"/>
                            </a:srgbClr>
                          </a:solidFill>
                          <a:latin typeface="游ゴシック Regular (本文)"/>
                          <a:cs typeface="游ゴシック Regular (本文)"/>
                          <a:sym typeface="游ゴシック Regular (本文)"/>
                        </a:rPr>
                      </a:br>
                      <a:r>
                        <a:rPr sz="750" b="1" i="0" u="none" cap="none">
                          <a:solidFill>
                            <a:srgbClr val="FFFFFF">
                              <a:alpha val="100000"/>
                            </a:srgbClr>
                          </a:solidFill>
                          <a:latin typeface="游ゴシック Regular (本文)"/>
                          <a:cs typeface="游ゴシック Regular (本文)"/>
                          <a:sym typeface="游ゴシック Regular (本文)"/>
                        </a:rPr>
                        <a:t>平均エンゲージ</a:t>
                      </a:r>
                      <a:br>
                        <a:rPr sz="750" b="1" i="0" u="none" cap="none">
                          <a:solidFill>
                            <a:srgbClr val="FFFFFF">
                              <a:alpha val="100000"/>
                            </a:srgbClr>
                          </a:solidFill>
                          <a:latin typeface="游ゴシック Regular (本文)"/>
                          <a:cs typeface="游ゴシック Regular (本文)"/>
                          <a:sym typeface="游ゴシック Regular (本文)"/>
                        </a:rPr>
                      </a:br>
                      <a:r>
                        <a:rPr sz="75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/product/dot-three/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367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/tip/432924/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381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/tip/458739/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372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/solution/472323/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364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/tip/444506/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359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/solution/471891/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348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00:00:00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/company/about/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271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/tip/444558/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282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278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/tguide/faq/</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290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00:00:48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4248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B2B2B2">
                        <a:alpha val="100000"/>
                      </a:srgbClr>
                    </a:solidFill>
                  </a:tcPr>
                </a:tc>
                <a:tc>
                  <a:txBody>
                    <a:bodyPr/>
                    <a:lstStyle/>
                    <a:p>
                      <a:pPr marL="63500" marR="63500" algn="l">
                        <a:lnSpc>
                          <a:spcPct val="100000"/>
                        </a:lnSpc>
                        <a:spcBef>
                          <a:spcPts val="0"/>
                        </a:spcBef>
                        <a:spcAft>
                          <a:spcPts val="0"/>
                        </a:spcAft>
                        <a:buNone/>
                      </a:pPr>
                      <a:r>
                        <a:rPr sz="1050" b="0" i="0" u="none" cap="none">
                          <a:solidFill>
                            <a:srgbClr val="000000">
                              <a:alpha val="100000"/>
                            </a:srgbClr>
                          </a:solidFill>
                          <a:latin typeface="游ゴシック Regular (本文)"/>
                          <a:cs typeface="游ゴシック Regular (本文)"/>
                          <a:sym typeface="游ゴシック Regular (本文)"/>
                        </a:rPr>
                        <a:t>/tip/444312/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00:00:21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23</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ランディングページのパフォーマンス（1/2）</a:t>
            </a:r>
          </a:p>
        </p:txBody>
      </p:sp>
      <p:graphicFrame>
        <p:nvGraphicFramePr>
          <p:cNvPr id="3" name="table"/>
          <p:cNvGraphicFramePr>
            <a:graphicFrameLocks noGrp="1"/>
          </p:cNvGraphicFramePr>
          <p:nvPr/>
        </p:nvGraphicFramePr>
        <p:xfrm>
          <a:off x="589401" y="977899"/>
          <a:ext cx="3113919" cy="4908551"/>
        </p:xfrm>
        <a:graphic>
          <a:graphicData uri="http://schemas.openxmlformats.org/drawingml/2006/table">
            <a:tbl>
              <a:tblPr/>
              <a:tblGrid>
                <a:gridCol w="360000">
                  <a:extLst>
                    <a:ext uri="{9D8B030D-6E8A-4147-A177-3AD203B41FA5}">
                      <a16:colId xmlns:a16="http://schemas.microsoft.com/office/drawing/2014/main" val="20000"/>
                    </a:ext>
                  </a:extLst>
                </a:gridCol>
                <a:gridCol w="1296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tblGrid>
              <a:tr h="360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 </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ラベル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54.18%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B</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56.24%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2,806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57.80%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D</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2,616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20.99%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x</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x</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F</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56.06%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G</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71.03%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H</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663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73.45%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I</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17.61%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J</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24.73%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K</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67.37%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1"/>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M</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372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N</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364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20.88%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4"/>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O</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359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17.55%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5"/>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P</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17.82%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Q</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60.69%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R</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8"/>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S</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93.10%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9"/>
                  </a:ext>
                </a:extLst>
              </a:tr>
              <a:tr h="2232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bl>
          </a:graphicData>
        </a:graphic>
      </p:graphicFrame>
      <p:pic>
        <p:nvPicPr>
          <p:cNvPr id="4" name="graph"/>
          <p:cNvPicPr>
            <a:picLocks noGrp="1"/>
          </p:cNvPicPr>
          <p:nvPr>
            <p:ph type="chart" sz="quarter" idx="11"/>
          </p:nvPr>
        </p:nvPicPr>
        <p:blipFill>
          <a:blip r:embed="rId2" cstate="print"/>
          <a:stretch>
            <a:fillRect/>
          </a:stretch>
        </p:blipFill>
        <p:spPr>
          <a:xfrm>
            <a:off x="4011930" y="977899"/>
            <a:ext cx="5304182" cy="4189059"/>
          </a:xfrm>
          <a:prstGeom prst="rect">
            <a:avLst/>
          </a:prstGeom>
        </p:spPr>
      </p:pic>
      <p:sp>
        <p:nvSpPr>
          <p:cNvPr id="5" name="text"/>
          <p:cNvSpPr>
            <a:spLocks noGrp="1"/>
          </p:cNvSpPr>
          <p:nvPr>
            <p:ph type="body" sz="quarter" idx="14"/>
          </p:nvPr>
        </p:nvSpPr>
        <p:spPr>
          <a:xfrm>
            <a:off x="4743940" y="5192295"/>
            <a:ext cx="3840161" cy="592000"/>
          </a:xfrm>
        </p:spPr>
        <p:txBody>
          <a:bodyPr/>
          <a:lstStyle/>
          <a:p>
            <a:r>
              <a:t>◎：模範（セッション：多、エンゲージメント率：高）
○：優秀（セッション：少、エンゲージメント率：高）
△：要検証（セッション：少、エンゲージメント率：低）
✕：要改修（セッション：多、エンゲージメント率：低）
</a:t>
            </a:r>
          </a:p>
        </p:txBody>
      </p:sp>
      <p:sp>
        <p:nvSpPr>
          <p:cNvPr id="6" name="スライド番号プレースホルダー 2"/>
          <p:cNvSpPr>
            <a:spLocks noGrp="1"/>
          </p:cNvSpPr>
          <p:nvPr>
            <p:ph type="sldNum" sz="quarter" idx="15"/>
          </p:nvPr>
        </p:nvSpPr>
        <p:spPr>
          <a:xfrm>
            <a:off x="7560000" y="6356350"/>
            <a:ext cx="2228850" cy="365125"/>
          </a:xfrm>
        </p:spPr>
        <p:txBody>
          <a:bodyPr/>
          <a:lstStyle/>
          <a:p>
            <a:fld id="{93BF14CA-2582-4BFF-825A-396A65C60C80}" type="slidenum">
              <a:rPr/>
              <a:t>24</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ランディングページのパフォーマンス（2/2）</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306000">
                  <a:extLst>
                    <a:ext uri="{9D8B030D-6E8A-4147-A177-3AD203B41FA5}">
                      <a16:colId xmlns:a16="http://schemas.microsoft.com/office/drawing/2014/main" val="20000"/>
                    </a:ext>
                  </a:extLst>
                </a:gridCol>
                <a:gridCol w="4208400">
                  <a:extLst>
                    <a:ext uri="{9D8B030D-6E8A-4147-A177-3AD203B41FA5}">
                      <a16:colId xmlns:a16="http://schemas.microsoft.com/office/drawing/2014/main" val="20001"/>
                    </a:ext>
                  </a:extLst>
                </a:gridCol>
                <a:gridCol w="1404000">
                  <a:extLst>
                    <a:ext uri="{9D8B030D-6E8A-4147-A177-3AD203B41FA5}">
                      <a16:colId xmlns:a16="http://schemas.microsoft.com/office/drawing/2014/main" val="20002"/>
                    </a:ext>
                  </a:extLst>
                </a:gridCol>
                <a:gridCol w="1404000">
                  <a:extLst>
                    <a:ext uri="{9D8B030D-6E8A-4147-A177-3AD203B41FA5}">
                      <a16:colId xmlns:a16="http://schemas.microsoft.com/office/drawing/2014/main" val="20003"/>
                    </a:ext>
                  </a:extLst>
                </a:gridCol>
                <a:gridCol w="1404000">
                  <a:extLst>
                    <a:ext uri="{9D8B030D-6E8A-4147-A177-3AD203B41FA5}">
                      <a16:colId xmlns:a16="http://schemas.microsoft.com/office/drawing/2014/main" val="20004"/>
                    </a:ext>
                  </a:extLst>
                </a:gridCol>
              </a:tblGrid>
              <a:tr h="432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 </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ランディングページURL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ラベル</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/tip/449245/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54.18%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B</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56.24%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/tip/455918/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2,806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57.80%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D</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/solution/471918/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2,616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20.99%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x</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/solution/472031/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18.07%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x</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F</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/member/data.php?c=tguide-login</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56.06%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G</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/tguide/remote/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71.03%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H</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/tguide/dot_three-dl/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663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73.45%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I</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/tip/412535/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17.61%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J</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/tip/449008/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24.73%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K</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/product/dot-three/</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67.37%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1"/>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L</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/tip/432924/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M</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/tip/458739/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372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N</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/solution/472323/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364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20.88%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4"/>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O</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/tip/444506/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359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17.55%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5"/>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P</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/solution/471891/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17.82%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Q</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/company/about/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60.69%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R</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/tip/444558/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302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20.86%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8"/>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S</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/tguide/faq/</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93.10%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9"/>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/tip/444312/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25</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2950288" y="3047999"/>
            <a:ext cx="4005424" cy="762000"/>
          </a:xfrm>
        </p:spPr>
        <p:txBody>
          <a:bodyPr/>
          <a:lstStyle/>
          <a:p>
            <a:r>
              <a:t>ユーザーの属性</a:t>
            </a:r>
          </a:p>
        </p:txBody>
      </p:sp>
      <p:sp>
        <p:nvSpPr>
          <p:cNvPr id="3" name="スライド番号プレースホルダー 2"/>
          <p:cNvSpPr>
            <a:spLocks noGrp="1"/>
          </p:cNvSpPr>
          <p:nvPr>
            <p:ph type="sldNum" sz="quarter" idx="11"/>
          </p:nvPr>
        </p:nvSpPr>
        <p:spPr>
          <a:xfrm>
            <a:off x="7560000" y="6356350"/>
            <a:ext cx="2228850" cy="365125"/>
          </a:xfrm>
        </p:spPr>
        <p:txBody>
          <a:bodyPr/>
          <a:lstStyle/>
          <a:p>
            <a:fld id="{93BF14CA-2582-4BFF-825A-396A65C60C80}" type="slidenum">
              <a:rPr/>
              <a:t>26</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訪問ユーザーの属性</a:t>
            </a:r>
          </a:p>
        </p:txBody>
      </p:sp>
      <p:sp>
        <p:nvSpPr>
          <p:cNvPr id="3" name="gender_m"/>
          <p:cNvSpPr>
            <a:spLocks noGrp="1"/>
          </p:cNvSpPr>
          <p:nvPr>
            <p:ph type="body" sz="quarter" idx="16"/>
          </p:nvPr>
        </p:nvSpPr>
        <p:spPr>
          <a:xfrm>
            <a:off x="924935" y="1332906"/>
            <a:ext cx="1428538" cy="370164"/>
          </a:xfrm>
        </p:spPr>
        <p:txBody>
          <a:bodyPr/>
          <a:lstStyle/>
          <a:p>
            <a:r>
              <a:t>男性全体</a:t>
            </a:r>
          </a:p>
        </p:txBody>
      </p:sp>
      <p:sp>
        <p:nvSpPr>
          <p:cNvPr id="4" name="percent_m"/>
          <p:cNvSpPr>
            <a:spLocks noGrp="1"/>
          </p:cNvSpPr>
          <p:nvPr>
            <p:ph type="body" sz="quarter" idx="17"/>
          </p:nvPr>
        </p:nvSpPr>
        <p:spPr>
          <a:xfrm>
            <a:off x="690356" y="1876976"/>
            <a:ext cx="1897697" cy="554120"/>
          </a:xfrm>
        </p:spPr>
        <p:txBody>
          <a:bodyPr/>
          <a:lstStyle/>
          <a:p>
            <a:r>
              <a:t>75.40%</a:t>
            </a:r>
          </a:p>
        </p:txBody>
      </p:sp>
      <p:sp>
        <p:nvSpPr>
          <p:cNvPr id="5" name="gender_f"/>
          <p:cNvSpPr>
            <a:spLocks noGrp="1"/>
          </p:cNvSpPr>
          <p:nvPr>
            <p:ph type="body" sz="quarter" idx="18"/>
          </p:nvPr>
        </p:nvSpPr>
        <p:spPr>
          <a:xfrm>
            <a:off x="924935" y="2814159"/>
            <a:ext cx="1428538" cy="370164"/>
          </a:xfrm>
        </p:spPr>
        <p:txBody>
          <a:bodyPr/>
          <a:lstStyle/>
          <a:p>
            <a:r>
              <a:t>女性全体</a:t>
            </a:r>
          </a:p>
        </p:txBody>
      </p:sp>
      <p:sp>
        <p:nvSpPr>
          <p:cNvPr id="6" name="percent_f"/>
          <p:cNvSpPr>
            <a:spLocks noGrp="1"/>
          </p:cNvSpPr>
          <p:nvPr>
            <p:ph type="body" sz="quarter" idx="19"/>
          </p:nvPr>
        </p:nvSpPr>
        <p:spPr>
          <a:xfrm>
            <a:off x="690355" y="3307155"/>
            <a:ext cx="1897697" cy="554120"/>
          </a:xfrm>
        </p:spPr>
        <p:txBody>
          <a:bodyPr/>
          <a:lstStyle/>
          <a:p>
            <a:r>
              <a:t>24.60%</a:t>
            </a:r>
          </a:p>
        </p:txBody>
      </p:sp>
      <p:graphicFrame>
        <p:nvGraphicFramePr>
          <p:cNvPr id="7" name="graph"/>
          <p:cNvGraphicFramePr>
            <a:graphicFrameLocks noGrp="1"/>
          </p:cNvGraphicFramePr>
          <p:nvPr/>
        </p:nvGraphicFramePr>
        <p:xfrm>
          <a:off x="2889268" y="1085856"/>
          <a:ext cx="6426182" cy="3234682"/>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
          <p:cNvSpPr>
            <a:spLocks noGrp="1"/>
          </p:cNvSpPr>
          <p:nvPr>
            <p:ph type="body" sz="quarter" idx="20"/>
          </p:nvPr>
        </p:nvSpPr>
        <p:spPr>
          <a:xfrm>
            <a:off x="5475289" y="4345875"/>
            <a:ext cx="3840161" cy="592000"/>
          </a:xfrm>
        </p:spPr>
        <p:txBody>
          <a:bodyPr/>
          <a:lstStyle/>
          <a:p>
            <a:r>
              <a:t>※(not set)を除外した数値</a:t>
            </a:r>
          </a:p>
        </p:txBody>
      </p:sp>
      <p:sp>
        <p:nvSpPr>
          <p:cNvPr id="9" name="スライド番号プレースホルダー 2"/>
          <p:cNvSpPr>
            <a:spLocks noGrp="1"/>
          </p:cNvSpPr>
          <p:nvPr>
            <p:ph type="sldNum" sz="quarter" idx="21"/>
          </p:nvPr>
        </p:nvSpPr>
        <p:spPr>
          <a:xfrm>
            <a:off x="7560000" y="6356350"/>
            <a:ext cx="2228850" cy="365125"/>
          </a:xfrm>
        </p:spPr>
        <p:txBody>
          <a:bodyPr/>
          <a:lstStyle/>
          <a:p>
            <a:fld id="{93BF14CA-2582-4BFF-825A-396A65C60C80}" type="slidenum">
              <a:rPr/>
              <a:t>27</a:t>
            </a:fld>
            <a:endParaRPr/>
          </a:p>
        </p:txBody>
      </p:sp>
      <p:sp>
        <p:nvSpPr>
          <p:cNvPr id="10" name="comment"/>
          <p:cNvSpPr>
            <a:spLocks noGrp="1"/>
          </p:cNvSpPr>
          <p:nvPr>
            <p:ph type="body" sz="quarter" idx="24" hasCustomPrompt="1"/>
          </p:nvPr>
        </p:nvSpPr>
        <p:spPr>
          <a:xfrm>
            <a:off x="589400" y="6331204"/>
            <a:ext cx="8726712" cy="477244"/>
          </a:xfrm>
        </p:spPr>
        <p:txBody>
          <a:bodyPr/>
          <a:lstStyle/>
          <a:p>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地域別アクセスランキング</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306000">
                  <a:extLst>
                    <a:ext uri="{9D8B030D-6E8A-4147-A177-3AD203B41FA5}">
                      <a16:colId xmlns:a16="http://schemas.microsoft.com/office/drawing/2014/main" val="20000"/>
                    </a:ext>
                  </a:extLst>
                </a:gridCol>
                <a:gridCol w="1415400">
                  <a:extLst>
                    <a:ext uri="{9D8B030D-6E8A-4147-A177-3AD203B41FA5}">
                      <a16:colId xmlns:a16="http://schemas.microsoft.com/office/drawing/2014/main" val="20001"/>
                    </a:ext>
                  </a:extLst>
                </a:gridCol>
                <a:gridCol w="1415400">
                  <a:extLst>
                    <a:ext uri="{9D8B030D-6E8A-4147-A177-3AD203B41FA5}">
                      <a16:colId xmlns:a16="http://schemas.microsoft.com/office/drawing/2014/main" val="20002"/>
                    </a:ext>
                  </a:extLst>
                </a:gridCol>
                <a:gridCol w="1415400">
                  <a:extLst>
                    <a:ext uri="{9D8B030D-6E8A-4147-A177-3AD203B41FA5}">
                      <a16:colId xmlns:a16="http://schemas.microsoft.com/office/drawing/2014/main" val="20003"/>
                    </a:ext>
                  </a:extLst>
                </a:gridCol>
                <a:gridCol w="1415400">
                  <a:extLst>
                    <a:ext uri="{9D8B030D-6E8A-4147-A177-3AD203B41FA5}">
                      <a16:colId xmlns:a16="http://schemas.microsoft.com/office/drawing/2014/main" val="20004"/>
                    </a:ext>
                  </a:extLst>
                </a:gridCol>
                <a:gridCol w="1415400">
                  <a:extLst>
                    <a:ext uri="{9D8B030D-6E8A-4147-A177-3AD203B41FA5}">
                      <a16:colId xmlns:a16="http://schemas.microsoft.com/office/drawing/2014/main" val="20005"/>
                    </a:ext>
                  </a:extLst>
                </a:gridCol>
                <a:gridCol w="1415400">
                  <a:extLst>
                    <a:ext uri="{9D8B030D-6E8A-4147-A177-3AD203B41FA5}">
                      <a16:colId xmlns:a16="http://schemas.microsoft.com/office/drawing/2014/main" val="20006"/>
                    </a:ext>
                  </a:extLst>
                </a:gridCol>
              </a:tblGrid>
              <a:tr h="432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 </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地域</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エンゲージメント率</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エンゲージのあった</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セッション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東京都</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5,910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5,432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大阪府</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2,353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2,117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41.76%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愛知県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45.68%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北海道</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1,101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43.09%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667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神奈川県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37.43%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福岡県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944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860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497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千葉県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728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664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401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兵庫県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44.62%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埼玉県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661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585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41.31%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00:00:26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静岡県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630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52.21%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広島県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565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44.56%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1"/>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新潟県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532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48.08%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351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2"/>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石川県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59.97%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463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3"/>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長野県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431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48.58%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273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00:00:58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4"/>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京都府</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424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42.64%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5"/>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茨城県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397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43.30%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223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6"/>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岡山県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389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338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49.41%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252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7"/>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富山県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55.22%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00:01:03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8"/>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宮城県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343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41.70%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191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19"/>
                  </a:ext>
                </a:extLst>
              </a:tr>
              <a:tr h="212400">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岐阜県</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48.37%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237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2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28</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スマートフォン/PC/タブレットユーザーの分布</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1454400">
                  <a:extLst>
                    <a:ext uri="{9D8B030D-6E8A-4147-A177-3AD203B41FA5}">
                      <a16:colId xmlns:a16="http://schemas.microsoft.com/office/drawing/2014/main" val="20000"/>
                    </a:ext>
                  </a:extLst>
                </a:gridCol>
                <a:gridCol w="1454400">
                  <a:extLst>
                    <a:ext uri="{9D8B030D-6E8A-4147-A177-3AD203B41FA5}">
                      <a16:colId xmlns:a16="http://schemas.microsoft.com/office/drawing/2014/main" val="20001"/>
                    </a:ext>
                  </a:extLst>
                </a:gridCol>
                <a:gridCol w="1454400">
                  <a:extLst>
                    <a:ext uri="{9D8B030D-6E8A-4147-A177-3AD203B41FA5}">
                      <a16:colId xmlns:a16="http://schemas.microsoft.com/office/drawing/2014/main" val="20002"/>
                    </a:ext>
                  </a:extLst>
                </a:gridCol>
                <a:gridCol w="1454400">
                  <a:extLst>
                    <a:ext uri="{9D8B030D-6E8A-4147-A177-3AD203B41FA5}">
                      <a16:colId xmlns:a16="http://schemas.microsoft.com/office/drawing/2014/main" val="20003"/>
                    </a:ext>
                  </a:extLst>
                </a:gridCol>
                <a:gridCol w="1454400">
                  <a:extLst>
                    <a:ext uri="{9D8B030D-6E8A-4147-A177-3AD203B41FA5}">
                      <a16:colId xmlns:a16="http://schemas.microsoft.com/office/drawing/2014/main" val="20004"/>
                    </a:ext>
                  </a:extLst>
                </a:gridCol>
                <a:gridCol w="1454400">
                  <a:extLst>
                    <a:ext uri="{9D8B030D-6E8A-4147-A177-3AD203B41FA5}">
                      <a16:colId xmlns:a16="http://schemas.microsoft.com/office/drawing/2014/main" val="20005"/>
                    </a:ext>
                  </a:extLst>
                </a:gridCol>
              </a:tblGrid>
              <a:tr h="720000">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 </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新しいユーザー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比率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エンゲージメント率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500"/>
                        </a:spcBef>
                        <a:spcAft>
                          <a:spcPts val="500"/>
                        </a:spcAft>
                        <a:buNone/>
                      </a:pPr>
                      <a:r>
                        <a:rPr sz="1100" b="1" i="0" u="none" cap="none">
                          <a:solidFill>
                            <a:srgbClr val="FFFFFF">
                              <a:alpha val="100000"/>
                            </a:srgbClr>
                          </a:solidFill>
                          <a:latin typeface="游ゴシック Regular (本文)"/>
                          <a:cs typeface="游ゴシック Regular (本文)"/>
                          <a:sym typeface="游ゴシック Regular (本文)"/>
                        </a:rPr>
                        <a:t>平均エンゲージ</a:t>
                      </a:r>
                      <a:br>
                        <a:rPr sz="1100" b="1" i="0" u="none" cap="none">
                          <a:solidFill>
                            <a:srgbClr val="FFFFFF">
                              <a:alpha val="100000"/>
                            </a:srgbClr>
                          </a:solidFill>
                          <a:latin typeface="游ゴシック Regular (本文)"/>
                          <a:cs typeface="游ゴシック Regular (本文)"/>
                          <a:sym typeface="游ゴシック Regular (本文)"/>
                        </a:rPr>
                      </a:br>
                      <a:r>
                        <a:rPr sz="1100" b="1" i="0" u="none" cap="none">
                          <a:solidFill>
                            <a:srgbClr val="FFFFFF">
                              <a:alpha val="100000"/>
                            </a:srgbClr>
                          </a:solidFill>
                          <a:latin typeface="游ゴシック Regular (本文)"/>
                          <a:cs typeface="游ゴシック Regular (本文)"/>
                          <a:sym typeface="游ゴシック Regular (本文)"/>
                        </a:rPr>
                        <a:t>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720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スマートフォン</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7,614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7,555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29.06%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21.60%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00:00:05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solidFill>
                      <a:prstDash val="solid"/>
                      <a:round/>
                      <a:headEnd type="none" w="med" len="med"/>
                      <a:tailEnd type="none" w="med" len="me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720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PC</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18,520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16,416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70.68%</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47.30%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00:00:45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720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タブレット</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0.27%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30.12%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0" i="0" u="none" cap="none">
                          <a:solidFill>
                            <a:srgbClr val="000000">
                              <a:alpha val="100000"/>
                            </a:srgbClr>
                          </a:solidFill>
                          <a:latin typeface="游ゴシック Regular (本文)"/>
                          <a:cs typeface="游ゴシック Regular (本文)"/>
                          <a:sym typeface="游ゴシック Regular (本文)"/>
                        </a:rPr>
                        <a:t>00:00:17</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29</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スマートフォン/PC/タブレット比率の推移（月別）</a:t>
            </a:r>
          </a:p>
        </p:txBody>
      </p:sp>
      <p:graphicFrame>
        <p:nvGraphicFramePr>
          <p:cNvPr id="3" name="graph"/>
          <p:cNvGraphicFramePr>
            <a:graphicFrameLocks noGrp="1"/>
          </p:cNvGraphicFramePr>
          <p:nvPr/>
        </p:nvGraphicFramePr>
        <p:xfrm>
          <a:off x="624717" y="937442"/>
          <a:ext cx="8726050" cy="29614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table"/>
          <p:cNvGraphicFramePr>
            <a:graphicFrameLocks noGrp="1"/>
          </p:cNvGraphicFramePr>
          <p:nvPr/>
        </p:nvGraphicFramePr>
        <p:xfrm>
          <a:off x="624717" y="3601129"/>
          <a:ext cx="8726050" cy="2491558"/>
        </p:xfrm>
        <a:graphic>
          <a:graphicData uri="http://schemas.openxmlformats.org/drawingml/2006/table">
            <a:tbl>
              <a:tblPr/>
              <a:tblGrid>
                <a:gridCol w="671262">
                  <a:extLst>
                    <a:ext uri="{9D8B030D-6E8A-4147-A177-3AD203B41FA5}">
                      <a16:colId xmlns:a16="http://schemas.microsoft.com/office/drawing/2014/main" val="20000"/>
                    </a:ext>
                  </a:extLst>
                </a:gridCol>
                <a:gridCol w="671262">
                  <a:extLst>
                    <a:ext uri="{9D8B030D-6E8A-4147-A177-3AD203B41FA5}">
                      <a16:colId xmlns:a16="http://schemas.microsoft.com/office/drawing/2014/main" val="20001"/>
                    </a:ext>
                  </a:extLst>
                </a:gridCol>
                <a:gridCol w="671262">
                  <a:extLst>
                    <a:ext uri="{9D8B030D-6E8A-4147-A177-3AD203B41FA5}">
                      <a16:colId xmlns:a16="http://schemas.microsoft.com/office/drawing/2014/main" val="20002"/>
                    </a:ext>
                  </a:extLst>
                </a:gridCol>
                <a:gridCol w="671262">
                  <a:extLst>
                    <a:ext uri="{9D8B030D-6E8A-4147-A177-3AD203B41FA5}">
                      <a16:colId xmlns:a16="http://schemas.microsoft.com/office/drawing/2014/main" val="20003"/>
                    </a:ext>
                  </a:extLst>
                </a:gridCol>
                <a:gridCol w="671262">
                  <a:extLst>
                    <a:ext uri="{9D8B030D-6E8A-4147-A177-3AD203B41FA5}">
                      <a16:colId xmlns:a16="http://schemas.microsoft.com/office/drawing/2014/main" val="20004"/>
                    </a:ext>
                  </a:extLst>
                </a:gridCol>
                <a:gridCol w="671262">
                  <a:extLst>
                    <a:ext uri="{9D8B030D-6E8A-4147-A177-3AD203B41FA5}">
                      <a16:colId xmlns:a16="http://schemas.microsoft.com/office/drawing/2014/main" val="20005"/>
                    </a:ext>
                  </a:extLst>
                </a:gridCol>
                <a:gridCol w="671262">
                  <a:extLst>
                    <a:ext uri="{9D8B030D-6E8A-4147-A177-3AD203B41FA5}">
                      <a16:colId xmlns:a16="http://schemas.microsoft.com/office/drawing/2014/main" val="20006"/>
                    </a:ext>
                  </a:extLst>
                </a:gridCol>
                <a:gridCol w="671262">
                  <a:extLst>
                    <a:ext uri="{9D8B030D-6E8A-4147-A177-3AD203B41FA5}">
                      <a16:colId xmlns:a16="http://schemas.microsoft.com/office/drawing/2014/main" val="20007"/>
                    </a:ext>
                  </a:extLst>
                </a:gridCol>
                <a:gridCol w="671262">
                  <a:extLst>
                    <a:ext uri="{9D8B030D-6E8A-4147-A177-3AD203B41FA5}">
                      <a16:colId xmlns:a16="http://schemas.microsoft.com/office/drawing/2014/main" val="20008"/>
                    </a:ext>
                  </a:extLst>
                </a:gridCol>
                <a:gridCol w="671262">
                  <a:extLst>
                    <a:ext uri="{9D8B030D-6E8A-4147-A177-3AD203B41FA5}">
                      <a16:colId xmlns:a16="http://schemas.microsoft.com/office/drawing/2014/main" val="20009"/>
                    </a:ext>
                  </a:extLst>
                </a:gridCol>
                <a:gridCol w="671262">
                  <a:extLst>
                    <a:ext uri="{9D8B030D-6E8A-4147-A177-3AD203B41FA5}">
                      <a16:colId xmlns:a16="http://schemas.microsoft.com/office/drawing/2014/main" val="20010"/>
                    </a:ext>
                  </a:extLst>
                </a:gridCol>
                <a:gridCol w="671262">
                  <a:extLst>
                    <a:ext uri="{9D8B030D-6E8A-4147-A177-3AD203B41FA5}">
                      <a16:colId xmlns:a16="http://schemas.microsoft.com/office/drawing/2014/main" val="20011"/>
                    </a:ext>
                  </a:extLst>
                </a:gridCol>
                <a:gridCol w="671262">
                  <a:extLst>
                    <a:ext uri="{9D8B030D-6E8A-4147-A177-3AD203B41FA5}">
                      <a16:colId xmlns:a16="http://schemas.microsoft.com/office/drawing/2014/main" val="20012"/>
                    </a:ext>
                  </a:extLst>
                </a:gridCol>
              </a:tblGrid>
              <a:tr h="365760">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2025年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900" b="1" i="0" u="none" cap="none">
                          <a:solidFill>
                            <a:srgbClr val="FFFFFF">
                              <a:alpha val="100000"/>
                            </a:srgbClr>
                          </a:solidFill>
                          <a:latin typeface="游ゴシック Regular (本文)"/>
                          <a:cs typeface="游ゴシック Regular (本文)"/>
                          <a:sym typeface="游ゴシック Regular (本文)"/>
                        </a:rPr>
                        <a:t>2026年</a:t>
                      </a:r>
                      <a:br>
                        <a:rPr sz="900" b="1" i="0" u="none" cap="none">
                          <a:solidFill>
                            <a:srgbClr val="FFFFFF">
                              <a:alpha val="100000"/>
                            </a:srgbClr>
                          </a:solidFill>
                          <a:latin typeface="游ゴシック Regular (本文)"/>
                          <a:cs typeface="游ゴシック Regular (本文)"/>
                          <a:sym typeface="游ゴシック Regular (本文)"/>
                        </a:rPr>
                      </a:br>
                      <a:r>
                        <a:rPr sz="9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74320">
                <a:tc>
                  <a:txBody>
                    <a:bodyPr/>
                    <a:lstStyle/>
                    <a:p>
                      <a:pPr marL="25400" marR="25400" algn="ctr">
                        <a:lnSpc>
                          <a:spcPct val="100000"/>
                        </a:lnSpc>
                        <a:spcBef>
                          <a:spcPts val="0"/>
                        </a:spcBef>
                        <a:spcAft>
                          <a:spcPts val="0"/>
                        </a:spcAft>
                        <a:buNone/>
                      </a:pPr>
                      <a:r>
                        <a:rPr sz="900" b="1" i="0" u="none" cap="none">
                          <a:solidFill>
                            <a:srgbClr val="000000">
                              <a:alpha val="100000"/>
                            </a:srgbClr>
                          </a:solidFill>
                          <a:latin typeface="游ゴシック Regular (本文)"/>
                          <a:cs typeface="游ゴシック Regular (本文)"/>
                          <a:sym typeface="游ゴシック Regular (本文)"/>
                        </a:rPr>
                        <a:t>mobile</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2,583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2,910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3,049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3,477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5,227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3,357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3,462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2,630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3,747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7,294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4,256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7,614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274320">
                <a:tc>
                  <a:txBody>
                    <a:bodyPr/>
                    <a:lstStyle/>
                    <a:p>
                      <a:pPr marL="25400" marR="25400" algn="ctr">
                        <a:lnSpc>
                          <a:spcPct val="100000"/>
                        </a:lnSpc>
                        <a:spcBef>
                          <a:spcPts val="0"/>
                        </a:spcBef>
                        <a:spcAft>
                          <a:spcPts val="0"/>
                        </a:spcAft>
                        <a:buNone/>
                      </a:pPr>
                      <a:r>
                        <a:rPr sz="900" b="1" i="0" u="none" cap="none">
                          <a:solidFill>
                            <a:srgbClr val="000000">
                              <a:alpha val="100000"/>
                            </a:srgbClr>
                          </a:solidFill>
                          <a:latin typeface="游ゴシック Regular (本文)"/>
                          <a:cs typeface="游ゴシック Regular (本文)"/>
                          <a:sym typeface="游ゴシック Regular (本文)"/>
                        </a:rPr>
                        <a:t>desktop</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12,337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13,197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15,315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16,810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17,982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18,750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16,115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13,085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18,553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14,559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17,201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18,520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r h="274320">
                <a:tc>
                  <a:txBody>
                    <a:bodyPr/>
                    <a:lstStyle/>
                    <a:p>
                      <a:pPr marL="25400" marR="25400" algn="ctr">
                        <a:lnSpc>
                          <a:spcPct val="100000"/>
                        </a:lnSpc>
                        <a:spcBef>
                          <a:spcPts val="0"/>
                        </a:spcBef>
                        <a:spcAft>
                          <a:spcPts val="0"/>
                        </a:spcAft>
                        <a:buNone/>
                      </a:pPr>
                      <a:r>
                        <a:rPr sz="900" b="1" i="0" u="none" cap="none">
                          <a:solidFill>
                            <a:srgbClr val="000000">
                              <a:alpha val="100000"/>
                            </a:srgbClr>
                          </a:solidFill>
                          <a:latin typeface="游ゴシック Regular (本文)"/>
                          <a:cs typeface="游ゴシック Regular (本文)"/>
                          <a:sym typeface="游ゴシック Regular (本文)"/>
                        </a:rPr>
                        <a:t>tablet</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482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907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885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1,095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90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65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900" b="0" i="0" u="none" cap="none">
                          <a:solidFill>
                            <a:srgbClr val="000000">
                              <a:alpha val="100000"/>
                            </a:srgbClr>
                          </a:solidFill>
                          <a:latin typeface="游ゴシック Regular (本文)"/>
                          <a:cs typeface="游ゴシック Regular (本文)"/>
                          <a:sym typeface="游ゴシック Regular (本文)"/>
                        </a:rPr>
                        <a:t>70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3"/>
                  </a:ext>
                </a:extLst>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30</a:t>
            </a:fld>
            <a:endParaRPr/>
          </a:p>
        </p:txBody>
      </p:sp>
      <p:sp>
        <p:nvSpPr>
          <p:cNvPr id="6" name="comment"/>
          <p:cNvSpPr>
            <a:spLocks noGrp="1"/>
          </p:cNvSpPr>
          <p:nvPr>
            <p:ph type="body" sz="quarter" idx="22" hasCustomPrompt="1"/>
          </p:nvPr>
        </p:nvSpPr>
        <p:spPr>
          <a:xfrm>
            <a:off x="589400" y="6331204"/>
            <a:ext cx="8726712" cy="477244"/>
          </a:xfrm>
        </p:spPr>
        <p:txBody>
          <a:bodyPr/>
          <a:lstStyle/>
          <a:p>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スマートフォンOS比率の推移（月別）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31</a:t>
            </a:fld>
            <a:endParaRPr/>
          </a:p>
        </p:txBody>
      </p:sp>
      <p:graphicFrame>
        <p:nvGraphicFramePr>
          <p:cNvPr id="5" name="table_1"/>
          <p:cNvGraphicFramePr>
            <a:graphicFrameLocks noGrp="1"/>
          </p:cNvGraphicFramePr>
          <p:nvPr/>
        </p:nvGraphicFramePr>
        <p:xfrm>
          <a:off x="589400" y="3584267"/>
          <a:ext cx="8726710" cy="1301769"/>
        </p:xfrm>
        <a:graphic>
          <a:graphicData uri="http://schemas.openxmlformats.org/drawingml/2006/table">
            <a:tbl>
              <a:tblPr/>
              <a:tblGrid>
                <a:gridCol w="1246629">
                  <a:extLst>
                    <a:ext uri="{9D8B030D-6E8A-4147-A177-3AD203B41FA5}">
                      <a16:colId xmlns:a16="http://schemas.microsoft.com/office/drawing/2014/main" val="20000"/>
                    </a:ext>
                  </a:extLst>
                </a:gridCol>
                <a:gridCol w="1246629">
                  <a:extLst>
                    <a:ext uri="{9D8B030D-6E8A-4147-A177-3AD203B41FA5}">
                      <a16:colId xmlns:a16="http://schemas.microsoft.com/office/drawing/2014/main" val="20001"/>
                    </a:ext>
                  </a:extLst>
                </a:gridCol>
                <a:gridCol w="1246629">
                  <a:extLst>
                    <a:ext uri="{9D8B030D-6E8A-4147-A177-3AD203B41FA5}">
                      <a16:colId xmlns:a16="http://schemas.microsoft.com/office/drawing/2014/main" val="20002"/>
                    </a:ext>
                  </a:extLst>
                </a:gridCol>
                <a:gridCol w="1246629">
                  <a:extLst>
                    <a:ext uri="{9D8B030D-6E8A-4147-A177-3AD203B41FA5}">
                      <a16:colId xmlns:a16="http://schemas.microsoft.com/office/drawing/2014/main" val="20003"/>
                    </a:ext>
                  </a:extLst>
                </a:gridCol>
                <a:gridCol w="1246629">
                  <a:extLst>
                    <a:ext uri="{9D8B030D-6E8A-4147-A177-3AD203B41FA5}">
                      <a16:colId xmlns:a16="http://schemas.microsoft.com/office/drawing/2014/main" val="20004"/>
                    </a:ext>
                  </a:extLst>
                </a:gridCol>
                <a:gridCol w="1246629">
                  <a:extLst>
                    <a:ext uri="{9D8B030D-6E8A-4147-A177-3AD203B41FA5}">
                      <a16:colId xmlns:a16="http://schemas.microsoft.com/office/drawing/2014/main" val="20005"/>
                    </a:ext>
                  </a:extLst>
                </a:gridCol>
                <a:gridCol w="1246629">
                  <a:extLst>
                    <a:ext uri="{9D8B030D-6E8A-4147-A177-3AD203B41FA5}">
                      <a16:colId xmlns:a16="http://schemas.microsoft.com/office/drawing/2014/main" val="20006"/>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iOS</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1,856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2,093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2,480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3,227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Android</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842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1,076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6" name="table_2"/>
          <p:cNvGraphicFramePr>
            <a:graphicFrameLocks noGrp="1"/>
          </p:cNvGraphicFramePr>
          <p:nvPr/>
        </p:nvGraphicFramePr>
        <p:xfrm>
          <a:off x="589400" y="4970308"/>
          <a:ext cx="8726710" cy="1301769"/>
        </p:xfrm>
        <a:graphic>
          <a:graphicData uri="http://schemas.openxmlformats.org/drawingml/2006/table">
            <a:tbl>
              <a:tblPr/>
              <a:tblGrid>
                <a:gridCol w="1246629">
                  <a:extLst>
                    <a:ext uri="{9D8B030D-6E8A-4147-A177-3AD203B41FA5}">
                      <a16:colId xmlns:a16="http://schemas.microsoft.com/office/drawing/2014/main" val="20000"/>
                    </a:ext>
                  </a:extLst>
                </a:gridCol>
                <a:gridCol w="1246629">
                  <a:extLst>
                    <a:ext uri="{9D8B030D-6E8A-4147-A177-3AD203B41FA5}">
                      <a16:colId xmlns:a16="http://schemas.microsoft.com/office/drawing/2014/main" val="20001"/>
                    </a:ext>
                  </a:extLst>
                </a:gridCol>
                <a:gridCol w="1246629">
                  <a:extLst>
                    <a:ext uri="{9D8B030D-6E8A-4147-A177-3AD203B41FA5}">
                      <a16:colId xmlns:a16="http://schemas.microsoft.com/office/drawing/2014/main" val="20002"/>
                    </a:ext>
                  </a:extLst>
                </a:gridCol>
                <a:gridCol w="1246629">
                  <a:extLst>
                    <a:ext uri="{9D8B030D-6E8A-4147-A177-3AD203B41FA5}">
                      <a16:colId xmlns:a16="http://schemas.microsoft.com/office/drawing/2014/main" val="20003"/>
                    </a:ext>
                  </a:extLst>
                </a:gridCol>
                <a:gridCol w="1246629">
                  <a:extLst>
                    <a:ext uri="{9D8B030D-6E8A-4147-A177-3AD203B41FA5}">
                      <a16:colId xmlns:a16="http://schemas.microsoft.com/office/drawing/2014/main" val="20004"/>
                    </a:ext>
                  </a:extLst>
                </a:gridCol>
                <a:gridCol w="1246629">
                  <a:extLst>
                    <a:ext uri="{9D8B030D-6E8A-4147-A177-3AD203B41FA5}">
                      <a16:colId xmlns:a16="http://schemas.microsoft.com/office/drawing/2014/main" val="20005"/>
                    </a:ext>
                  </a:extLst>
                </a:gridCol>
                <a:gridCol w="1246629">
                  <a:extLst>
                    <a:ext uri="{9D8B030D-6E8A-4147-A177-3AD203B41FA5}">
                      <a16:colId xmlns:a16="http://schemas.microsoft.com/office/drawing/2014/main" val="20006"/>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iOS</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1,989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1,665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2,398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4,823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2,686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4,423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Android</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1,473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965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2,536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1,570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3,183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2950288" y="3047999"/>
            <a:ext cx="4005424" cy="762000"/>
          </a:xfrm>
        </p:spPr>
        <p:txBody>
          <a:bodyPr/>
          <a:lstStyle/>
          <a:p>
            <a:r>
              <a:t>キーイベント</a:t>
            </a:r>
          </a:p>
        </p:txBody>
      </p:sp>
      <p:sp>
        <p:nvSpPr>
          <p:cNvPr id="3" name="スライド番号プレースホルダー 2"/>
          <p:cNvSpPr>
            <a:spLocks noGrp="1"/>
          </p:cNvSpPr>
          <p:nvPr>
            <p:ph type="sldNum" sz="quarter" idx="11"/>
          </p:nvPr>
        </p:nvSpPr>
        <p:spPr>
          <a:xfrm>
            <a:off x="7560000" y="6356350"/>
            <a:ext cx="2228850" cy="365125"/>
          </a:xfrm>
        </p:spPr>
        <p:txBody>
          <a:bodyPr/>
          <a:lstStyle/>
          <a:p>
            <a:fld id="{93BF14CA-2582-4BFF-825A-396A65C60C80}" type="slidenum">
              <a:rPr/>
              <a:t>32</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キーイベントの推移（月別）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33</a:t>
            </a:fld>
            <a:endParaRPr/>
          </a:p>
        </p:txBody>
      </p:sp>
      <p:graphicFrame>
        <p:nvGraphicFramePr>
          <p:cNvPr id="5"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186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278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237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6"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243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196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172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360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キーイベントの推移（日別）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34</a:t>
            </a:fld>
            <a:endParaRPr/>
          </a:p>
        </p:txBody>
      </p:sp>
      <p:graphicFrame>
        <p:nvGraphicFramePr>
          <p:cNvPr id="5" name="table_1"/>
          <p:cNvGraphicFramePr>
            <a:graphicFrameLocks noGrp="1"/>
          </p:cNvGraphicFramePr>
          <p:nvPr/>
        </p:nvGraphicFramePr>
        <p:xfrm>
          <a:off x="589400" y="3584267"/>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6" name="table_2"/>
          <p:cNvGraphicFramePr>
            <a:graphicFrameLocks noGrp="1"/>
          </p:cNvGraphicFramePr>
          <p:nvPr/>
        </p:nvGraphicFramePr>
        <p:xfrm>
          <a:off x="589400" y="4462436"/>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7" name="table_3"/>
          <p:cNvGraphicFramePr>
            <a:graphicFrameLocks noGrp="1"/>
          </p:cNvGraphicFramePr>
          <p:nvPr/>
        </p:nvGraphicFramePr>
        <p:xfrm>
          <a:off x="589400" y="5340605"/>
          <a:ext cx="9199450"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gridCol w="720000">
                  <a:extLst>
                    <a:ext uri="{9D8B030D-6E8A-4147-A177-3AD203B41FA5}">
                      <a16:colId xmlns:a16="http://schemas.microsoft.com/office/drawing/2014/main" val="20011"/>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ユーザーキーイベントレートの推移（月別）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5" name="table_1"/>
          <p:cNvGraphicFramePr>
            <a:graphicFrameLocks noGrp="1"/>
          </p:cNvGraphicFramePr>
          <p:nvPr/>
        </p:nvGraphicFramePr>
        <p:xfrm>
          <a:off x="589400" y="3584267"/>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3月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4月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5月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6月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7月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0.78%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0.67%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0.64%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0.74%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graphicFrame>
        <p:nvGraphicFramePr>
          <p:cNvPr id="6" name="table_2"/>
          <p:cNvGraphicFramePr>
            <a:graphicFrameLocks noGrp="1"/>
          </p:cNvGraphicFramePr>
          <p:nvPr/>
        </p:nvGraphicFramePr>
        <p:xfrm>
          <a:off x="589400" y="4970308"/>
          <a:ext cx="8726710" cy="1301769"/>
        </p:xfrm>
        <a:graphic>
          <a:graphicData uri="http://schemas.openxmlformats.org/drawingml/2006/table">
            <a:tbl>
              <a:tblPr/>
              <a:tblGrid>
                <a:gridCol w="11664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080000">
                  <a:extLst>
                    <a:ext uri="{9D8B030D-6E8A-4147-A177-3AD203B41FA5}">
                      <a16:colId xmlns:a16="http://schemas.microsoft.com/office/drawing/2014/main" val="20003"/>
                    </a:ext>
                  </a:extLst>
                </a:gridCol>
                <a:gridCol w="1080000">
                  <a:extLst>
                    <a:ext uri="{9D8B030D-6E8A-4147-A177-3AD203B41FA5}">
                      <a16:colId xmlns:a16="http://schemas.microsoft.com/office/drawing/2014/main" val="20004"/>
                    </a:ext>
                  </a:extLst>
                </a:gridCol>
                <a:gridCol w="1080000">
                  <a:extLst>
                    <a:ext uri="{9D8B030D-6E8A-4147-A177-3AD203B41FA5}">
                      <a16:colId xmlns:a16="http://schemas.microsoft.com/office/drawing/2014/main" val="20005"/>
                    </a:ext>
                  </a:extLst>
                </a:gridCol>
                <a:gridCol w="1080000">
                  <a:extLst>
                    <a:ext uri="{9D8B030D-6E8A-4147-A177-3AD203B41FA5}">
                      <a16:colId xmlns:a16="http://schemas.microsoft.com/office/drawing/2014/main" val="20006"/>
                    </a:ext>
                  </a:extLst>
                </a:gridCol>
                <a:gridCol w="1080000">
                  <a:extLst>
                    <a:ext uri="{9D8B030D-6E8A-4147-A177-3AD203B41FA5}">
                      <a16:colId xmlns:a16="http://schemas.microsoft.com/office/drawing/2014/main" val="20007"/>
                    </a:ext>
                  </a:extLst>
                </a:gridCol>
              </a:tblGrid>
              <a:tr h="345600">
                <a:tc gridSpan="2">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hMerge="1">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年月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8月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9月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10月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2025年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12月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2026年</a:t>
                      </a:r>
                      <a:br>
                        <a:rPr sz="1000" b="1" i="0" u="none" cap="none">
                          <a:solidFill>
                            <a:srgbClr val="FFFFFF">
                              <a:alpha val="100000"/>
                            </a:srgbClr>
                          </a:solidFill>
                          <a:latin typeface="游ゴシック Regular (本文)"/>
                          <a:cs typeface="游ゴシック Regular (本文)"/>
                          <a:sym typeface="游ゴシック Regular (本文)"/>
                        </a:rPr>
                      </a:br>
                      <a:r>
                        <a:rPr sz="1000" b="1" i="0" u="none" cap="none">
                          <a:solidFill>
                            <a:srgbClr val="FFFFFF">
                              <a:alpha val="100000"/>
                            </a:srgbClr>
                          </a:solidFill>
                          <a:latin typeface="游ゴシック Regular (本文)"/>
                          <a:cs typeface="游ゴシック Regular (本文)"/>
                          <a:sym typeface="游ゴシック Regular (本文)"/>
                        </a:rPr>
                        <a:t>1月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rowSpan="2">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当月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0.73%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0.72%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0.68%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r h="345600">
                <a:tc vMerge="1">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前年同月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0.72%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2"/>
                  </a:ext>
                </a:extLst>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35</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ユーザーキーイベントレートの推移（日別）</a:t>
            </a:r>
          </a:p>
        </p:txBody>
      </p:sp>
      <p:graphicFrame>
        <p:nvGraphicFramePr>
          <p:cNvPr id="3" name="graph"/>
          <p:cNvGraphicFramePr>
            <a:graphicFrameLocks noGrp="1"/>
          </p:cNvGraphicFramePr>
          <p:nvPr/>
        </p:nvGraphicFramePr>
        <p:xfrm>
          <a:off x="589400" y="1085856"/>
          <a:ext cx="8726050" cy="2784180"/>
        </p:xfrm>
        <a:graphic>
          <a:graphicData uri="http://schemas.openxmlformats.org/drawingml/2006/chart">
            <c:chart xmlns:c="http://schemas.openxmlformats.org/drawingml/2006/chart" xmlns:r="http://schemas.openxmlformats.org/officeDocument/2006/relationships" r:id="rId2"/>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36</a:t>
            </a:fld>
            <a:endParaRPr/>
          </a:p>
        </p:txBody>
      </p:sp>
      <p:sp>
        <p:nvSpPr>
          <p:cNvPr id="5" name="comment"/>
          <p:cNvSpPr>
            <a:spLocks noGrp="1"/>
          </p:cNvSpPr>
          <p:nvPr>
            <p:ph type="body" sz="quarter" idx="22" hasCustomPrompt="1"/>
          </p:nvPr>
        </p:nvSpPr>
        <p:spPr>
          <a:xfrm>
            <a:off x="589400" y="6331204"/>
            <a:ext cx="8726712" cy="477244"/>
          </a:xfrm>
        </p:spPr>
        <p:txBody>
          <a:bodyPr/>
          <a:lstStyle/>
          <a:p>
            <a:endParaRPr/>
          </a:p>
        </p:txBody>
      </p:sp>
      <p:graphicFrame>
        <p:nvGraphicFramePr>
          <p:cNvPr id="6" name="table_1"/>
          <p:cNvGraphicFramePr>
            <a:graphicFrameLocks noGrp="1"/>
          </p:cNvGraphicFramePr>
          <p:nvPr/>
        </p:nvGraphicFramePr>
        <p:xfrm>
          <a:off x="589400" y="3584267"/>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03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04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09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2.94%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7" name="table_2"/>
          <p:cNvGraphicFramePr>
            <a:graphicFrameLocks noGrp="1"/>
          </p:cNvGraphicFramePr>
          <p:nvPr/>
        </p:nvGraphicFramePr>
        <p:xfrm>
          <a:off x="589400" y="4462436"/>
          <a:ext cx="8443764"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17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18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0.98%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0.72%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0.62%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0.33%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0.00%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0.49%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0.46%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graphicFrame>
        <p:nvGraphicFramePr>
          <p:cNvPr id="8" name="table_3"/>
          <p:cNvGraphicFramePr>
            <a:graphicFrameLocks noGrp="1"/>
          </p:cNvGraphicFramePr>
          <p:nvPr/>
        </p:nvGraphicFramePr>
        <p:xfrm>
          <a:off x="589400" y="5340605"/>
          <a:ext cx="9199450" cy="725769"/>
        </p:xfrm>
        <a:graphic>
          <a:graphicData uri="http://schemas.openxmlformats.org/drawingml/2006/table">
            <a:tbl>
              <a:tblPr/>
              <a:tblGrid>
                <a:gridCol w="1166400">
                  <a:extLst>
                    <a:ext uri="{9D8B030D-6E8A-4147-A177-3AD203B41FA5}">
                      <a16:colId xmlns:a16="http://schemas.microsoft.com/office/drawing/2014/main" val="20000"/>
                    </a:ext>
                  </a:extLst>
                </a:gridCol>
                <a:gridCol w="720000">
                  <a:extLst>
                    <a:ext uri="{9D8B030D-6E8A-4147-A177-3AD203B41FA5}">
                      <a16:colId xmlns:a16="http://schemas.microsoft.com/office/drawing/2014/main" val="20001"/>
                    </a:ext>
                  </a:extLst>
                </a:gridCol>
                <a:gridCol w="720000">
                  <a:extLst>
                    <a:ext uri="{9D8B030D-6E8A-4147-A177-3AD203B41FA5}">
                      <a16:colId xmlns:a16="http://schemas.microsoft.com/office/drawing/2014/main" val="20002"/>
                    </a:ext>
                  </a:extLst>
                </a:gridCol>
                <a:gridCol w="720000">
                  <a:extLst>
                    <a:ext uri="{9D8B030D-6E8A-4147-A177-3AD203B41FA5}">
                      <a16:colId xmlns:a16="http://schemas.microsoft.com/office/drawing/2014/main" val="20003"/>
                    </a:ext>
                  </a:extLst>
                </a:gridCol>
                <a:gridCol w="720000">
                  <a:extLst>
                    <a:ext uri="{9D8B030D-6E8A-4147-A177-3AD203B41FA5}">
                      <a16:colId xmlns:a16="http://schemas.microsoft.com/office/drawing/2014/main" val="20004"/>
                    </a:ext>
                  </a:extLst>
                </a:gridCol>
                <a:gridCol w="720000">
                  <a:extLst>
                    <a:ext uri="{9D8B030D-6E8A-4147-A177-3AD203B41FA5}">
                      <a16:colId xmlns:a16="http://schemas.microsoft.com/office/drawing/2014/main" val="20005"/>
                    </a:ext>
                  </a:extLst>
                </a:gridCol>
                <a:gridCol w="720000">
                  <a:extLst>
                    <a:ext uri="{9D8B030D-6E8A-4147-A177-3AD203B41FA5}">
                      <a16:colId xmlns:a16="http://schemas.microsoft.com/office/drawing/2014/main" val="20006"/>
                    </a:ext>
                  </a:extLst>
                </a:gridCol>
                <a:gridCol w="720000">
                  <a:extLst>
                    <a:ext uri="{9D8B030D-6E8A-4147-A177-3AD203B41FA5}">
                      <a16:colId xmlns:a16="http://schemas.microsoft.com/office/drawing/2014/main" val="20007"/>
                    </a:ext>
                  </a:extLst>
                </a:gridCol>
                <a:gridCol w="720000">
                  <a:extLst>
                    <a:ext uri="{9D8B030D-6E8A-4147-A177-3AD203B41FA5}">
                      <a16:colId xmlns:a16="http://schemas.microsoft.com/office/drawing/2014/main" val="20008"/>
                    </a:ext>
                  </a:extLst>
                </a:gridCol>
                <a:gridCol w="720000">
                  <a:extLst>
                    <a:ext uri="{9D8B030D-6E8A-4147-A177-3AD203B41FA5}">
                      <a16:colId xmlns:a16="http://schemas.microsoft.com/office/drawing/2014/main" val="20009"/>
                    </a:ext>
                  </a:extLst>
                </a:gridCol>
                <a:gridCol w="720000">
                  <a:extLst>
                    <a:ext uri="{9D8B030D-6E8A-4147-A177-3AD203B41FA5}">
                      <a16:colId xmlns:a16="http://schemas.microsoft.com/office/drawing/2014/main" val="20010"/>
                    </a:ext>
                  </a:extLst>
                </a:gridCol>
                <a:gridCol w="720000">
                  <a:extLst>
                    <a:ext uri="{9D8B030D-6E8A-4147-A177-3AD203B41FA5}">
                      <a16:colId xmlns:a16="http://schemas.microsoft.com/office/drawing/2014/main" val="20011"/>
                    </a:ext>
                  </a:extLst>
                </a:gridCol>
              </a:tblGrid>
              <a:tr h="345600">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日付</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24</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0000">
                              <a:alpha val="100000"/>
                            </a:srgbClr>
                          </a:solidFill>
                          <a:latin typeface="游ゴシック Regular (本文)"/>
                          <a:cs typeface="游ゴシック Regular (本文)"/>
                          <a:sym typeface="游ゴシック Regular (本文)"/>
                        </a:rPr>
                        <a:t>25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27</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29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FFFFFF">
                              <a:alpha val="100000"/>
                            </a:srgbClr>
                          </a:solidFill>
                          <a:latin typeface="游ゴシック Regular (本文)"/>
                          <a:cs typeface="游ゴシック Regular (本文)"/>
                          <a:sym typeface="游ゴシック Regular (本文)"/>
                        </a:rPr>
                        <a:t>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tc>
                  <a:txBody>
                    <a:bodyPr/>
                    <a:lstStyle/>
                    <a:p>
                      <a:pPr marL="25400" marR="25400" algn="ctr">
                        <a:lnSpc>
                          <a:spcPct val="100000"/>
                        </a:lnSpc>
                        <a:spcBef>
                          <a:spcPts val="0"/>
                        </a:spcBef>
                        <a:spcAft>
                          <a:spcPts val="0"/>
                        </a:spcAft>
                        <a:buNone/>
                      </a:pPr>
                      <a:r>
                        <a:rPr sz="1000" b="1" i="0" u="none" cap="none">
                          <a:solidFill>
                            <a:srgbClr val="3C78D8">
                              <a:alpha val="100000"/>
                            </a:srgbClr>
                          </a:solidFill>
                          <a:latin typeface="游ゴシック Regular (本文)"/>
                          <a:cs typeface="游ゴシック Regular (本文)"/>
                          <a:sym typeface="游ゴシック Regular (本文)"/>
                        </a:rPr>
                        <a:t>31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345600">
                <a:tc>
                  <a:txBody>
                    <a:bodyPr/>
                    <a:lstStyle/>
                    <a:p>
                      <a:pPr marL="25400" marR="25400" algn="ct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ユーザー</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キーイベント</a:t>
                      </a:r>
                      <a:br>
                        <a:rPr sz="1000" b="1" i="0" u="none" cap="none">
                          <a:solidFill>
                            <a:srgbClr val="000000">
                              <a:alpha val="100000"/>
                            </a:srgbClr>
                          </a:solidFill>
                          <a:latin typeface="游ゴシック Regular (本文)"/>
                          <a:cs typeface="游ゴシック Regular (本文)"/>
                          <a:sym typeface="游ゴシック Regular (本文)"/>
                        </a:rPr>
                      </a:br>
                      <a:r>
                        <a:rPr sz="1000" b="1" i="0" u="none" cap="none">
                          <a:solidFill>
                            <a:srgbClr val="000000">
                              <a:alpha val="100000"/>
                            </a:srgbClr>
                          </a:solidFill>
                          <a:latin typeface="游ゴシック Regular (本文)"/>
                          <a:cs typeface="游ゴシック Regular (本文)"/>
                          <a:sym typeface="游ゴシック Regular (本文)"/>
                        </a:rPr>
                        <a:t>レート</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2F2F2">
                        <a:alpha val="10000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0.36%</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1.38%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0.39%</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0.50%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0.45%</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0.28%</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0.30%</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0.81%</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tc>
                  <a:txBody>
                    <a:bodyPr/>
                    <a:lstStyle/>
                    <a:p>
                      <a:pPr marL="25400" marR="25400" algn="r">
                        <a:lnSpc>
                          <a:spcPct val="100000"/>
                        </a:lnSpc>
                        <a:spcBef>
                          <a:spcPts val="0"/>
                        </a:spcBef>
                        <a:spcAft>
                          <a:spcPts val="0"/>
                        </a:spcAft>
                        <a:buNone/>
                      </a:pPr>
                      <a:r>
                        <a:rPr sz="1000" b="1" i="0" u="none" cap="none">
                          <a:solidFill>
                            <a:srgbClr val="000000">
                              <a:alpha val="100000"/>
                            </a:srgbClr>
                          </a:solidFill>
                          <a:latin typeface="游ゴシック Regular (本文)"/>
                          <a:cs typeface="游ゴシック Regular (本文)"/>
                          <a:sym typeface="游ゴシック Regular (本文)"/>
                        </a:rPr>
                        <a:t>0.33%</a:t>
                      </a:r>
                    </a:p>
                  </a:txBody>
                  <a:tcPr marL="0" marR="0" marT="0" marB="0" anchor="ctr">
                    <a:lnL w="12700" cap="flat" cmpd="sng" algn="ctr">
                      <a:solidFill>
                        <a:srgbClr val="B2B2B2">
                          <a:alpha val="100000"/>
                        </a:srgbClr>
                      </a:solidFill>
                      <a:prstDash val="solid"/>
                    </a:lnL>
                    <a:lnR w="12700" cap="flat" cmpd="sng" algn="ctr">
                      <a:solidFill>
                        <a:srgbClr val="B2B2B2">
                          <a:alpha val="100000"/>
                        </a:srgbClr>
                      </a:solidFill>
                      <a:prstDash val="solid"/>
                    </a:lnR>
                    <a:lnT w="12700" cap="flat" cmpd="sng" algn="ctr">
                      <a:solidFill>
                        <a:srgbClr val="B2B2B2">
                          <a:alpha val="100000"/>
                        </a:srgbClr>
                      </a:solidFill>
                      <a:prstDash val="solid"/>
                    </a:lnT>
                    <a:lnB w="12700" cap="flat" cmpd="sng" algn="ctr">
                      <a:solidFill>
                        <a:srgbClr val="B2B2B2">
                          <a:alpha val="100000"/>
                        </a:srgbClr>
                      </a:solidFill>
                      <a:prstDash val="solid"/>
                    </a:lnB>
                    <a:solidFill>
                      <a:srgbClr val="FFFFFF">
                        <a:alpha val="0"/>
                      </a:srgbClr>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キーイベントのサマリ</a:t>
            </a:r>
          </a:p>
        </p:txBody>
      </p:sp>
      <p:graphicFrame>
        <p:nvGraphicFramePr>
          <p:cNvPr id="3" name="table"/>
          <p:cNvGraphicFramePr>
            <a:graphicFrameLocks noGrp="1"/>
          </p:cNvGraphicFramePr>
          <p:nvPr/>
        </p:nvGraphicFramePr>
        <p:xfrm>
          <a:off x="589401" y="1041403"/>
          <a:ext cx="8726710" cy="5423858"/>
        </p:xfrm>
        <a:graphic>
          <a:graphicData uri="http://schemas.openxmlformats.org/drawingml/2006/table">
            <a:tbl>
              <a:tblPr/>
              <a:tblGrid>
                <a:gridCol w="360000">
                  <a:extLst>
                    <a:ext uri="{9D8B030D-6E8A-4147-A177-3AD203B41FA5}">
                      <a16:colId xmlns:a16="http://schemas.microsoft.com/office/drawing/2014/main" val="20000"/>
                    </a:ext>
                  </a:extLst>
                </a:gridCol>
                <a:gridCol w="2412000">
                  <a:extLst>
                    <a:ext uri="{9D8B030D-6E8A-4147-A177-3AD203B41FA5}">
                      <a16:colId xmlns:a16="http://schemas.microsoft.com/office/drawing/2014/main" val="20001"/>
                    </a:ext>
                  </a:extLst>
                </a:gridCol>
                <a:gridCol w="2977200">
                  <a:extLst>
                    <a:ext uri="{9D8B030D-6E8A-4147-A177-3AD203B41FA5}">
                      <a16:colId xmlns:a16="http://schemas.microsoft.com/office/drawing/2014/main" val="20002"/>
                    </a:ext>
                  </a:extLst>
                </a:gridCol>
                <a:gridCol w="2977200">
                  <a:extLst>
                    <a:ext uri="{9D8B030D-6E8A-4147-A177-3AD203B41FA5}">
                      <a16:colId xmlns:a16="http://schemas.microsoft.com/office/drawing/2014/main" val="20003"/>
                    </a:ext>
                  </a:extLst>
                </a:gridCol>
              </a:tblGrid>
              <a:tr h="432000">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 </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イベント名</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キーイベント</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ctr">
                        <a:lnSpc>
                          <a:spcPct val="100000"/>
                        </a:lnSpc>
                        <a:spcBef>
                          <a:spcPts val="0"/>
                        </a:spcBef>
                        <a:spcAft>
                          <a:spcPts val="0"/>
                        </a:spcAft>
                        <a:buNone/>
                      </a:pPr>
                      <a:r>
                        <a:rPr sz="1100" b="1" i="0" u="none" cap="none">
                          <a:solidFill>
                            <a:srgbClr val="FFFFFF">
                              <a:alpha val="100000"/>
                            </a:srgbClr>
                          </a:solidFill>
                          <a:latin typeface="游ゴシック Regular (本文)"/>
                          <a:cs typeface="游ゴシック Regular (本文)"/>
                          <a:sym typeface="游ゴシック Regular (本文)"/>
                        </a:rPr>
                        <a:t>ユーザー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708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1</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設定変更テスト_電子資料請求</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74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70</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708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設定変更テスト_新規問い合わせ</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39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36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2"/>
                  </a:ext>
                </a:extLst>
              </a:tr>
              <a:tr h="708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CV_ホワイトペーパーDL完了</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22</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708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設定変更テスト_無料デモ申込</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19</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16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4"/>
                  </a:ext>
                </a:extLst>
              </a:tr>
              <a:tr h="708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5</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設定変更テスト_紙資料請求</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14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13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708000">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6</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ct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Bizカタログ請求</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4</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r">
                        <a:lnSpc>
                          <a:spcPct val="100000"/>
                        </a:lnSpc>
                        <a:spcBef>
                          <a:spcPts val="0"/>
                        </a:spcBef>
                        <a:spcAft>
                          <a:spcPts val="0"/>
                        </a:spcAft>
                        <a:buNone/>
                      </a:pPr>
                      <a:r>
                        <a:rPr sz="1100" b="1" i="0" u="none" cap="none">
                          <a:solidFill>
                            <a:srgbClr val="000000">
                              <a:alpha val="100000"/>
                            </a:srgbClr>
                          </a:solidFill>
                          <a:latin typeface="游ゴシック Regular (本文)"/>
                          <a:cs typeface="游ゴシック Regular (本文)"/>
                          <a:sym typeface="游ゴシック Regular (本文)"/>
                        </a:rPr>
                        <a:t>3</a:t>
                      </a:r>
                    </a:p>
                  </a:txBody>
                  <a:tcPr marL="0" marR="0" marT="0" marB="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6"/>
                  </a:ext>
                </a:extLst>
              </a:tr>
            </a:tbl>
          </a:graphicData>
        </a:graphic>
      </p:graphicFrame>
      <p:sp>
        <p:nvSpPr>
          <p:cNvPr id="4" name="caption"/>
          <p:cNvSpPr>
            <a:spLocks noGrp="1"/>
          </p:cNvSpPr>
          <p:nvPr>
            <p:ph/>
          </p:nvPr>
        </p:nvSpPr>
        <p:spPr>
          <a:xfrm>
            <a:off x="4147127" y="6598364"/>
            <a:ext cx="5237020" cy="246221"/>
          </a:xfrm>
        </p:spPr>
        <p:txBody>
          <a:bodyPr/>
          <a:lstStyle/>
          <a:p>
            <a:pPr marL="0" marR="0" algn="l">
              <a:lnSpc>
                <a:spcPct val="100000"/>
              </a:lnSpc>
              <a:spcBef>
                <a:spcPts val="0"/>
              </a:spcBef>
              <a:spcAft>
                <a:spcPts val="0"/>
              </a:spcAft>
              <a:buNone/>
            </a:pPr>
            <a:r>
              <a:rPr sz="1000" b="0" i="0" u="none" cap="none">
                <a:solidFill>
                  <a:srgbClr val="000000">
                    <a:alpha val="100000"/>
                  </a:srgbClr>
                </a:solidFill>
                <a:latin typeface="Arial"/>
                <a:cs typeface="Arial"/>
                <a:sym typeface="Arial"/>
              </a:rPr>
              <a:t>※キーイベントに設定されているイベント20件をキーイベント数降順で表示しています。</a:t>
            </a:r>
          </a:p>
        </p:txBody>
      </p:sp>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37</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2950288" y="3047999"/>
            <a:ext cx="4005424" cy="762000"/>
          </a:xfrm>
        </p:spPr>
        <p:txBody>
          <a:bodyPr/>
          <a:lstStyle/>
          <a:p>
            <a:r>
              <a:t>Appendix</a:t>
            </a:r>
          </a:p>
        </p:txBody>
      </p:sp>
      <p:sp>
        <p:nvSpPr>
          <p:cNvPr id="3" name="スライド番号プレースホルダー 2"/>
          <p:cNvSpPr>
            <a:spLocks noGrp="1"/>
          </p:cNvSpPr>
          <p:nvPr>
            <p:ph type="sldNum" sz="quarter" idx="11"/>
          </p:nvPr>
        </p:nvSpPr>
        <p:spPr>
          <a:xfrm>
            <a:off x="7560000" y="6356350"/>
            <a:ext cx="2228850" cy="365125"/>
          </a:xfrm>
        </p:spPr>
        <p:txBody>
          <a:bodyPr/>
          <a:lstStyle/>
          <a:p>
            <a:fld id="{93BF14CA-2582-4BFF-825A-396A65C60C80}" type="slidenum">
              <a:rPr/>
              <a:t>38</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指標・用語の説明</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27432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256032">
                <a:tc>
                  <a:txBody>
                    <a:bodyPr/>
                    <a:lstStyle/>
                    <a:p>
                      <a:pPr marL="63500" marR="63500" algn="l">
                        <a:lnSpc>
                          <a:spcPct val="100000"/>
                        </a:lnSpc>
                        <a:spcBef>
                          <a:spcPts val="500"/>
                        </a:spcBef>
                        <a:spcAft>
                          <a:spcPts val="500"/>
                        </a:spcAft>
                        <a:buNone/>
                      </a:pPr>
                      <a:r>
                        <a:rPr sz="950" b="1" i="0" u="none" cap="none">
                          <a:solidFill>
                            <a:srgbClr val="FFFFFF">
                              <a:alpha val="100000"/>
                            </a:srgbClr>
                          </a:solidFill>
                          <a:latin typeface="游ゴシック Regular (本文)"/>
                          <a:cs typeface="游ゴシック Regular (本文)"/>
                          <a:sym typeface="游ゴシック Regular (本文)"/>
                        </a:rPr>
                        <a:t>指標</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l">
                        <a:lnSpc>
                          <a:spcPct val="100000"/>
                        </a:lnSpc>
                        <a:spcBef>
                          <a:spcPts val="500"/>
                        </a:spcBef>
                        <a:spcAft>
                          <a:spcPts val="500"/>
                        </a:spcAft>
                        <a:buNone/>
                      </a:pPr>
                      <a:r>
                        <a:rPr sz="950" b="1" i="0" u="none" cap="none">
                          <a:solidFill>
                            <a:srgbClr val="FFFFFF">
                              <a:alpha val="100000"/>
                            </a:srgbClr>
                          </a:solidFill>
                          <a:latin typeface="游ゴシック Regular (本文)"/>
                          <a:cs typeface="游ゴシック Regular (本文)"/>
                          <a:sym typeface="游ゴシック Regular (本文)"/>
                        </a:rPr>
                        <a:t>説明</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ユーザー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GA4上の表記はアクティブユーザー数。初回訪問イベントが発生するか、エンゲージメント セッション(10秒以上のセッション、キーイベントが発生したセッション、または2回以上のページビューもしくはスクリーンビューが発生したセッション)が発生したユーザーの数。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セッション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特定の期間内にウェブサイトまたはアプリで発生した一連のユーザーインタラクション。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新規ユーザー数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サイトと初めて接触した、またはアプリを初めて起動したユーザーの数。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表示回数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ユーザーが閲覧したモバイルアプリのスクリーンまたはウェブページの数。同じスクリーンまたはページが繰り返し表示された場合も集計される。</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エンゲージメント率</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エンゲージメントセッションの割合(エンゲージメント セッション数をセッション数で割った値)。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平均エンゲージメント時間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ウェブサイトがユーザーのブラウザでフォーカス状態にあった平均時間、またはモバイルアプリがユーザーのデバイスでフォアグラウンド表示されていた平均時間。(ウェブサイトがフォーカス状態にあったか、アプリがフォアグラウンド表示されていた合計時間)÷(アクティブ ユーザーの合計数)。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6"/>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セッションあたりの平均エンゲージメント時間</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1回のセッションでウェブサイトまたはアプリでエンゲージメントが行われた時間。（ウェブサイトがブラウザでフォーカス状態にあった平均時間、またはアプリがフォアグラウンド表示されていた平均時間）÷（セッションの合計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7"/>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ユーザーあたりのビュー</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表示されたモバイルアプリのスクリーンまたはウェブページのユーザーあたりの平均数。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8"/>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キーイベント数</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GA4のイベント設定で、キーイベントとしてマークしたイベントの発生回数の合計。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9"/>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ユーザーキーイベントレート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キーイベントをトリガーしたユーザーの割合。</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10"/>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39</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10"/>
          </p:nvPr>
        </p:nvSpPr>
        <p:spPr>
          <a:xfrm>
            <a:off x="186635" y="392740"/>
            <a:ext cx="9602215" cy="365125"/>
          </a:xfrm>
        </p:spPr>
        <p:txBody>
          <a:bodyPr/>
          <a:lstStyle/>
          <a:p>
            <a:r>
              <a:t>指標・用語の説明</a:t>
            </a:r>
          </a:p>
        </p:txBody>
      </p:sp>
      <p:graphicFrame>
        <p:nvGraphicFramePr>
          <p:cNvPr id="3" name="table"/>
          <p:cNvGraphicFramePr>
            <a:graphicFrameLocks noGrp="1"/>
          </p:cNvGraphicFramePr>
          <p:nvPr/>
        </p:nvGraphicFramePr>
        <p:xfrm>
          <a:off x="589400" y="1085855"/>
          <a:ext cx="8726710" cy="5148689"/>
        </p:xfrm>
        <a:graphic>
          <a:graphicData uri="http://schemas.openxmlformats.org/drawingml/2006/table">
            <a:tbl>
              <a:tblPr/>
              <a:tblGrid>
                <a:gridCol w="2743200">
                  <a:extLst>
                    <a:ext uri="{9D8B030D-6E8A-4147-A177-3AD203B41FA5}">
                      <a16:colId xmlns:a16="http://schemas.microsoft.com/office/drawing/2014/main" val="20000"/>
                    </a:ext>
                  </a:extLst>
                </a:gridCol>
                <a:gridCol w="6035040">
                  <a:extLst>
                    <a:ext uri="{9D8B030D-6E8A-4147-A177-3AD203B41FA5}">
                      <a16:colId xmlns:a16="http://schemas.microsoft.com/office/drawing/2014/main" val="20001"/>
                    </a:ext>
                  </a:extLst>
                </a:gridCol>
              </a:tblGrid>
              <a:tr h="256032">
                <a:tc>
                  <a:txBody>
                    <a:bodyPr/>
                    <a:lstStyle/>
                    <a:p>
                      <a:pPr marL="63500" marR="63500" algn="l">
                        <a:lnSpc>
                          <a:spcPct val="100000"/>
                        </a:lnSpc>
                        <a:spcBef>
                          <a:spcPts val="500"/>
                        </a:spcBef>
                        <a:spcAft>
                          <a:spcPts val="500"/>
                        </a:spcAft>
                        <a:buNone/>
                      </a:pPr>
                      <a:r>
                        <a:rPr sz="950" b="1" i="0" u="none" cap="none">
                          <a:solidFill>
                            <a:srgbClr val="FFFFFF">
                              <a:alpha val="100000"/>
                            </a:srgbClr>
                          </a:solidFill>
                          <a:latin typeface="游ゴシック Regular (本文)"/>
                          <a:cs typeface="游ゴシック Regular (本文)"/>
                          <a:sym typeface="游ゴシック Regular (本文)"/>
                        </a:rPr>
                        <a:t>ディメンション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tc>
                  <a:txBody>
                    <a:bodyPr/>
                    <a:lstStyle/>
                    <a:p>
                      <a:pPr marL="63500" marR="63500" algn="l">
                        <a:lnSpc>
                          <a:spcPct val="100000"/>
                        </a:lnSpc>
                        <a:spcBef>
                          <a:spcPts val="500"/>
                        </a:spcBef>
                        <a:spcAft>
                          <a:spcPts val="500"/>
                        </a:spcAft>
                        <a:buNone/>
                      </a:pPr>
                      <a:r>
                        <a:rPr sz="950" b="1" i="0" u="none" cap="none">
                          <a:solidFill>
                            <a:srgbClr val="FFFFFF">
                              <a:alpha val="100000"/>
                            </a:srgbClr>
                          </a:solidFill>
                          <a:latin typeface="游ゴシック Regular (本文)"/>
                          <a:cs typeface="游ゴシック Regular (本文)"/>
                          <a:sym typeface="游ゴシック Regular (本文)"/>
                        </a:rPr>
                        <a:t>説明</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7D7D7D">
                        <a:alpha val="100000"/>
                      </a:srgbClr>
                    </a:solidFill>
                  </a:tcPr>
                </a:tc>
                <a:extLst>
                  <a:ext uri="{0D108BD9-81ED-4DB2-BD59-A6C34878D82A}">
                    <a16:rowId xmlns:a16="http://schemas.microsoft.com/office/drawing/2014/main" val="10000"/>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セッションのチャネルグループ</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GA4上の表記はセッションのデフォルトチャネルグループ。主に参照元とメディアに基づいて設定されます。</a:t>
                      </a:r>
                      <a:br>
                        <a:rPr sz="950" b="0" i="0" u="none" cap="none">
                          <a:solidFill>
                            <a:srgbClr val="000000">
                              <a:alpha val="100000"/>
                            </a:srgbClr>
                          </a:solidFill>
                          <a:latin typeface="游ゴシック Regular (本文)"/>
                          <a:cs typeface="游ゴシック Regular (本文)"/>
                          <a:sym typeface="游ゴシック Regular (本文)"/>
                        </a:rPr>
                      </a:br>
                      <a:r>
                        <a:rPr sz="950" b="0" i="0" u="none" cap="none">
                          <a:solidFill>
                            <a:srgbClr val="000000">
                              <a:alpha val="100000"/>
                            </a:srgbClr>
                          </a:solidFill>
                          <a:latin typeface="游ゴシック Regular (本文)"/>
                          <a:cs typeface="游ゴシック Regular (本文)"/>
                          <a:sym typeface="游ゴシック Regular (本文)"/>
                        </a:rPr>
                        <a:t>Direct、Organic Search、Paid Social、Organic Social、Email、Affiliates、Referral、Paid Search、Video、Display を含む列挙型。</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1"/>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参照元/メディア</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GA4上の表記はセッションの参照元/メディア。</a:t>
                      </a:r>
                      <a:br>
                        <a:rPr sz="950" b="0" i="0" u="none" cap="none">
                          <a:solidFill>
                            <a:srgbClr val="000000">
                              <a:alpha val="100000"/>
                            </a:srgbClr>
                          </a:solidFill>
                          <a:latin typeface="游ゴシック Regular (本文)"/>
                          <a:cs typeface="游ゴシック Regular (本文)"/>
                          <a:sym typeface="游ゴシック Regular (本文)"/>
                        </a:rPr>
                      </a:br>
                      <a:r>
                        <a:rPr sz="950" b="0" i="0" u="none" cap="none">
                          <a:solidFill>
                            <a:srgbClr val="000000">
                              <a:alpha val="100000"/>
                            </a:srgbClr>
                          </a:solidFill>
                          <a:latin typeface="游ゴシック Regular (本文)"/>
                          <a:cs typeface="游ゴシック Regular (本文)"/>
                          <a:sym typeface="游ゴシック Regular (本文)"/>
                        </a:rPr>
                        <a:t>セッションにつながったウェブサイトまたはアプリでセッションを開始した参照元とウェブサイトまたはアプリでセッションを開始したメディア。</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2"/>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キャンペーン</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GA4上の表記はセッションのキャンペーン。utm_campaignで入力された値。</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3"/>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ページURL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GA4上の表記はページパス + クエリ文字列。ユーザーが訪問したウェブページのうち、ドメイン部分を除外したもの。</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2F2F2">
                        <a:alpha val="100000"/>
                      </a:srgbClr>
                    </a:solidFill>
                  </a:tcPr>
                </a:tc>
                <a:extLst>
                  <a:ext uri="{0D108BD9-81ED-4DB2-BD59-A6C34878D82A}">
                    <a16:rowId xmlns:a16="http://schemas.microsoft.com/office/drawing/2014/main" val="10004"/>
                  </a:ext>
                </a:extLst>
              </a:tr>
              <a:tr h="256032">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ランディングページURL</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tc>
                  <a:txBody>
                    <a:bodyPr/>
                    <a:lstStyle/>
                    <a:p>
                      <a:pPr marL="63500" marR="63500" algn="l">
                        <a:lnSpc>
                          <a:spcPct val="100000"/>
                        </a:lnSpc>
                        <a:spcBef>
                          <a:spcPts val="500"/>
                        </a:spcBef>
                        <a:spcAft>
                          <a:spcPts val="500"/>
                        </a:spcAft>
                        <a:buNone/>
                      </a:pPr>
                      <a:r>
                        <a:rPr sz="950" b="0" i="0" u="none" cap="none">
                          <a:solidFill>
                            <a:srgbClr val="000000">
                              <a:alpha val="100000"/>
                            </a:srgbClr>
                          </a:solidFill>
                          <a:latin typeface="游ゴシック Regular (本文)"/>
                          <a:cs typeface="游ゴシック Regular (本文)"/>
                          <a:sym typeface="游ゴシック Regular (本文)"/>
                        </a:rPr>
                        <a:t>GA4上の表記はランディング ページ + クエリ文字列。セッションの最初のページビューに関連付けられたページパスとクエリ文字列。</a:t>
                      </a:r>
                    </a:p>
                  </a:txBody>
                  <a:tcPr marL="0" marR="0" marT="63500" marB="63500" anchor="ctr">
                    <a:lnL w="12700" cap="flat" cmpd="sng" algn="ctr">
                      <a:solidFill>
                        <a:srgbClr val="CDCDCD">
                          <a:alpha val="100000"/>
                        </a:srgbClr>
                      </a:solidFill>
                      <a:prstDash val="solid"/>
                    </a:lnL>
                    <a:lnR w="12700" cap="flat" cmpd="sng" algn="ctr">
                      <a:solidFill>
                        <a:srgbClr val="CDCDCD">
                          <a:alpha val="100000"/>
                        </a:srgbClr>
                      </a:solidFill>
                      <a:prstDash val="solid"/>
                    </a:lnR>
                    <a:lnT w="12700" cap="flat" cmpd="sng" algn="ctr">
                      <a:solidFill>
                        <a:srgbClr val="CDCDCD">
                          <a:alpha val="100000"/>
                        </a:srgbClr>
                      </a:solidFill>
                      <a:prstDash val="solid"/>
                    </a:lnT>
                    <a:lnB w="12700" cap="flat" cmpd="sng" algn="ctr">
                      <a:solidFill>
                        <a:srgbClr val="CDCDCD">
                          <a:alpha val="100000"/>
                        </a:srgbClr>
                      </a:solidFill>
                      <a:prstDash val="solid"/>
                    </a:lnB>
                    <a:solidFill>
                      <a:srgbClr val="FFFFFF">
                        <a:alpha val="0"/>
                      </a:srgbClr>
                    </a:solidFill>
                  </a:tcPr>
                </a:tc>
                <a:extLst>
                  <a:ext uri="{0D108BD9-81ED-4DB2-BD59-A6C34878D82A}">
                    <a16:rowId xmlns:a16="http://schemas.microsoft.com/office/drawing/2014/main" val="10005"/>
                  </a:ext>
                </a:extLst>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40</a:t>
            </a:fld>
            <a:endParaRPr/>
          </a:p>
        </p:txBody>
      </p:sp>
    </p:spTree>
  </p:cSld>
  <p:clrMapOvr>
    <a:masterClrMapping/>
  </p:clrMapOvr>
</p:sld>
</file>

<file path=ppt/theme/theme1.xml><?xml version="1.0" encoding="utf-8"?>
<a:theme xmlns:a="http://schemas.openxmlformats.org/drawingml/2006/main" name="next">
  <a:themeElements>
    <a:clrScheme name="ユーザー定義 3">
      <a:dk1>
        <a:sysClr val="windowText" lastClr="000000"/>
      </a:dk1>
      <a:lt1>
        <a:sysClr val="window" lastClr="FFFFFF"/>
      </a:lt1>
      <a:dk2>
        <a:srgbClr val="F8F8F8"/>
      </a:dk2>
      <a:lt2>
        <a:srgbClr val="F2F2F2"/>
      </a:lt2>
      <a:accent1>
        <a:srgbClr val="FBE9E7"/>
      </a:accent1>
      <a:accent2>
        <a:srgbClr val="FF7043"/>
      </a:accent2>
      <a:accent3>
        <a:srgbClr val="C63F17"/>
      </a:accent3>
      <a:accent4>
        <a:srgbClr val="212121"/>
      </a:accent4>
      <a:accent5>
        <a:srgbClr val="B2B2B2"/>
      </a:accent5>
      <a:accent6>
        <a:srgbClr val="212121"/>
      </a:accent6>
      <a:hlink>
        <a:srgbClr val="B2B2B2"/>
      </a:hlink>
      <a:folHlink>
        <a:srgbClr val="919191"/>
      </a:folHlink>
    </a:clrScheme>
    <a:fontScheme name="ユーザー定義 1">
      <a:majorFont>
        <a:latin typeface="游ゴシック"/>
        <a:ea typeface="游ゴシック"/>
        <a:cs typeface=""/>
      </a:majorFont>
      <a:minorFont>
        <a:latin typeface="游ゴシック"/>
        <a:ea typeface="游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kumimoji="1" sz="1600" b="1"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44825</TotalTime>
  <Words>3938</Words>
  <Application>Microsoft Office PowerPoint</Application>
  <PresentationFormat>A4 210 x 297 mm</PresentationFormat>
  <Paragraphs>2190</Paragraphs>
  <Slides>41</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41</vt:i4>
      </vt:variant>
    </vt:vector>
  </HeadingPairs>
  <TitlesOfParts>
    <vt:vector size="46" baseType="lpstr">
      <vt:lpstr>Yu Gothic</vt:lpstr>
      <vt:lpstr>Yu Gothic</vt:lpstr>
      <vt:lpstr>游ゴシック Regular (本文)</vt:lpstr>
      <vt:lpstr>Arial</vt:lpstr>
      <vt:lpstr>next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
  <cp:keywords/>
  <dc:description/>
  <cp:lastModifiedBy>畑中 孝仁</cp:lastModifiedBy>
  <cp:revision>408</cp:revision>
  <dcterms:created xsi:type="dcterms:W3CDTF">2017-06-01T02:52:37Z</dcterms:created>
  <dcterms:modified xsi:type="dcterms:W3CDTF">2026-02-26T00:11:44Z</dcterms:modified>
  <cp:category/>
</cp:coreProperties>
</file>