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gif" ContentType="image/gif"/>
  <Default Extension="png" ContentType="image/png"/>
  <Default Extension="svg" ContentType="image/svg+xml"/>
  <Default Extension="bmp" ContentType="image/bmp"/>
  <Default Extension="emf" ContentType="image/x-emf"/>
  <Default Extension="wmf" ContentType="image/x-wmf"/>
  <Default Extension="tiff" ContentType="image/tiff"/>
  <Default Extension="jpg" ContentType="application/octet-stream"/>
  <Override PartName="/ppt/presentation.xml" ContentType="application/vnd.openxmlformats-officedocument.presentationml.presentation.main+xml"/>
  <Override PartName="/ppt/slideMasters/slideMaster1.xml" ContentType="application/vnd.openxmlformats-officedocument.presentationml.slideMaster+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charts/chart870117c4.xml" ContentType="application/vnd.openxmlformats-officedocument.drawingml.chart+xml"/>
  <Override PartName="/ppt/slides/slide7.xml" ContentType="application/vnd.openxmlformats-officedocument.presentationml.slide+xml"/>
  <Override PartName="/ppt/charts/chart815e3099.xml" ContentType="application/vnd.openxmlformats-officedocument.drawingml.chart+xml"/>
  <Override PartName="/ppt/slides/slide8.xml" ContentType="application/vnd.openxmlformats-officedocument.presentationml.slide+xml"/>
  <Override PartName="/ppt/charts/chart84dde856f.xml" ContentType="application/vnd.openxmlformats-officedocument.drawingml.chart+xml"/>
  <Override PartName="/ppt/slides/slide9.xml" ContentType="application/vnd.openxmlformats-officedocument.presentationml.slide+xml"/>
  <Override PartName="/ppt/charts/chart8198c9ba5.xml" ContentType="application/vnd.openxmlformats-officedocument.drawingml.chart+xml"/>
  <Override PartName="/ppt/slides/slide10.xml" ContentType="application/vnd.openxmlformats-officedocument.presentationml.slide+xml"/>
  <Override PartName="/ppt/charts/chart8651858f8.xml" ContentType="application/vnd.openxmlformats-officedocument.drawingml.chart+xml"/>
  <Override PartName="/ppt/slides/slide11.xml" ContentType="application/vnd.openxmlformats-officedocument.presentationml.slide+xml"/>
  <Override PartName="/ppt/charts/chart8720b5494.xml" ContentType="application/vnd.openxmlformats-officedocument.drawingml.chart+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harts/chart83e6ee119.xml" ContentType="application/vnd.openxmlformats-officedocument.drawingml.chart+xml"/>
  <Override PartName="/ppt/slides/slide15.xml" ContentType="application/vnd.openxmlformats-officedocument.presentationml.slide+xml"/>
  <Override PartName="/ppt/charts/chart84af1ed4a.xml" ContentType="application/vnd.openxmlformats-officedocument.drawingml.chart+xml"/>
  <Override PartName="/ppt/slides/slide16.xml" ContentType="application/vnd.openxmlformats-officedocument.presentationml.slide+xml"/>
  <Override PartName="/ppt/charts/chart816d70b41.xml" ContentType="application/vnd.openxmlformats-officedocument.drawingml.chart+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charts/chart87e1544b9.xml" ContentType="application/vnd.openxmlformats-officedocument.drawingml.chart+xml"/>
  <Override PartName="/ppt/charts/chart86de35c38.xml" ContentType="application/vnd.openxmlformats-officedocument.drawingml.chart+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charts/chart87a13beb9.xml" ContentType="application/vnd.openxmlformats-officedocument.drawingml.chart+xml"/>
  <Override PartName="/ppt/slides/slide35.xml" ContentType="application/vnd.openxmlformats-officedocument.presentationml.slide+xml"/>
  <Override PartName="/ppt/charts/chart87336890.xml" ContentType="application/vnd.openxmlformats-officedocument.drawingml.chart+xml"/>
  <Override PartName="/ppt/slides/slide36.xml" ContentType="application/vnd.openxmlformats-officedocument.presentationml.slide+xml"/>
  <Override PartName="/ppt/slides/slide37.xml" ContentType="application/vnd.openxmlformats-officedocument.presentationml.slide+xml"/>
  <Override PartName="/ppt/charts/chart852c08926.xml" ContentType="application/vnd.openxmlformats-officedocument.drawingml.chart+xml"/>
  <Override PartName="/ppt/slides/slide38.xml" ContentType="application/vnd.openxmlformats-officedocument.presentationml.slide+xml"/>
  <Override PartName="/ppt/charts/chart85debe6df.xml" ContentType="application/vnd.openxmlformats-officedocument.drawingml.chart+xml"/>
  <Override PartName="/ppt/slides/slide39.xml" ContentType="application/vnd.openxmlformats-officedocument.presentationml.slide+xml"/>
  <Override PartName="/ppt/charts/chart86a8ae3b5.xml" ContentType="application/vnd.openxmlformats-officedocument.drawingml.chart+xml"/>
  <Override PartName="/ppt/slides/slide40.xml" ContentType="application/vnd.openxmlformats-officedocument.presentationml.slide+xml"/>
  <Override PartName="/ppt/charts/chart8776c449b.xml" ContentType="application/vnd.openxmlformats-officedocument.drawingml.chart+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Types>
</file>

<file path=_rels/.rels><?xml version="1.0" encoding="UTF-8" standalone="yes"?>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726" r:id="rId1"/>
  </p:sldMasterIdLst>
  <p:notesMasterIdLst>
    <p:notesMasterId r:id="rId2"/>
  </p:notesMasterIdLst>
  <p:handoutMasterIdLst>
    <p:handoutMasterId r:id="rId3"/>
  </p:handout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7C1"/>
    <a:srgbClr val="D9E6FF"/>
    <a:srgbClr val="4979F5"/>
    <a:srgbClr val="9DB7F9"/>
    <a:srgbClr val="E6E7E8"/>
    <a:srgbClr val="A7C7DE"/>
    <a:srgbClr val="FFF9E9"/>
    <a:srgbClr val="DAC148"/>
    <a:srgbClr val="FFFFFF"/>
    <a:srgbClr val="EFEFE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26" autoAdjust="0"/>
  </p:normalViewPr>
  <p:slideViewPr>
    <p:cSldViewPr snapToGrid="0" snapToObjects="1">
      <p:cViewPr varScale="1">
        <p:scale>
          <a:sx n="78" d="100"/>
          <a:sy n="78" d="100"/>
        </p:scale>
        <p:origin x="1435" y="67"/>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0"/>
    </p:cViewPr>
  </p:sorterViewPr>
  <p:notesViewPr>
    <p:cSldViewPr snapToGrid="0" snapToObjects="1">
      <p:cViewPr varScale="1">
        <p:scale>
          <a:sx n="62" d="100"/>
          <a:sy n="62" d="100"/>
        </p:scale>
        <p:origin x="3226" y="72"/>
      </p:cViewPr>
      <p:guideLst/>
    </p:cSldViewPr>
  </p:notesViewPr>
  <p:gridSpacing cx="72008" cy="72008"/>
</p:viewPr>
</file>

<file path=ppt/_rels/presentation.xml.rels><?xml version="1.0" encoding="UTF-8" standalone="yes"?>

<Relationships  xmlns="http://schemas.openxmlformats.org/package/2006/relationships">
<Relationship Id="rId3" Type="http://schemas.openxmlformats.org/officeDocument/2006/relationships/handoutMaster" Target="handoutMasters/handoutMaster1.xml"/>
<Relationship Id="rId7" Type="http://schemas.openxmlformats.org/officeDocument/2006/relationships/tableStyles" Target="tableStyles.xml"/>
<Relationship Id="rId2" Type="http://schemas.openxmlformats.org/officeDocument/2006/relationships/notesMaster" Target="notesMasters/notesMaster1.xml"/>
<Relationship Id="rId1" Type="http://schemas.openxmlformats.org/officeDocument/2006/relationships/slideMaster" Target="slideMasters/slideMaster1.xml"/>
<Relationship Id="rId6" Type="http://schemas.openxmlformats.org/officeDocument/2006/relationships/theme" Target="theme/theme1.xml"/>
<Relationship Id="rId5" Type="http://schemas.openxmlformats.org/officeDocument/2006/relationships/viewProps" Target="viewProps.xml"/>
<Relationship Id="rId4" Type="http://schemas.openxmlformats.org/officeDocument/2006/relationships/presProps" Target="presProps.xml"/>
<Relationship Id="rId8" Type="http://schemas.openxmlformats.org/officeDocument/2006/relationships/slide" Target="slides/slide1.xml"/>
<Relationship Id="rId9" Type="http://schemas.openxmlformats.org/officeDocument/2006/relationships/slide" Target="slides/slide2.xml"/>
<Relationship Id="rId10" Type="http://schemas.openxmlformats.org/officeDocument/2006/relationships/slide" Target="slides/slide3.xml"/>
<Relationship Id="rId11" Type="http://schemas.openxmlformats.org/officeDocument/2006/relationships/slide" Target="slides/slide4.xml"/>
<Relationship Id="rId12" Type="http://schemas.openxmlformats.org/officeDocument/2006/relationships/slide" Target="slides/slide5.xml"/>
<Relationship Id="rId13" Type="http://schemas.openxmlformats.org/officeDocument/2006/relationships/slide" Target="slides/slide6.xml"/>
<Relationship Id="rId14" Type="http://schemas.openxmlformats.org/officeDocument/2006/relationships/slide" Target="slides/slide7.xml"/>
<Relationship Id="rId15" Type="http://schemas.openxmlformats.org/officeDocument/2006/relationships/slide" Target="slides/slide8.xml"/>
<Relationship Id="rId16" Type="http://schemas.openxmlformats.org/officeDocument/2006/relationships/slide" Target="slides/slide9.xml"/>
<Relationship Id="rId17" Type="http://schemas.openxmlformats.org/officeDocument/2006/relationships/slide" Target="slides/slide10.xml"/>
<Relationship Id="rId18" Type="http://schemas.openxmlformats.org/officeDocument/2006/relationships/slide" Target="slides/slide11.xml"/>
<Relationship Id="rId19" Type="http://schemas.openxmlformats.org/officeDocument/2006/relationships/slide" Target="slides/slide12.xml"/>
<Relationship Id="rId20" Type="http://schemas.openxmlformats.org/officeDocument/2006/relationships/slide" Target="slides/slide13.xml"/>
<Relationship Id="rId21" Type="http://schemas.openxmlformats.org/officeDocument/2006/relationships/slide" Target="slides/slide14.xml"/>
<Relationship Id="rId22" Type="http://schemas.openxmlformats.org/officeDocument/2006/relationships/slide" Target="slides/slide15.xml"/>
<Relationship Id="rId23" Type="http://schemas.openxmlformats.org/officeDocument/2006/relationships/slide" Target="slides/slide16.xml"/>
<Relationship Id="rId24" Type="http://schemas.openxmlformats.org/officeDocument/2006/relationships/slide" Target="slides/slide17.xml"/>
<Relationship Id="rId25" Type="http://schemas.openxmlformats.org/officeDocument/2006/relationships/slide" Target="slides/slide18.xml"/>
<Relationship Id="rId26" Type="http://schemas.openxmlformats.org/officeDocument/2006/relationships/slide" Target="slides/slide19.xml"/>
<Relationship Id="rId27" Type="http://schemas.openxmlformats.org/officeDocument/2006/relationships/slide" Target="slides/slide20.xml"/>
<Relationship Id="rId28" Type="http://schemas.openxmlformats.org/officeDocument/2006/relationships/slide" Target="slides/slide21.xml"/>
<Relationship Id="rId29" Type="http://schemas.openxmlformats.org/officeDocument/2006/relationships/slide" Target="slides/slide22.xml"/>
<Relationship Id="rId30" Type="http://schemas.openxmlformats.org/officeDocument/2006/relationships/slide" Target="slides/slide23.xml"/>
<Relationship Id="rId31" Type="http://schemas.openxmlformats.org/officeDocument/2006/relationships/slide" Target="slides/slide24.xml"/>
<Relationship Id="rId32" Type="http://schemas.openxmlformats.org/officeDocument/2006/relationships/slide" Target="slides/slide25.xml"/>
<Relationship Id="rId33" Type="http://schemas.openxmlformats.org/officeDocument/2006/relationships/slide" Target="slides/slide26.xml"/>
<Relationship Id="rId34" Type="http://schemas.openxmlformats.org/officeDocument/2006/relationships/slide" Target="slides/slide27.xml"/>
<Relationship Id="rId35" Type="http://schemas.openxmlformats.org/officeDocument/2006/relationships/slide" Target="slides/slide28.xml"/>
<Relationship Id="rId36" Type="http://schemas.openxmlformats.org/officeDocument/2006/relationships/slide" Target="slides/slide29.xml"/>
<Relationship Id="rId37" Type="http://schemas.openxmlformats.org/officeDocument/2006/relationships/slide" Target="slides/slide30.xml"/>
<Relationship Id="rId38" Type="http://schemas.openxmlformats.org/officeDocument/2006/relationships/slide" Target="slides/slide31.xml"/>
<Relationship Id="rId39" Type="http://schemas.openxmlformats.org/officeDocument/2006/relationships/slide" Target="slides/slide32.xml"/>
<Relationship Id="rId40" Type="http://schemas.openxmlformats.org/officeDocument/2006/relationships/slide" Target="slides/slide33.xml"/>
<Relationship Id="rId41" Type="http://schemas.openxmlformats.org/officeDocument/2006/relationships/slide" Target="slides/slide34.xml"/>
<Relationship Id="rId42" Type="http://schemas.openxmlformats.org/officeDocument/2006/relationships/slide" Target="slides/slide35.xml"/>
<Relationship Id="rId43" Type="http://schemas.openxmlformats.org/officeDocument/2006/relationships/slide" Target="slides/slide36.xml"/>
<Relationship Id="rId44" Type="http://schemas.openxmlformats.org/officeDocument/2006/relationships/slide" Target="slides/slide37.xml"/>
<Relationship Id="rId45" Type="http://schemas.openxmlformats.org/officeDocument/2006/relationships/slide" Target="slides/slide38.xml"/>
<Relationship Id="rId46" Type="http://schemas.openxmlformats.org/officeDocument/2006/relationships/slide" Target="slides/slide39.xml"/>
<Relationship Id="rId47" Type="http://schemas.openxmlformats.org/officeDocument/2006/relationships/slide" Target="slides/slide40.xml"/>
<Relationship Id="rId48" Type="http://schemas.openxmlformats.org/officeDocument/2006/relationships/slide" Target="slides/slide41.xml"/>
<Relationship Id="rId49" Type="http://schemas.openxmlformats.org/officeDocument/2006/relationships/slide" Target="slides/slide42.xml"/>
<Relationship Id="rId50" Type="http://schemas.openxmlformats.org/officeDocument/2006/relationships/slide" Target="slides/slide43.xml"/>
<Relationship Id="rId51" Type="http://schemas.openxmlformats.org/officeDocument/2006/relationships/slide" Target="slides/slide44.xml"/>
</Relationships>

</file>

<file path=ppt/charts/_rels/chart83e6ee119.xml.rels><?xml version="1.0" encoding="UTF-8" standalone="yes"?><Relationships  xmlns="http://schemas.openxmlformats.org/package/2006/relationships"><Relationship Id="rId1" Type="http://schemas.openxmlformats.org/officeDocument/2006/relationships/package" Target="../embeddings/data830fcbf8e.xlsx"/></Relationships>

</file>

<file path=ppt/charts/_rels/chart84af1ed4a.xml.rels><?xml version="1.0" encoding="UTF-8" standalone="yes"?><Relationships  xmlns="http://schemas.openxmlformats.org/package/2006/relationships"><Relationship Id="rId1" Type="http://schemas.openxmlformats.org/officeDocument/2006/relationships/package" Target="../embeddings/data84050ed94.xlsx"/></Relationships>

</file>

<file path=ppt/charts/_rels/chart84dde856f.xml.rels><?xml version="1.0" encoding="UTF-8" standalone="yes"?><Relationships  xmlns="http://schemas.openxmlformats.org/package/2006/relationships"><Relationship Id="rId1" Type="http://schemas.openxmlformats.org/officeDocument/2006/relationships/package" Target="../embeddings/data8739318d4.xlsx"/></Relationships>

</file>

<file path=ppt/charts/_rels/chart85debe6df.xml.rels><?xml version="1.0" encoding="UTF-8" standalone="yes"?><Relationships  xmlns="http://schemas.openxmlformats.org/package/2006/relationships"><Relationship Id="rId1" Type="http://schemas.openxmlformats.org/officeDocument/2006/relationships/package" Target="../embeddings/data828cf001c.xlsx"/></Relationships>

</file>

<file path=ppt/charts/_rels/chart86a8ae3b5.xml.rels><?xml version="1.0" encoding="UTF-8" standalone="yes"?><Relationships  xmlns="http://schemas.openxmlformats.org/package/2006/relationships"><Relationship Id="rId1" Type="http://schemas.openxmlformats.org/officeDocument/2006/relationships/package" Target="../embeddings/data8392cd530.xlsx"/></Relationships>

</file>

<file path=ppt/charts/_rels/chart86de35c38.xml.rels><?xml version="1.0" encoding="UTF-8" standalone="yes"?><Relationships  xmlns="http://schemas.openxmlformats.org/package/2006/relationships"><Relationship Id="rId1" Type="http://schemas.openxmlformats.org/officeDocument/2006/relationships/package" Target="../embeddings/data86c95260c.xlsx"/></Relationships>

</file>

<file path=ppt/charts/_rels/chart87a13beb9.xml.rels><?xml version="1.0" encoding="UTF-8" standalone="yes"?><Relationships  xmlns="http://schemas.openxmlformats.org/package/2006/relationships"><Relationship Id="rId1" Type="http://schemas.openxmlformats.org/officeDocument/2006/relationships/package" Target="../embeddings/data87ba4eb51.xlsx"/></Relationships>

</file>

<file path=ppt/charts/_rels/chart87e1544b9.xml.rels><?xml version="1.0" encoding="UTF-8" standalone="yes"?><Relationships  xmlns="http://schemas.openxmlformats.org/package/2006/relationships"><Relationship Id="rId1" Type="http://schemas.openxmlformats.org/officeDocument/2006/relationships/package" Target="../embeddings/data863755c3f.xlsx"/></Relationships>

</file>

<file path=ppt/charts/_rels/chart815e3099.xml.rels><?xml version="1.0" encoding="UTF-8" standalone="yes"?><Relationships  xmlns="http://schemas.openxmlformats.org/package/2006/relationships"><Relationship Id="rId1" Type="http://schemas.openxmlformats.org/officeDocument/2006/relationships/package" Target="../embeddings/data823fe5f66.xlsx"/></Relationships>

</file>

<file path=ppt/charts/_rels/chart816d70b41.xml.rels><?xml version="1.0" encoding="UTF-8" standalone="yes"?><Relationships  xmlns="http://schemas.openxmlformats.org/package/2006/relationships"><Relationship Id="rId1" Type="http://schemas.openxmlformats.org/officeDocument/2006/relationships/package" Target="../embeddings/data8f960756.xlsx"/></Relationships>

</file>

<file path=ppt/charts/_rels/chart852c08926.xml.rels><?xml version="1.0" encoding="UTF-8" standalone="yes"?><Relationships  xmlns="http://schemas.openxmlformats.org/package/2006/relationships"><Relationship Id="rId1" Type="http://schemas.openxmlformats.org/officeDocument/2006/relationships/package" Target="../embeddings/data85b1258b2.xlsx"/></Relationships>

</file>

<file path=ppt/charts/_rels/chart8198c9ba5.xml.rels><?xml version="1.0" encoding="UTF-8" standalone="yes"?><Relationships  xmlns="http://schemas.openxmlformats.org/package/2006/relationships"><Relationship Id="rId1" Type="http://schemas.openxmlformats.org/officeDocument/2006/relationships/package" Target="../embeddings/data842bf6368.xlsx"/></Relationships>

</file>

<file path=ppt/charts/_rels/chart8720b5494.xml.rels><?xml version="1.0" encoding="UTF-8" standalone="yes"?><Relationships  xmlns="http://schemas.openxmlformats.org/package/2006/relationships"><Relationship Id="rId1" Type="http://schemas.openxmlformats.org/officeDocument/2006/relationships/package" Target="../embeddings/data8610923db.xlsx"/></Relationships>

</file>

<file path=ppt/charts/_rels/chart8776c449b.xml.rels><?xml version="1.0" encoding="UTF-8" standalone="yes"?><Relationships  xmlns="http://schemas.openxmlformats.org/package/2006/relationships"><Relationship Id="rId1" Type="http://schemas.openxmlformats.org/officeDocument/2006/relationships/package" Target="../embeddings/data848bcd7a5.xlsx"/></Relationships>

</file>

<file path=ppt/charts/_rels/chart870117c4.xml.rels><?xml version="1.0" encoding="UTF-8" standalone="yes"?><Relationships  xmlns="http://schemas.openxmlformats.org/package/2006/relationships"><Relationship Id="rId1" Type="http://schemas.openxmlformats.org/officeDocument/2006/relationships/package" Target="../embeddings/data84bc5b7f4.xlsx"/></Relationships>

</file>

<file path=ppt/charts/_rels/chart8651858f8.xml.rels><?xml version="1.0" encoding="UTF-8" standalone="yes"?><Relationships  xmlns="http://schemas.openxmlformats.org/package/2006/relationships"><Relationship Id="rId1" Type="http://schemas.openxmlformats.org/officeDocument/2006/relationships/package" Target="../embeddings/data810f5823a.xlsx"/></Relationships>

</file>

<file path=ppt/charts/_rels/chart87336890.xml.rels><?xml version="1.0" encoding="UTF-8" standalone="yes"?><Relationships  xmlns="http://schemas.openxmlformats.org/package/2006/relationships"><Relationship Id="rId1" Type="http://schemas.openxmlformats.org/officeDocument/2006/relationships/package" Target="../embeddings/data84c683de9.xlsx"/></Relationships>

</file>

<file path=ppt/charts/chart83e6ee119.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2025年4月 ~ 2026年3月</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col"/>
        <c:grouping val="clustered"/>
        <c:varyColors val="0"/>
        <c:ser>
          <c:idx val="0"/>
          <c:order val="0"/>
          <c:tx>
            <c:strRef>
              <c:f>sheet1!$B$1</c:f>
              <c:strCache>
                <c:ptCount val="1"/>
                <c:pt idx="0">
                  <c:v>1</c:v>
                </c:pt>
              </c:strCache>
            </c:strRef>
          </c:tx>
          <c:spPr>
            <a:solidFill>
              <a:srgbClr val="9DB7F9">
                <a:alpha val="100000"/>
              </a:srgbClr>
            </a:solidFill>
            <a:ln w="25400">
              <a:solidFill>
                <a:srgbClr val="9DB7F9">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sheet1!$B$2:$B$13</c:f>
              <c:numCache>
                <c:ptCount val="12"/>
                <c:pt idx="0">
                  <c:v>0.6756137</c:v>
                </c:pt>
                <c:pt idx="1">
                  <c:v>0.6610336</c:v>
                </c:pt>
                <c:pt idx="2">
                  <c:v>0.6608250</c:v>
                </c:pt>
                <c:pt idx="3">
                  <c:v>0.6136458</c:v>
                </c:pt>
                <c:pt idx="4">
                  <c:v>0.6229726</c:v>
                </c:pt>
                <c:pt idx="5">
                  <c:v>0.6287657</c:v>
                </c:pt>
                <c:pt idx="6">
                  <c:v>0.6266777</c:v>
                </c:pt>
                <c:pt idx="7">
                  <c:v>0.6552821</c:v>
                </c:pt>
                <c:pt idx="8">
                  <c:v>0.6475388</c:v>
                </c:pt>
                <c:pt idx="9">
                  <c:v>0.5983762</c:v>
                </c:pt>
                <c:pt idx="10">
                  <c:v>0.5916571</c:v>
                </c:pt>
                <c:pt idx="11">
                  <c:v>0.6512994</c:v>
                </c:pt>
              </c:numCache>
            </c:numRef>
          </c:val>
        </c:ser>
        <c:ser>
          <c:idx val="1"/>
          <c:order val="1"/>
          <c:tx>
            <c:strRef>
              <c:f>sheet1!$C$1</c:f>
              <c:strCache>
                <c:ptCount val="1"/>
                <c:pt idx="0">
                  <c:v>2</c:v>
                </c:pt>
              </c:strCache>
            </c:strRef>
          </c:tx>
          <c:spPr>
            <a:solidFill>
              <a:srgbClr val="0017C1">
                <a:alpha val="100000"/>
              </a:srgbClr>
            </a:solidFill>
            <a:ln w="25400">
              <a:solidFill>
                <a:srgbClr val="0017C1">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sheet1!$C$2:$C$13</c:f>
              <c:numCache>
                <c:ptCount val="12"/>
                <c:pt idx="0">
                  <c:v>0.6518359</c:v>
                </c:pt>
                <c:pt idx="1">
                  <c:v>0.6782018</c:v>
                </c:pt>
                <c:pt idx="2">
                  <c:v>0.6668592</c:v>
                </c:pt>
                <c:pt idx="3">
                  <c:v>0.6567303</c:v>
                </c:pt>
                <c:pt idx="4">
                  <c:v>0.6667326</c:v>
                </c:pt>
                <c:pt idx="5">
                  <c:v>0.5148762</c:v>
                </c:pt>
                <c:pt idx="6">
                  <c:v>0.5786553</c:v>
                </c:pt>
                <c:pt idx="7">
                  <c:v>0.6484902</c:v>
                </c:pt>
                <c:pt idx="8">
                  <c:v>0.6488478</c:v>
                </c:pt>
                <c:pt idx="9">
                  <c:v>0.6688646</c:v>
                </c:pt>
                <c:pt idx="10">
                  <c:v>0.6950608</c:v>
                </c:pt>
                <c:pt idx="11">
                  <c:v>0.6424689</c:v>
                </c:pt>
              </c:numCache>
            </c:numRef>
          </c:val>
        </c:ser>
        <c:dLbls>
          <c:dLblPos val="ctr"/>
          <c:numFmt formatCode="General" sourceLinked="0"/>
          <c:separator val=", "/>
          <c:showBubbleSize val="0"/>
          <c:showCatName val="0"/>
          <c:showLegendKey val="0"/>
          <c:showPercent val="0"/>
          <c:showSerName val="0"/>
          <c:showVal val="0"/>
        </c:dLbls>
        <c:gapWidth val="150"/>
        <c:overlap val="-30"/>
        <c:axId val="64451712"/>
        <c:axId val="64453248"/>
      </c:bar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 sourceLinked="0"/>
        <c:crossAx val="64453248"/>
        <c:crosses val="autoZero"/>
      </c:dateAx>
      <c:valAx>
        <c:axId val="64453248"/>
        <c:scaling>
          <c:orientation val="minMax"/>
        </c:scaling>
        <c:delete val="0"/>
        <c:axPos val="l"/>
        <c:majorGridlines>
          <c:spPr>
            <a:ln algn="ctr" w="12700">
              <a:solidFill>
                <a:srgbClr val="E5E5E5">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0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4af1ed4a.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2025年4月 ~ 2026年3月</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col"/>
        <c:grouping val="clustered"/>
        <c:varyColors val="0"/>
        <c:ser>
          <c:idx val="0"/>
          <c:order val="0"/>
          <c:tx>
            <c:strRef>
              <c:f>sheet1!$B$1</c:f>
              <c:strCache>
                <c:ptCount val="1"/>
                <c:pt idx="0">
                  <c:v>1</c:v>
                </c:pt>
              </c:strCache>
            </c:strRef>
          </c:tx>
          <c:spPr>
            <a:solidFill>
              <a:srgbClr val="9DB7F9">
                <a:alpha val="100000"/>
              </a:srgbClr>
            </a:solidFill>
            <a:ln w="25400">
              <a:solidFill>
                <a:srgbClr val="9DB7F9">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sheet1!$B$2:$B$13</c:f>
              <c:numCache>
                <c:ptCount val="12"/>
                <c:pt idx="0">
                  <c:v>0.001101426</c:v>
                </c:pt>
                <c:pt idx="1">
                  <c:v>0.001450796</c:v>
                </c:pt>
                <c:pt idx="2">
                  <c:v>0.001372531</c:v>
                </c:pt>
                <c:pt idx="3">
                  <c:v>0.001290570</c:v>
                </c:pt>
                <c:pt idx="4">
                  <c:v>0.001363951</c:v>
                </c:pt>
                <c:pt idx="5">
                  <c:v>0.001387787</c:v>
                </c:pt>
                <c:pt idx="6">
                  <c:v>0.001634930</c:v>
                </c:pt>
                <c:pt idx="7">
                  <c:v>0.001422653</c:v>
                </c:pt>
                <c:pt idx="8">
                  <c:v>0.001469611</c:v>
                </c:pt>
                <c:pt idx="9">
                  <c:v>0.001403152</c:v>
                </c:pt>
                <c:pt idx="10">
                  <c:v>0.001384943</c:v>
                </c:pt>
                <c:pt idx="11">
                  <c:v>0.001373490</c:v>
                </c:pt>
              </c:numCache>
            </c:numRef>
          </c:val>
        </c:ser>
        <c:ser>
          <c:idx val="1"/>
          <c:order val="1"/>
          <c:tx>
            <c:strRef>
              <c:f>sheet1!$C$1</c:f>
              <c:strCache>
                <c:ptCount val="1"/>
                <c:pt idx="0">
                  <c:v>2</c:v>
                </c:pt>
              </c:strCache>
            </c:strRef>
          </c:tx>
          <c:spPr>
            <a:solidFill>
              <a:srgbClr val="0017C1">
                <a:alpha val="100000"/>
              </a:srgbClr>
            </a:solidFill>
            <a:ln w="25400">
              <a:solidFill>
                <a:srgbClr val="0017C1">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sheet1!$C$2:$C$13</c:f>
              <c:numCache>
                <c:ptCount val="12"/>
                <c:pt idx="0">
                  <c:v>0.0013415868</c:v>
                </c:pt>
                <c:pt idx="1">
                  <c:v>0.0012044258</c:v>
                </c:pt>
                <c:pt idx="2">
                  <c:v>0.0012830409</c:v>
                </c:pt>
                <c:pt idx="3">
                  <c:v>0.0013704385</c:v>
                </c:pt>
                <c:pt idx="4">
                  <c:v>0.0015370309</c:v>
                </c:pt>
                <c:pt idx="5">
                  <c:v>0.0009088047</c:v>
                </c:pt>
                <c:pt idx="6">
                  <c:v>0.0010629772</c:v>
                </c:pt>
                <c:pt idx="7">
                  <c:v>0.0012328925</c:v>
                </c:pt>
                <c:pt idx="8">
                  <c:v>0.0013018303</c:v>
                </c:pt>
                <c:pt idx="9">
                  <c:v>0.0011572725</c:v>
                </c:pt>
                <c:pt idx="10">
                  <c:v>0.0013826522</c:v>
                </c:pt>
                <c:pt idx="11">
                  <c:v>0.0014452127</c:v>
                </c:pt>
              </c:numCache>
            </c:numRef>
          </c:val>
        </c:ser>
        <c:dLbls>
          <c:dLblPos val="ctr"/>
          <c:numFmt formatCode="General" sourceLinked="0"/>
          <c:separator val=", "/>
          <c:showBubbleSize val="0"/>
          <c:showCatName val="0"/>
          <c:showLegendKey val="0"/>
          <c:showPercent val="0"/>
          <c:showSerName val="0"/>
          <c:showVal val="0"/>
        </c:dLbls>
        <c:gapWidth val="150"/>
        <c:overlap val="-30"/>
        <c:axId val="64451712"/>
        <c:axId val="64453248"/>
      </c:bar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 sourceLinked="0"/>
        <c:crossAx val="64453248"/>
        <c:crosses val="autoZero"/>
      </c:dateAx>
      <c:valAx>
        <c:axId val="64453248"/>
        <c:scaling>
          <c:orientation val="minMax"/>
        </c:scaling>
        <c:delete val="0"/>
        <c:axPos val="l"/>
        <c:majorGridlines>
          <c:spPr>
            <a:ln algn="ctr" w="12700">
              <a:solidFill>
                <a:srgbClr val="E5E5E5">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h:mm:ss"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4dde856f.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2025年4月 ~ 2026年3月</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col"/>
        <c:grouping val="clustered"/>
        <c:varyColors val="0"/>
        <c:ser>
          <c:idx val="0"/>
          <c:order val="0"/>
          <c:tx>
            <c:strRef>
              <c:f>sheet1!$B$1</c:f>
              <c:strCache>
                <c:ptCount val="1"/>
                <c:pt idx="0">
                  <c:v>1</c:v>
                </c:pt>
              </c:strCache>
            </c:strRef>
          </c:tx>
          <c:spPr>
            <a:solidFill>
              <a:srgbClr val="9DB7F9">
                <a:alpha val="100000"/>
              </a:srgbClr>
            </a:solidFill>
            <a:ln w="25400">
              <a:solidFill>
                <a:srgbClr val="9DB7F9">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sheet1!$B$2:$B$13</c:f>
              <c:numCache>
                <c:ptCount val="12"/>
                <c:pt idx="0">
                  <c:v>7414</c:v>
                </c:pt>
                <c:pt idx="1">
                  <c:v>8166</c:v>
                </c:pt>
                <c:pt idx="2">
                  <c:v>9358</c:v>
                </c:pt>
                <c:pt idx="3">
                  <c:v>9600</c:v>
                </c:pt>
                <c:pt idx="4">
                  <c:v>8262</c:v>
                </c:pt>
                <c:pt idx="5">
                  <c:v>8531</c:v>
                </c:pt>
                <c:pt idx="6">
                  <c:v>8494</c:v>
                </c:pt>
                <c:pt idx="7">
                  <c:v>8491</c:v>
                </c:pt>
                <c:pt idx="8">
                  <c:v>7354</c:v>
                </c:pt>
                <c:pt idx="9">
                  <c:v>13672</c:v>
                </c:pt>
                <c:pt idx="10">
                  <c:v>19202</c:v>
                </c:pt>
                <c:pt idx="11">
                  <c:v>10043</c:v>
                </c:pt>
              </c:numCache>
            </c:numRef>
          </c:val>
        </c:ser>
        <c:ser>
          <c:idx val="1"/>
          <c:order val="1"/>
          <c:tx>
            <c:strRef>
              <c:f>sheet1!$C$1</c:f>
              <c:strCache>
                <c:ptCount val="1"/>
                <c:pt idx="0">
                  <c:v>2</c:v>
                </c:pt>
              </c:strCache>
            </c:strRef>
          </c:tx>
          <c:spPr>
            <a:solidFill>
              <a:srgbClr val="0017C1">
                <a:alpha val="100000"/>
              </a:srgbClr>
            </a:solidFill>
            <a:ln w="25400">
              <a:solidFill>
                <a:srgbClr val="0017C1">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sheet1!$C$2:$C$13</c:f>
              <c:numCache>
                <c:ptCount val="12"/>
                <c:pt idx="0">
                  <c:v>6046</c:v>
                </c:pt>
                <c:pt idx="1">
                  <c:v>6473</c:v>
                </c:pt>
                <c:pt idx="2">
                  <c:v>6925</c:v>
                </c:pt>
                <c:pt idx="3">
                  <c:v>8588</c:v>
                </c:pt>
                <c:pt idx="4">
                  <c:v>10106</c:v>
                </c:pt>
                <c:pt idx="5">
                  <c:v>13209</c:v>
                </c:pt>
                <c:pt idx="6">
                  <c:v>10991</c:v>
                </c:pt>
                <c:pt idx="7">
                  <c:v>10233</c:v>
                </c:pt>
                <c:pt idx="8">
                  <c:v>8549</c:v>
                </c:pt>
                <c:pt idx="9">
                  <c:v>12436</c:v>
                </c:pt>
                <c:pt idx="10">
                  <c:v>13160</c:v>
                </c:pt>
                <c:pt idx="11">
                  <c:v>10304</c:v>
                </c:pt>
              </c:numCache>
            </c:numRef>
          </c:val>
        </c:ser>
        <c:dLbls>
          <c:dLblPos val="ctr"/>
          <c:numFmt formatCode="General" sourceLinked="0"/>
          <c:separator val=", "/>
          <c:showBubbleSize val="0"/>
          <c:showCatName val="0"/>
          <c:showLegendKey val="0"/>
          <c:showPercent val="0"/>
          <c:showSerName val="0"/>
          <c:showVal val="0"/>
        </c:dLbls>
        <c:gapWidth val="150"/>
        <c:overlap val="-30"/>
        <c:axId val="64451712"/>
        <c:axId val="64453248"/>
      </c:bar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 sourceLinked="0"/>
        <c:crossAx val="64453248"/>
        <c:crosses val="autoZero"/>
      </c:dateAx>
      <c:valAx>
        <c:axId val="64453248"/>
        <c:scaling>
          <c:orientation val="minMax"/>
        </c:scaling>
        <c:delete val="0"/>
        <c:axPos val="l"/>
        <c:majorGridlines>
          <c:spPr>
            <a:ln algn="ctr" w="12700">
              <a:solidFill>
                <a:srgbClr val="E5E5E5">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5debe6df.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2026年3月</a:t>
            </a:r>
          </a:p>
        </c:rich>
      </c:tx>
      <c:layout/>
      <c:overlay val="0"/>
    </c:title>
    <c:autoTitleDeleted val="0"/>
    <c:plotArea xmlns:c="http://schemas.openxmlformats.org/drawingml/2006/chart" xmlns:a="http://schemas.openxmlformats.org/drawingml/2006/main" xmlns:r="http://schemas.openxmlformats.org/officeDocument/2006/relationships">
      <c:layout/>
      <c:lineChart>
        <c:grouping val="standard"/>
        <c:varyColors val="0"/>
        <c:ser>
          <c:idx val="0"/>
          <c:order val="0"/>
          <c:tx>
            <c:strRef>
              <c:f>sheet1!$B$1</c:f>
              <c:strCache>
                <c:ptCount val="1"/>
                <c:pt idx="0">
                  <c:v>metric</c:v>
                </c:pt>
              </c:strCache>
            </c:strRef>
          </c:tx>
          <c:spPr>
            <a:ln algn="ctr" w="25400">
              <a:solidFill>
                <a:srgbClr val="0017C1">
                  <a:alpha val="100000"/>
                </a:srgbClr>
              </a:solidFill>
              <a:prstDash val="solid"/>
            </a:ln>
          </c:spPr>
          <c:marker>
            <c:symbol val="circle"/>
            <c:size val="8"/>
            <c:spPr>
              <a:solidFill>
                <a:srgbClr val="0017C1">
                  <a:alpha val="100000"/>
                </a:srgbClr>
              </a:solidFill>
              <a:ln>
                <a:solidFill>
                  <a:srgbClr val="0017C1">
                    <a:alpha val="100000"/>
                  </a:srgbClr>
                </a:solidFill>
              </a:ln>
              <a:effectLst/>
            </c:spPr>
          </c:marker>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sheet1!$A$2:$A$32</c:f>
              <c:numCache>
                <c:formatCode>yyyy\-mm\-dd</c:formatCode>
                <c:ptCount val="31"/>
                <c:pt idx="0">
                  <c:v>46082</c:v>
                </c:pt>
                <c:pt idx="1">
                  <c:v>46083</c:v>
                </c:pt>
                <c:pt idx="2">
                  <c:v>46084</c:v>
                </c:pt>
                <c:pt idx="3">
                  <c:v>46085</c:v>
                </c:pt>
                <c:pt idx="4">
                  <c:v>46086</c:v>
                </c:pt>
                <c:pt idx="5">
                  <c:v>46087</c:v>
                </c:pt>
                <c:pt idx="6">
                  <c:v>46088</c:v>
                </c:pt>
                <c:pt idx="7">
                  <c:v>46089</c:v>
                </c:pt>
                <c:pt idx="8">
                  <c:v>46090</c:v>
                </c:pt>
                <c:pt idx="9">
                  <c:v>46091</c:v>
                </c:pt>
                <c:pt idx="10">
                  <c:v>46092</c:v>
                </c:pt>
                <c:pt idx="11">
                  <c:v>46093</c:v>
                </c:pt>
                <c:pt idx="12">
                  <c:v>46094</c:v>
                </c:pt>
                <c:pt idx="13">
                  <c:v>46095</c:v>
                </c:pt>
                <c:pt idx="14">
                  <c:v>46096</c:v>
                </c:pt>
                <c:pt idx="15">
                  <c:v>46097</c:v>
                </c:pt>
                <c:pt idx="16">
                  <c:v>46098</c:v>
                </c:pt>
                <c:pt idx="17">
                  <c:v>46099</c:v>
                </c:pt>
                <c:pt idx="18">
                  <c:v>46100</c:v>
                </c:pt>
                <c:pt idx="19">
                  <c:v>46101</c:v>
                </c:pt>
                <c:pt idx="20">
                  <c:v>46102</c:v>
                </c:pt>
                <c:pt idx="21">
                  <c:v>46103</c:v>
                </c:pt>
                <c:pt idx="22">
                  <c:v>46104</c:v>
                </c:pt>
                <c:pt idx="23">
                  <c:v>46105</c:v>
                </c:pt>
                <c:pt idx="24">
                  <c:v>46106</c:v>
                </c:pt>
                <c:pt idx="25">
                  <c:v>46107</c:v>
                </c:pt>
                <c:pt idx="26">
                  <c:v>46108</c:v>
                </c:pt>
                <c:pt idx="27">
                  <c:v>46109</c:v>
                </c:pt>
                <c:pt idx="28">
                  <c:v>46110</c:v>
                </c:pt>
                <c:pt idx="29">
                  <c:v>46111</c:v>
                </c:pt>
                <c:pt idx="30">
                  <c:v>46112</c:v>
                </c:pt>
              </c:numCache>
            </c:numRef>
          </c:cat>
          <c:val>
            <c:numRef>
              <c:f>sheet1!$B$2:$B$32</c:f>
              <c:numCache>
                <c:ptCount val="31"/>
                <c:pt idx="0">
                  <c:v>6</c:v>
                </c:pt>
                <c:pt idx="1">
                  <c:v>5</c:v>
                </c:pt>
                <c:pt idx="2">
                  <c:v>4</c:v>
                </c:pt>
                <c:pt idx="3">
                  <c:v>4</c:v>
                </c:pt>
                <c:pt idx="4">
                  <c:v>2</c:v>
                </c:pt>
                <c:pt idx="5">
                  <c:v>18</c:v>
                </c:pt>
                <c:pt idx="6">
                  <c:v>10</c:v>
                </c:pt>
                <c:pt idx="7">
                  <c:v>7</c:v>
                </c:pt>
                <c:pt idx="8">
                  <c:v>3</c:v>
                </c:pt>
                <c:pt idx="9">
                  <c:v>3</c:v>
                </c:pt>
                <c:pt idx="10">
                  <c:v>2</c:v>
                </c:pt>
                <c:pt idx="11">
                  <c:v>4</c:v>
                </c:pt>
                <c:pt idx="12">
                  <c:v>2</c:v>
                </c:pt>
                <c:pt idx="13">
                  <c:v>10</c:v>
                </c:pt>
                <c:pt idx="14">
                  <c:v>11</c:v>
                </c:pt>
                <c:pt idx="15">
                  <c:v>3</c:v>
                </c:pt>
                <c:pt idx="16">
                  <c:v>5</c:v>
                </c:pt>
                <c:pt idx="17">
                  <c:v>16</c:v>
                </c:pt>
                <c:pt idx="18">
                  <c:v>2</c:v>
                </c:pt>
                <c:pt idx="19">
                  <c:v>5</c:v>
                </c:pt>
                <c:pt idx="20">
                  <c:v>4</c:v>
                </c:pt>
                <c:pt idx="21">
                  <c:v>1</c:v>
                </c:pt>
                <c:pt idx="22">
                  <c:v>16</c:v>
                </c:pt>
                <c:pt idx="23">
                  <c:v>6</c:v>
                </c:pt>
                <c:pt idx="24">
                  <c:v>1</c:v>
                </c:pt>
                <c:pt idx="25">
                  <c:v>5</c:v>
                </c:pt>
                <c:pt idx="26">
                  <c:v>4</c:v>
                </c:pt>
                <c:pt idx="27">
                  <c:v>5</c:v>
                </c:pt>
                <c:pt idx="28">
                  <c:v>5</c:v>
                </c:pt>
                <c:pt idx="29">
                  <c:v>2</c:v>
                </c:pt>
                <c:pt idx="30">
                  <c:v>8</c:v>
                </c:pt>
              </c:numCache>
            </c:numRef>
          </c:val>
          <c:smooth val="1"/>
        </c:ser>
        <c:dLbls>
          <c:dLblPos val="ctr"/>
          <c:numFmt formatCode="General" sourceLinked="0"/>
          <c:separator val=", "/>
          <c:showBubbleSize val="0"/>
          <c:showCatName val="0"/>
          <c:showLegendKey val="0"/>
          <c:showPercent val="0"/>
          <c:showSerName val="0"/>
          <c:showVal val="0"/>
        </c:dLbls>
        <c:axId val="64451712"/>
        <c:axId val="64453248"/>
      </c:line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dd" sourceLinked="0"/>
        <c:crossAx val="64453248"/>
        <c:crosses val="autoZero"/>
      </c:dateAx>
      <c:valAx>
        <c:axId val="64453248"/>
        <c:scaling>
          <c:orientation val="minMax"/>
          <c:min val="0.00"/>
        </c:scaling>
        <c:delete val="0"/>
        <c:axPos val="l"/>
        <c:majorGridlines>
          <c:spPr>
            <a:ln algn="ctr" w="12700">
              <a:solidFill>
                <a:srgbClr val="B2B2B2">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6a8ae3b5.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2025年4月 ~ 2026年3月</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col"/>
        <c:grouping val="clustered"/>
        <c:varyColors val="0"/>
        <c:ser>
          <c:idx val="0"/>
          <c:order val="0"/>
          <c:tx>
            <c:strRef>
              <c:f>sheet1!$B$1</c:f>
              <c:strCache>
                <c:ptCount val="1"/>
                <c:pt idx="0">
                  <c:v>1</c:v>
                </c:pt>
              </c:strCache>
            </c:strRef>
          </c:tx>
          <c:spPr>
            <a:solidFill>
              <a:srgbClr val="9DB7F9">
                <a:alpha val="100000"/>
              </a:srgbClr>
            </a:solidFill>
            <a:ln w="25400">
              <a:solidFill>
                <a:srgbClr val="9DB7F9">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sheet1!$B$2:$B$13</c:f>
              <c:numCache>
                <c:ptCount val="12"/>
                <c:pt idx="0">
                  <c:v>0.004414621</c:v>
                </c:pt>
                <c:pt idx="1">
                  <c:v>0.011256415</c:v>
                </c:pt>
                <c:pt idx="2">
                  <c:v>0.013418903</c:v>
                </c:pt>
                <c:pt idx="3">
                  <c:v>0.017204010</c:v>
                </c:pt>
                <c:pt idx="4">
                  <c:v>0.017926734</c:v>
                </c:pt>
                <c:pt idx="5">
                  <c:v>0.018853808</c:v>
                </c:pt>
                <c:pt idx="6">
                  <c:v>0.021184544</c:v>
                </c:pt>
                <c:pt idx="7">
                  <c:v>0.020208500</c:v>
                </c:pt>
                <c:pt idx="8">
                  <c:v>0.027061620</c:v>
                </c:pt>
                <c:pt idx="9">
                  <c:v>0.024458032</c:v>
                </c:pt>
                <c:pt idx="10">
                  <c:v>0.023641304</c:v>
                </c:pt>
                <c:pt idx="11">
                  <c:v>0.033700042</c:v>
                </c:pt>
              </c:numCache>
            </c:numRef>
          </c:val>
        </c:ser>
        <c:ser>
          <c:idx val="1"/>
          <c:order val="1"/>
          <c:tx>
            <c:strRef>
              <c:f>sheet1!$C$1</c:f>
              <c:strCache>
                <c:ptCount val="1"/>
                <c:pt idx="0">
                  <c:v>2</c:v>
                </c:pt>
              </c:strCache>
            </c:strRef>
          </c:tx>
          <c:spPr>
            <a:solidFill>
              <a:srgbClr val="0017C1">
                <a:alpha val="100000"/>
              </a:srgbClr>
            </a:solidFill>
            <a:ln w="25400">
              <a:solidFill>
                <a:srgbClr val="0017C1">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sheet1!$C$2:$C$13</c:f>
              <c:numCache>
                <c:ptCount val="12"/>
                <c:pt idx="0">
                  <c:v>0.02615482</c:v>
                </c:pt>
                <c:pt idx="1">
                  <c:v>0.02676595</c:v>
                </c:pt>
                <c:pt idx="2">
                  <c:v>0.03452289</c:v>
                </c:pt>
                <c:pt idx="3">
                  <c:v>0.03215532</c:v>
                </c:pt>
                <c:pt idx="4">
                  <c:v>0.03437708</c:v>
                </c:pt>
                <c:pt idx="5">
                  <c:v>0.01208251</c:v>
                </c:pt>
                <c:pt idx="6">
                  <c:v>0.01445528</c:v>
                </c:pt>
                <c:pt idx="7">
                  <c:v>0.01740154</c:v>
                </c:pt>
                <c:pt idx="8">
                  <c:v>0.01864352</c:v>
                </c:pt>
                <c:pt idx="9">
                  <c:v>0.01378611</c:v>
                </c:pt>
                <c:pt idx="10">
                  <c:v>0.01481939</c:v>
                </c:pt>
                <c:pt idx="11">
                  <c:v>0.01394721</c:v>
                </c:pt>
              </c:numCache>
            </c:numRef>
          </c:val>
        </c:ser>
        <c:dLbls>
          <c:dLblPos val="ctr"/>
          <c:numFmt formatCode="General" sourceLinked="0"/>
          <c:separator val=", "/>
          <c:showBubbleSize val="0"/>
          <c:showCatName val="0"/>
          <c:showLegendKey val="0"/>
          <c:showPercent val="0"/>
          <c:showSerName val="0"/>
          <c:showVal val="0"/>
        </c:dLbls>
        <c:gapWidth val="150"/>
        <c:overlap val="-30"/>
        <c:axId val="64451712"/>
        <c:axId val="64453248"/>
      </c:bar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 sourceLinked="0"/>
        <c:crossAx val="64453248"/>
        <c:crosses val="autoZero"/>
      </c:dateAx>
      <c:valAx>
        <c:axId val="64453248"/>
        <c:scaling>
          <c:orientation val="minMax"/>
        </c:scaling>
        <c:delete val="0"/>
        <c:axPos val="l"/>
        <c:majorGridlines>
          <c:spPr>
            <a:ln algn="ctr" w="12700">
              <a:solidFill>
                <a:srgbClr val="E5E5E5">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0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6de35c38.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来訪者性別年齢分布</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col"/>
        <c:grouping val="clustered"/>
        <c:varyColors val="0"/>
        <c:ser>
          <c:idx val="0"/>
          <c:order val="0"/>
          <c:tx>
            <c:strRef>
              <c:f>sheet1!$B$1</c:f>
              <c:strCache>
                <c:ptCount val="1"/>
                <c:pt idx="0">
                  <c:v>女性</c:v>
                </c:pt>
              </c:strCache>
            </c:strRef>
          </c:tx>
          <c:spPr>
            <a:solidFill>
              <a:srgbClr val="9DB7F9">
                <a:alpha val="100000"/>
              </a:srgbClr>
            </a:solidFill>
            <a:ln w="25400">
              <a:solidFill>
                <a:srgbClr val="9DB7F9">
                  <a:alpha val="100000"/>
                </a:srgbClr>
              </a:solidFill>
            </a:ln>
            <a:effectLst/>
          </c:spPr>
          <c:invertIfNegative val="0"/>
          <c:dLbls>
            <c:dLblPos val="outEnd"/>
            <c:numFmt formatCode="#,##0" sourceLinked="0"/>
            <c:separator val=", "/>
            <c:showBubbleSize val="0"/>
            <c:showCatName val="0"/>
            <c:showLegendKey val="0"/>
            <c:showPercent val="0"/>
            <c:showSerName val="0"/>
            <c:showVal val="1"/>
            <c:txPr>
              <a:bodyPr/>
              <a:lstStyle/>
              <a:p>
                <a:pPr>
                  <a:defRPr cap="none" sz="1100" i="0" b="0" u="none">
                    <a:solidFill>
                      <a:srgbClr val="000000">
                        <a:alpha val="100000"/>
                      </a:srgbClr>
                    </a:solidFill>
                    <a:latin typeface="Arial"/>
                    <a:cs typeface="Arial"/>
                    <a:ea typeface="Arial"/>
                    <a:sym typeface="Arial"/>
                  </a:defRPr>
                </a:pPr>
              </a:p>
            </c:txPr>
          </c:dLbls>
          <c:cat>
            <c:strRef>
              <c:f>sheet1!$A$2:$A$7</c:f>
              <c:strCache>
                <c:ptCount val="6"/>
                <c:pt idx="0">
                  <c:v>18-24</c:v>
                </c:pt>
                <c:pt idx="1">
                  <c:v>25-34</c:v>
                </c:pt>
                <c:pt idx="2">
                  <c:v>35-44</c:v>
                </c:pt>
                <c:pt idx="3">
                  <c:v>45-54</c:v>
                </c:pt>
                <c:pt idx="4">
                  <c:v>55-64</c:v>
                </c:pt>
                <c:pt idx="5">
                  <c:v>65+</c:v>
                </c:pt>
              </c:strCache>
            </c:strRef>
          </c:cat>
          <c:val>
            <c:numRef>
              <c:f>sheet1!$B$2:$B$7</c:f>
              <c:numCache>
                <c:ptCount val="6"/>
                <c:pt idx="0">
                  <c:v>131</c:v>
                </c:pt>
                <c:pt idx="1">
                  <c:v>171</c:v>
                </c:pt>
                <c:pt idx="2">
                  <c:v>229</c:v>
                </c:pt>
                <c:pt idx="3">
                  <c:v>237</c:v>
                </c:pt>
                <c:pt idx="4">
                  <c:v>59</c:v>
                </c:pt>
                <c:pt idx="5">
                  <c:v>19</c:v>
                </c:pt>
              </c:numCache>
            </c:numRef>
          </c:val>
        </c:ser>
        <c:ser>
          <c:idx val="1"/>
          <c:order val="1"/>
          <c:tx>
            <c:strRef>
              <c:f>sheet1!$C$1</c:f>
              <c:strCache>
                <c:ptCount val="1"/>
                <c:pt idx="0">
                  <c:v>男性</c:v>
                </c:pt>
              </c:strCache>
            </c:strRef>
          </c:tx>
          <c:spPr>
            <a:solidFill>
              <a:srgbClr val="0017C1">
                <a:alpha val="100000"/>
              </a:srgbClr>
            </a:solidFill>
            <a:ln w="25400">
              <a:solidFill>
                <a:srgbClr val="0017C1">
                  <a:alpha val="100000"/>
                </a:srgbClr>
              </a:solidFill>
            </a:ln>
            <a:effectLst/>
          </c:spPr>
          <c:invertIfNegative val="0"/>
          <c:dLbls>
            <c:dLblPos val="outEnd"/>
            <c:numFmt formatCode="#,##0" sourceLinked="0"/>
            <c:separator val=", "/>
            <c:showBubbleSize val="0"/>
            <c:showCatName val="0"/>
            <c:showLegendKey val="0"/>
            <c:showPercent val="0"/>
            <c:showSerName val="0"/>
            <c:showVal val="1"/>
            <c:txPr>
              <a:bodyPr/>
              <a:lstStyle/>
              <a:p>
                <a:pPr>
                  <a:defRPr cap="none" sz="1100" i="0" b="0" u="none">
                    <a:solidFill>
                      <a:srgbClr val="000000">
                        <a:alpha val="100000"/>
                      </a:srgbClr>
                    </a:solidFill>
                    <a:latin typeface="Arial"/>
                    <a:cs typeface="Arial"/>
                    <a:ea typeface="Arial"/>
                    <a:sym typeface="Arial"/>
                  </a:defRPr>
                </a:pPr>
              </a:p>
            </c:txPr>
          </c:dLbls>
          <c:cat>
            <c:strRef>
              <c:f>sheet1!$A$2:$A$7</c:f>
              <c:strCache>
                <c:ptCount val="6"/>
                <c:pt idx="0">
                  <c:v>18-24</c:v>
                </c:pt>
                <c:pt idx="1">
                  <c:v>25-34</c:v>
                </c:pt>
                <c:pt idx="2">
                  <c:v>35-44</c:v>
                </c:pt>
                <c:pt idx="3">
                  <c:v>45-54</c:v>
                </c:pt>
                <c:pt idx="4">
                  <c:v>55-64</c:v>
                </c:pt>
                <c:pt idx="5">
                  <c:v>65+</c:v>
                </c:pt>
              </c:strCache>
            </c:strRef>
          </c:cat>
          <c:val>
            <c:numRef>
              <c:f>sheet1!$C$2:$C$7</c:f>
              <c:numCache>
                <c:ptCount val="6"/>
                <c:pt idx="0">
                  <c:v>163</c:v>
                </c:pt>
                <c:pt idx="1">
                  <c:v>182</c:v>
                </c:pt>
                <c:pt idx="2">
                  <c:v>155</c:v>
                </c:pt>
                <c:pt idx="3">
                  <c:v>136</c:v>
                </c:pt>
                <c:pt idx="4">
                  <c:v>30</c:v>
                </c:pt>
                <c:pt idx="5">
                  <c:v>18</c:v>
                </c:pt>
              </c:numCache>
            </c:numRef>
          </c:val>
        </c:ser>
        <c:dLbls>
          <c:dLblPos val="outEnd"/>
          <c:numFmt formatCode="#,##0" sourceLinked="0"/>
          <c:separator val=", "/>
          <c:showBubbleSize val="0"/>
          <c:showCatName val="0"/>
          <c:showLegendKey val="0"/>
          <c:showPercent val="0"/>
          <c:showSerName val="0"/>
          <c:showVal val="1"/>
        </c:dLbls>
        <c:gapWidth val="150"/>
        <c:overlap val="-50"/>
        <c:axId val="64451712"/>
        <c:axId val="64453248"/>
      </c:barChart>
      <c:catAx>
        <c:axId val="64451712"/>
        <c:scaling>
          <c:orientation val="minMax"/>
        </c:scaling>
        <c:delete val="0"/>
        <c:axPos val="l"/>
        <c:majorGridlines>
          <c:spPr>
            <a:ln algn="ctr" w="12700">
              <a:solidFill>
                <a:srgbClr val="FFFFFF">
                  <a:alpha val="100000"/>
                </a:srgbClr>
              </a:solidFill>
              <a:prstDash val="solid"/>
            </a:ln>
          </c:spPr>
        </c:majorGridlines>
        <c:title>
          <c:tx>
            <c:rich>
              <a:bodyPr rot="0" vert="horz" anchor="ctr"/>
              <a:lstStyle/>
              <a:p>
                <a:pPr>
                  <a:defRPr/>
                </a:pPr>
                <a:r>
                  <a:rPr cap="none" sz="1600" i="0" b="1" u="none">
                    <a:solidFill>
                      <a:srgbClr val="000000">
                        <a:alpha val="100000"/>
                      </a:srgbClr>
                    </a:solidFill>
                    <a:latin typeface="Arial"/>
                    <a:cs typeface="Arial"/>
                    <a:ea typeface="Arial"/>
                    <a:sym typeface="Arial"/>
                  </a:rPr>
                  <a:t/>
                </a:r>
              </a:p>
            </c:rich>
          </c:tx>
          <c:layout/>
          <c:overlay val="0"/>
        </c:title>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 sourceLinked="0"/>
        <c:crossAx val="64453248"/>
        <c:crosses val="autoZero"/>
      </c:catAx>
      <c:valAx>
        <c:axId val="64453248"/>
        <c:scaling>
          <c:orientation val="minMax"/>
        </c:scaling>
        <c:delete val="0"/>
        <c:axPos val="l"/>
        <c:majorGridlines>
          <c:spPr>
            <a:ln algn="ctr" w="12700">
              <a:solidFill>
                <a:srgbClr val="E5E5E5">
                  <a:alpha val="100000"/>
                </a:srgbClr>
              </a:solidFill>
              <a:prstDash val="solid"/>
            </a:ln>
          </c:spPr>
        </c:majorGridlines>
        <c:title>
          <c:tx>
            <c:rich>
              <a:bodyPr rot="16200000" vert="horz" anchor="ctr"/>
              <a:lstStyle/>
              <a:p>
                <a:pPr>
                  <a:defRPr/>
                </a:pPr>
                <a:r>
                  <a:rPr cap="none" sz="1600" i="0" b="1" u="none">
                    <a:solidFill>
                      <a:srgbClr val="000000">
                        <a:alpha val="100000"/>
                      </a:srgbClr>
                    </a:solidFill>
                    <a:latin typeface="Arial"/>
                    <a:cs typeface="Arial"/>
                    <a:ea typeface="Arial"/>
                    <a:sym typeface="Arial"/>
                  </a:rPr>
                  <a:t/>
                </a:r>
              </a:p>
            </c:rich>
          </c:tx>
          <c:layout/>
          <c:overlay val="0"/>
        </c:title>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legend>
      <c:legendPos val="r"/>
      <c:layout/>
      <c:overlay val="0"/>
      <c:txPr xmlns:c="http://schemas.openxmlformats.org/drawingml/2006/chart" xmlns:a="http://schemas.openxmlformats.org/drawingml/2006/main">
        <a:bodyPr/>
        <a:lstStyle/>
        <a:p>
          <a:pPr>
            <a:defRPr cap="none" sz="900" i="0" b="0" u="none">
              <a:solidFill>
                <a:srgbClr val="000000">
                  <a:alpha val="100000"/>
                </a:srgbClr>
              </a:solidFill>
              <a:latin typeface="游ゴシック"/>
              <a:cs typeface="游ゴシック"/>
              <a:ea typeface="游ゴシック"/>
              <a:sym typeface="游ゴシック"/>
            </a:defRPr>
          </a:pPr>
        </a:p>
      </c:txPr>
    </c:legend>
    <c:plotVisOnly val="1"/>
    <c:dispBlanksAs val="gap"/>
    <c:showDLblsOverMax val="0"/>
  </c:chart>
  <c:txPr>
    <a:bodyPr/>
    <a:lstStyle/>
    <a:p>
      <a:pPr>
        <a:defRPr sz="1800"/>
      </a:pPr>
      <a:endParaRPr lang="fr-FR"/>
    </a:p>
  </c:txPr>
  <c:externalData r:id="rId1">
    <c:autoUpdate val="0"/>
  </c:externalData>
</c:chartSpace>
</file>

<file path=ppt/charts/chart87a13beb9.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2025年4月 ~ 2026年3月</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col"/>
        <c:grouping val="stacked"/>
        <c:varyColors val="0"/>
        <c:ser>
          <c:idx val="0"/>
          <c:order val="0"/>
          <c:tx>
            <c:strRef>
              <c:f>sheet1!$B$1</c:f>
              <c:strCache>
                <c:ptCount val="1"/>
                <c:pt idx="0">
                  <c:v>mobile</c:v>
                </c:pt>
              </c:strCache>
            </c:strRef>
          </c:tx>
          <c:spPr>
            <a:solidFill>
              <a:srgbClr val="4979F5">
                <a:alpha val="100000"/>
              </a:srgbClr>
            </a:solidFill>
            <a:ln w="25400">
              <a:solidFill>
                <a:srgbClr val="4979F5">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sheet1!$B$2:$B$13</c:f>
              <c:numCache>
                <c:ptCount val="12"/>
                <c:pt idx="0">
                  <c:v>3537</c:v>
                </c:pt>
                <c:pt idx="1">
                  <c:v>3440</c:v>
                </c:pt>
                <c:pt idx="2">
                  <c:v>3882</c:v>
                </c:pt>
                <c:pt idx="3">
                  <c:v>5072</c:v>
                </c:pt>
                <c:pt idx="4">
                  <c:v>6034</c:v>
                </c:pt>
                <c:pt idx="5">
                  <c:v>8659</c:v>
                </c:pt>
                <c:pt idx="6">
                  <c:v>7093</c:v>
                </c:pt>
                <c:pt idx="7">
                  <c:v>6282</c:v>
                </c:pt>
                <c:pt idx="8">
                  <c:v>4873</c:v>
                </c:pt>
                <c:pt idx="9">
                  <c:v>7434</c:v>
                </c:pt>
                <c:pt idx="10">
                  <c:v>7747</c:v>
                </c:pt>
                <c:pt idx="11">
                  <c:v>5153</c:v>
                </c:pt>
              </c:numCache>
            </c:numRef>
          </c:val>
        </c:ser>
        <c:ser>
          <c:idx val="1"/>
          <c:order val="1"/>
          <c:tx>
            <c:strRef>
              <c:f>sheet1!$C$1</c:f>
              <c:strCache>
                <c:ptCount val="1"/>
                <c:pt idx="0">
                  <c:v>desktop</c:v>
                </c:pt>
              </c:strCache>
            </c:strRef>
          </c:tx>
          <c:spPr>
            <a:solidFill>
              <a:srgbClr val="9DB7F9">
                <a:alpha val="100000"/>
              </a:srgbClr>
            </a:solidFill>
            <a:ln w="25400">
              <a:solidFill>
                <a:srgbClr val="9DB7F9">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sheet1!$C$2:$C$13</c:f>
              <c:numCache>
                <c:ptCount val="12"/>
                <c:pt idx="0">
                  <c:v>1141</c:v>
                </c:pt>
                <c:pt idx="1">
                  <c:v>1469</c:v>
                </c:pt>
                <c:pt idx="2">
                  <c:v>1210</c:v>
                </c:pt>
                <c:pt idx="3">
                  <c:v>1418</c:v>
                </c:pt>
                <c:pt idx="4">
                  <c:v>1406</c:v>
                </c:pt>
                <c:pt idx="5">
                  <c:v>1422</c:v>
                </c:pt>
                <c:pt idx="6">
                  <c:v>1310</c:v>
                </c:pt>
                <c:pt idx="7">
                  <c:v>1242</c:v>
                </c:pt>
                <c:pt idx="8">
                  <c:v>1300</c:v>
                </c:pt>
                <c:pt idx="9">
                  <c:v>2181</c:v>
                </c:pt>
                <c:pt idx="10">
                  <c:v>1862</c:v>
                </c:pt>
                <c:pt idx="11">
                  <c:v>1411</c:v>
                </c:pt>
              </c:numCache>
            </c:numRef>
          </c:val>
        </c:ser>
        <c:ser>
          <c:idx val="2"/>
          <c:order val="2"/>
          <c:tx>
            <c:strRef>
              <c:f>sheet1!$D$1</c:f>
              <c:strCache>
                <c:ptCount val="1"/>
                <c:pt idx="0">
                  <c:v>tablet</c:v>
                </c:pt>
              </c:strCache>
            </c:strRef>
          </c:tx>
          <c:spPr>
            <a:solidFill>
              <a:srgbClr val="D9E6FF">
                <a:alpha val="100000"/>
              </a:srgbClr>
            </a:solidFill>
            <a:ln w="25400">
              <a:solidFill>
                <a:srgbClr val="D9E6FF">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sheet1!$D$2:$D$13</c:f>
              <c:numCache>
                <c:ptCount val="12"/>
                <c:pt idx="0">
                  <c:v>71</c:v>
                </c:pt>
                <c:pt idx="1">
                  <c:v>74</c:v>
                </c:pt>
                <c:pt idx="2">
                  <c:v>77</c:v>
                </c:pt>
                <c:pt idx="3">
                  <c:v>79</c:v>
                </c:pt>
                <c:pt idx="4">
                  <c:v>85</c:v>
                </c:pt>
                <c:pt idx="5">
                  <c:v>89</c:v>
                </c:pt>
                <c:pt idx="6">
                  <c:v>91</c:v>
                </c:pt>
                <c:pt idx="7">
                  <c:v>111</c:v>
                </c:pt>
                <c:pt idx="8">
                  <c:v>96</c:v>
                </c:pt>
                <c:pt idx="9">
                  <c:v>128</c:v>
                </c:pt>
                <c:pt idx="10">
                  <c:v>110</c:v>
                </c:pt>
                <c:pt idx="11">
                  <c:v>106</c:v>
                </c:pt>
              </c:numCache>
            </c:numRef>
          </c:val>
        </c:ser>
        <c:dLbls>
          <c:dLblPos val="ctr"/>
          <c:numFmt formatCode="General" sourceLinked="0"/>
          <c:separator val=", "/>
          <c:showBubbleSize val="0"/>
          <c:showCatName val="0"/>
          <c:showLegendKey val="0"/>
          <c:showPercent val="0"/>
          <c:showSerName val="0"/>
          <c:showVal val="0"/>
        </c:dLbls>
        <c:gapWidth val="150"/>
        <c:overlap val="100"/>
        <c:axId val="64451712"/>
        <c:axId val="64453248"/>
      </c:barChart>
      <c:dateAx>
        <c:axId val="64451712"/>
        <c:scaling>
          <c:orientation val="minMax"/>
        </c:scaling>
        <c:delete val="0"/>
        <c:axPos val="l"/>
        <c:majorGridlines>
          <c:spPr>
            <a:ln algn="ctr" w="12700">
              <a:solidFill>
                <a:srgbClr val="FFFFFF">
                  <a:alpha val="100000"/>
                </a:srgbClr>
              </a:solidFill>
              <a:prstDash val="solid"/>
            </a:ln>
          </c:spPr>
        </c:majorGridlines>
        <c:title>
          <c:tx>
            <c:rich>
              <a:bodyPr rot="0" vert="horz" anchor="ctr"/>
              <a:lstStyle/>
              <a:p>
                <a:pPr>
                  <a:defRPr/>
                </a:pPr>
                <a:r>
                  <a:rPr cap="none" sz="1600" i="0" b="1" u="none">
                    <a:solidFill>
                      <a:srgbClr val="000000">
                        <a:alpha val="100000"/>
                      </a:srgbClr>
                    </a:solidFill>
                    <a:latin typeface="Arial"/>
                    <a:cs typeface="Arial"/>
                    <a:ea typeface="Arial"/>
                    <a:sym typeface="Arial"/>
                  </a:rPr>
                  <a:t/>
                </a:r>
              </a:p>
            </c:rich>
          </c:tx>
          <c:layout/>
          <c:overlay val="0"/>
        </c:title>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 sourceLinked="0"/>
        <c:crossAx val="64453248"/>
        <c:crosses val="autoZero"/>
      </c:dateAx>
      <c:valAx>
        <c:axId val="64453248"/>
        <c:scaling>
          <c:orientation val="minMax"/>
        </c:scaling>
        <c:delete val="0"/>
        <c:axPos val="l"/>
        <c:majorGridlines>
          <c:spPr>
            <a:ln algn="ctr" w="12700">
              <a:solidFill>
                <a:srgbClr val="B2B2B2">
                  <a:alpha val="100000"/>
                </a:srgbClr>
              </a:solidFill>
              <a:prstDash val="solid"/>
            </a:ln>
          </c:spPr>
        </c:majorGridlines>
        <c:title>
          <c:tx>
            <c:rich>
              <a:bodyPr rot="16200000" vert="horz" anchor="ctr"/>
              <a:lstStyle/>
              <a:p>
                <a:pPr>
                  <a:defRPr/>
                </a:pPr>
                <a:r>
                  <a:rPr cap="none" sz="1200" i="0" b="1" u="none">
                    <a:solidFill>
                      <a:srgbClr val="000000">
                        <a:alpha val="100000"/>
                      </a:srgbClr>
                    </a:solidFill>
                    <a:latin typeface="Arial"/>
                    <a:cs typeface="Arial"/>
                    <a:ea typeface="Arial"/>
                    <a:sym typeface="Arial"/>
                  </a:rPr>
                  <a:t/>
                </a:r>
              </a:p>
            </c:rich>
          </c:tx>
          <c:layout/>
          <c:overlay val="0"/>
        </c:title>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legend>
      <c:legendPos val="t"/>
      <c:layout/>
      <c:overlay val="0"/>
      <c:txPr xmlns:c="http://schemas.openxmlformats.org/drawingml/2006/chart" xmlns:a="http://schemas.openxmlformats.org/drawingml/2006/main">
        <a:bodyPr/>
        <a:lstStyle/>
        <a:p>
          <a:pPr>
            <a:defRPr cap="none" sz="900" i="0" b="0" u="none">
              <a:solidFill>
                <a:srgbClr val="000000">
                  <a:alpha val="100000"/>
                </a:srgbClr>
              </a:solidFill>
              <a:latin typeface="Arial"/>
              <a:cs typeface="Arial"/>
              <a:ea typeface="Arial"/>
              <a:sym typeface="Arial"/>
            </a:defRPr>
          </a:pPr>
        </a:p>
      </c:txPr>
    </c:legend>
    <c:plotVisOnly val="1"/>
    <c:dispBlanksAs val="gap"/>
    <c:showDLblsOverMax val="0"/>
  </c:chart>
  <c:txPr>
    <a:bodyPr/>
    <a:lstStyle/>
    <a:p>
      <a:pPr>
        <a:defRPr sz="1800"/>
      </a:pPr>
      <a:endParaRPr lang="fr-FR"/>
    </a:p>
  </c:txPr>
  <c:externalData r:id="rId1">
    <c:autoUpdate val="0"/>
  </c:externalData>
</c:chartSpace>
</file>

<file path=ppt/charts/chart87e1544b9.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男性女性比率</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bar"/>
        <c:grouping val="percentStacked"/>
        <c:varyColors val="0"/>
        <c:ser>
          <c:idx val="0"/>
          <c:order val="0"/>
          <c:tx>
            <c:strRef>
              <c:f>sheet1!$B$1</c:f>
              <c:strCache>
                <c:ptCount val="1"/>
                <c:pt idx="0">
                  <c:v>女性</c:v>
                </c:pt>
              </c:strCache>
            </c:strRef>
          </c:tx>
          <c:spPr>
            <a:solidFill>
              <a:srgbClr val="9DB7F9">
                <a:alpha val="100000"/>
              </a:srgbClr>
            </a:solidFill>
            <a:ln w="25400">
              <a:solidFill>
                <a:srgbClr val="9DB7F9">
                  <a:alpha val="100000"/>
                </a:srgbClr>
              </a:solidFill>
            </a:ln>
            <a:effectLst/>
          </c:spPr>
          <c:invertIfNegative val="0"/>
          <c:dLbls>
            <c:dLblPos val="ctr"/>
            <c:numFmt formatCode="0.00%" sourceLinked="0"/>
            <c:separator val=", "/>
            <c:showBubbleSize val="0"/>
            <c:showCatName val="0"/>
            <c:showLegendKey val="0"/>
            <c:showPercent val="0"/>
            <c:showSerName val="0"/>
            <c:showVal val="1"/>
            <c:txPr>
              <a:bodyPr/>
              <a:lstStyle/>
              <a:p>
                <a:pPr>
                  <a:defRPr cap="none" sz="1100" i="0" b="1" u="none">
                    <a:solidFill>
                      <a:srgbClr val="FFFFFF">
                        <a:alpha val="100000"/>
                      </a:srgbClr>
                    </a:solidFill>
                    <a:latin typeface="Arial"/>
                    <a:cs typeface="Arial"/>
                    <a:ea typeface="Arial"/>
                    <a:sym typeface="Arial"/>
                  </a:defRPr>
                </a:pPr>
              </a:p>
            </c:txPr>
          </c:dLbls>
          <c:cat>
            <c:strRef>
              <c:f>sheet1!$A$2:$A$2</c:f>
              <c:strCache>
                <c:ptCount val="1"/>
                <c:pt idx="0">
                  <c:v/>
                </c:pt>
              </c:strCache>
            </c:strRef>
          </c:cat>
          <c:val>
            <c:numRef>
              <c:f>sheet1!$B$2:$B$2</c:f>
              <c:numCache>
                <c:ptCount val="1"/>
                <c:pt idx="0">
                  <c:v>0.5529</c:v>
                </c:pt>
              </c:numCache>
            </c:numRef>
          </c:val>
        </c:ser>
        <c:ser>
          <c:idx val="1"/>
          <c:order val="1"/>
          <c:tx>
            <c:strRef>
              <c:f>sheet1!$C$1</c:f>
              <c:strCache>
                <c:ptCount val="1"/>
                <c:pt idx="0">
                  <c:v>男性</c:v>
                </c:pt>
              </c:strCache>
            </c:strRef>
          </c:tx>
          <c:spPr>
            <a:solidFill>
              <a:srgbClr val="0017C1">
                <a:alpha val="100000"/>
              </a:srgbClr>
            </a:solidFill>
            <a:ln w="25400">
              <a:solidFill>
                <a:srgbClr val="0017C1">
                  <a:alpha val="100000"/>
                </a:srgbClr>
              </a:solidFill>
            </a:ln>
            <a:effectLst/>
          </c:spPr>
          <c:invertIfNegative val="0"/>
          <c:dLbls>
            <c:dLblPos val="ctr"/>
            <c:numFmt formatCode="0.00%" sourceLinked="0"/>
            <c:separator val=", "/>
            <c:showBubbleSize val="0"/>
            <c:showCatName val="0"/>
            <c:showLegendKey val="0"/>
            <c:showPercent val="0"/>
            <c:showSerName val="0"/>
            <c:showVal val="1"/>
            <c:txPr>
              <a:bodyPr/>
              <a:lstStyle/>
              <a:p>
                <a:pPr>
                  <a:defRPr cap="none" sz="1100" i="0" b="1" u="none">
                    <a:solidFill>
                      <a:srgbClr val="FFFFFF">
                        <a:alpha val="100000"/>
                      </a:srgbClr>
                    </a:solidFill>
                    <a:latin typeface="Arial"/>
                    <a:cs typeface="Arial"/>
                    <a:ea typeface="Arial"/>
                    <a:sym typeface="Arial"/>
                  </a:defRPr>
                </a:pPr>
              </a:p>
            </c:txPr>
          </c:dLbls>
          <c:cat>
            <c:strRef>
              <c:f>sheet1!$A$2:$A$2</c:f>
              <c:strCache>
                <c:ptCount val="1"/>
                <c:pt idx="0">
                  <c:v/>
                </c:pt>
              </c:strCache>
            </c:strRef>
          </c:cat>
          <c:val>
            <c:numRef>
              <c:f>sheet1!$C$2:$C$2</c:f>
              <c:numCache>
                <c:ptCount val="1"/>
                <c:pt idx="0">
                  <c:v>0.4471</c:v>
                </c:pt>
              </c:numCache>
            </c:numRef>
          </c:val>
        </c:ser>
        <c:dLbls>
          <c:dLblPos val="ctr"/>
          <c:numFmt formatCode="0.00%" sourceLinked="0"/>
          <c:separator val=", "/>
          <c:showBubbleSize val="0"/>
          <c:showCatName val="0"/>
          <c:showLegendKey val="0"/>
          <c:showPercent val="0"/>
          <c:showSerName val="0"/>
          <c:showVal val="1"/>
        </c:dLbls>
        <c:gapWidth val="50"/>
        <c:overlap val="100"/>
        <c:axId val="64451712"/>
        <c:axId val="64453248"/>
      </c:barChart>
      <c:catAx>
        <c:axId val="64451712"/>
        <c:scaling>
          <c:orientation val="minMax"/>
        </c:scaling>
        <c:delete val="0"/>
        <c:axPos val="b"/>
        <c:majorGridlines>
          <c:spPr>
            <a:ln algn="ctr" w="12700">
              <a:solidFill>
                <a:srgbClr val="999999">
                  <a:alpha val="60000"/>
                </a:srgbClr>
              </a:solidFill>
              <a:prstDash val="sysDash"/>
            </a:ln>
          </c:spPr>
        </c:majorGridlines>
        <c:title>
          <c:tx>
            <c:rich>
              <a:bodyPr rot="0" vert="horz" anchor="ctr"/>
              <a:lstStyle/>
              <a:p>
                <a:pPr>
                  <a:defRPr/>
                </a:pPr>
                <a:r>
                  <a:rPr cap="none" sz="1600" i="0" b="1" u="none">
                    <a:solidFill>
                      <a:srgbClr val="000000">
                        <a:alpha val="100000"/>
                      </a:srgbClr>
                    </a:solidFill>
                    <a:latin typeface="Arial"/>
                    <a:cs typeface="Arial"/>
                    <a:ea typeface="Arial"/>
                    <a:sym typeface="Arial"/>
                  </a:rPr>
                  <a:t/>
                </a:r>
              </a:p>
            </c:rich>
          </c:tx>
          <c:layout/>
          <c:overlay val="0"/>
        </c:title>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General" sourceLinked="0"/>
        <c:crossAx val="64453248"/>
        <c:crosses val="autoZero"/>
      </c:catAx>
      <c:valAx>
        <c:axId val="64453248"/>
        <c:scaling>
          <c:orientation val="minMax"/>
        </c:scaling>
        <c:delete val="0"/>
        <c:axPos val="l"/>
        <c:majorGridlines>
          <c:spPr>
            <a:ln algn="ctr" w="12700">
              <a:solidFill>
                <a:srgbClr val="999999">
                  <a:alpha val="60000"/>
                </a:srgbClr>
              </a:solidFill>
              <a:prstDash val="sysDash"/>
            </a:ln>
          </c:spPr>
        </c:majorGridlines>
        <c:title>
          <c:tx>
            <c:rich>
              <a:bodyPr rot="16200000" vert="horz" anchor="ctr"/>
              <a:lstStyle/>
              <a:p>
                <a:pPr>
                  <a:defRPr/>
                </a:pPr>
                <a:r>
                  <a:rPr cap="none" sz="1600" i="0" b="1" u="none">
                    <a:solidFill>
                      <a:srgbClr val="000000">
                        <a:alpha val="100000"/>
                      </a:srgbClr>
                    </a:solidFill>
                    <a:latin typeface="Arial"/>
                    <a:cs typeface="Arial"/>
                    <a:ea typeface="Arial"/>
                    <a:sym typeface="Arial"/>
                  </a:rPr>
                  <a:t/>
                </a:r>
              </a:p>
            </c:rich>
          </c:tx>
          <c:layout/>
          <c:overlay val="0"/>
        </c:title>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legend>
      <c:legendPos val="r"/>
      <c:layout/>
      <c:overlay val="0"/>
      <c:txPr xmlns:c="http://schemas.openxmlformats.org/drawingml/2006/chart" xmlns:a="http://schemas.openxmlformats.org/drawingml/2006/main">
        <a:bodyPr/>
        <a:lstStyle/>
        <a:p>
          <a:pPr>
            <a:defRPr cap="none" sz="900" i="0" b="0" u="none">
              <a:solidFill>
                <a:srgbClr val="000000">
                  <a:alpha val="100000"/>
                </a:srgbClr>
              </a:solidFill>
              <a:latin typeface="游ゴシック"/>
              <a:cs typeface="游ゴシック"/>
              <a:ea typeface="游ゴシック"/>
              <a:sym typeface="游ゴシック"/>
            </a:defRPr>
          </a:pPr>
        </a:p>
      </c:txPr>
    </c:legend>
    <c:plotVisOnly val="1"/>
    <c:dispBlanksAs val="gap"/>
    <c:showDLblsOverMax val="0"/>
  </c:chart>
  <c:txPr>
    <a:bodyPr/>
    <a:lstStyle/>
    <a:p>
      <a:pPr>
        <a:defRPr sz="1800"/>
      </a:pPr>
      <a:endParaRPr lang="fr-FR"/>
    </a:p>
  </c:txPr>
  <c:externalData r:id="rId1">
    <c:autoUpdate val="0"/>
  </c:externalData>
</c:chartSpace>
</file>

<file path=ppt/charts/chart815e3099.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2026年3月</a:t>
            </a:r>
          </a:p>
        </c:rich>
      </c:tx>
      <c:layout/>
      <c:overlay val="0"/>
    </c:title>
    <c:autoTitleDeleted val="0"/>
    <c:plotArea xmlns:c="http://schemas.openxmlformats.org/drawingml/2006/chart" xmlns:a="http://schemas.openxmlformats.org/drawingml/2006/main" xmlns:r="http://schemas.openxmlformats.org/officeDocument/2006/relationships">
      <c:layout/>
      <c:lineChart>
        <c:grouping val="standard"/>
        <c:varyColors val="0"/>
        <c:ser>
          <c:idx val="0"/>
          <c:order val="0"/>
          <c:tx>
            <c:strRef>
              <c:f>sheet1!$B$1</c:f>
              <c:strCache>
                <c:ptCount val="1"/>
                <c:pt idx="0">
                  <c:v>metric</c:v>
                </c:pt>
              </c:strCache>
            </c:strRef>
          </c:tx>
          <c:spPr>
            <a:ln algn="ctr" w="25400">
              <a:solidFill>
                <a:srgbClr val="0017C1">
                  <a:alpha val="100000"/>
                </a:srgbClr>
              </a:solidFill>
              <a:prstDash val="solid"/>
            </a:ln>
          </c:spPr>
          <c:marker>
            <c:symbol val="circle"/>
            <c:size val="8"/>
            <c:spPr>
              <a:solidFill>
                <a:srgbClr val="0017C1">
                  <a:alpha val="100000"/>
                </a:srgbClr>
              </a:solidFill>
              <a:ln>
                <a:solidFill>
                  <a:srgbClr val="0017C1">
                    <a:alpha val="100000"/>
                  </a:srgbClr>
                </a:solidFill>
              </a:ln>
              <a:effectLst/>
            </c:spPr>
          </c:marker>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sheet1!$A$2:$A$32</c:f>
              <c:numCache>
                <c:formatCode>yyyy\-mm\-dd</c:formatCode>
                <c:ptCount val="31"/>
                <c:pt idx="0">
                  <c:v>46082</c:v>
                </c:pt>
                <c:pt idx="1">
                  <c:v>46083</c:v>
                </c:pt>
                <c:pt idx="2">
                  <c:v>46084</c:v>
                </c:pt>
                <c:pt idx="3">
                  <c:v>46085</c:v>
                </c:pt>
                <c:pt idx="4">
                  <c:v>46086</c:v>
                </c:pt>
                <c:pt idx="5">
                  <c:v>46087</c:v>
                </c:pt>
                <c:pt idx="6">
                  <c:v>46088</c:v>
                </c:pt>
                <c:pt idx="7">
                  <c:v>46089</c:v>
                </c:pt>
                <c:pt idx="8">
                  <c:v>46090</c:v>
                </c:pt>
                <c:pt idx="9">
                  <c:v>46091</c:v>
                </c:pt>
                <c:pt idx="10">
                  <c:v>46092</c:v>
                </c:pt>
                <c:pt idx="11">
                  <c:v>46093</c:v>
                </c:pt>
                <c:pt idx="12">
                  <c:v>46094</c:v>
                </c:pt>
                <c:pt idx="13">
                  <c:v>46095</c:v>
                </c:pt>
                <c:pt idx="14">
                  <c:v>46096</c:v>
                </c:pt>
                <c:pt idx="15">
                  <c:v>46097</c:v>
                </c:pt>
                <c:pt idx="16">
                  <c:v>46098</c:v>
                </c:pt>
                <c:pt idx="17">
                  <c:v>46099</c:v>
                </c:pt>
                <c:pt idx="18">
                  <c:v>46100</c:v>
                </c:pt>
                <c:pt idx="19">
                  <c:v>46101</c:v>
                </c:pt>
                <c:pt idx="20">
                  <c:v>46102</c:v>
                </c:pt>
                <c:pt idx="21">
                  <c:v>46103</c:v>
                </c:pt>
                <c:pt idx="22">
                  <c:v>46104</c:v>
                </c:pt>
                <c:pt idx="23">
                  <c:v>46105</c:v>
                </c:pt>
                <c:pt idx="24">
                  <c:v>46106</c:v>
                </c:pt>
                <c:pt idx="25">
                  <c:v>46107</c:v>
                </c:pt>
                <c:pt idx="26">
                  <c:v>46108</c:v>
                </c:pt>
                <c:pt idx="27">
                  <c:v>46109</c:v>
                </c:pt>
                <c:pt idx="28">
                  <c:v>46110</c:v>
                </c:pt>
                <c:pt idx="29">
                  <c:v>46111</c:v>
                </c:pt>
                <c:pt idx="30">
                  <c:v>46112</c:v>
                </c:pt>
              </c:numCache>
            </c:numRef>
          </c:cat>
          <c:val>
            <c:numRef>
              <c:f>sheet1!$B$2:$B$32</c:f>
              <c:numCache>
                <c:ptCount val="31"/>
                <c:pt idx="0">
                  <c:v>236</c:v>
                </c:pt>
                <c:pt idx="1">
                  <c:v>216</c:v>
                </c:pt>
                <c:pt idx="2">
                  <c:v>277</c:v>
                </c:pt>
                <c:pt idx="3">
                  <c:v>244</c:v>
                </c:pt>
                <c:pt idx="4">
                  <c:v>220</c:v>
                </c:pt>
                <c:pt idx="5">
                  <c:v>339</c:v>
                </c:pt>
                <c:pt idx="6">
                  <c:v>320</c:v>
                </c:pt>
                <c:pt idx="7">
                  <c:v>303</c:v>
                </c:pt>
                <c:pt idx="8">
                  <c:v>273</c:v>
                </c:pt>
                <c:pt idx="9">
                  <c:v>326</c:v>
                </c:pt>
                <c:pt idx="10">
                  <c:v>264</c:v>
                </c:pt>
                <c:pt idx="11">
                  <c:v>250</c:v>
                </c:pt>
                <c:pt idx="12">
                  <c:v>225</c:v>
                </c:pt>
                <c:pt idx="13">
                  <c:v>210</c:v>
                </c:pt>
                <c:pt idx="14">
                  <c:v>269</c:v>
                </c:pt>
                <c:pt idx="15">
                  <c:v>209</c:v>
                </c:pt>
                <c:pt idx="16">
                  <c:v>224</c:v>
                </c:pt>
                <c:pt idx="17">
                  <c:v>262</c:v>
                </c:pt>
                <c:pt idx="18">
                  <c:v>234</c:v>
                </c:pt>
                <c:pt idx="19">
                  <c:v>220</c:v>
                </c:pt>
                <c:pt idx="20">
                  <c:v>264</c:v>
                </c:pt>
                <c:pt idx="21">
                  <c:v>269</c:v>
                </c:pt>
                <c:pt idx="22">
                  <c:v>281</c:v>
                </c:pt>
                <c:pt idx="23">
                  <c:v>237</c:v>
                </c:pt>
                <c:pt idx="24">
                  <c:v>239</c:v>
                </c:pt>
                <c:pt idx="25">
                  <c:v>226</c:v>
                </c:pt>
                <c:pt idx="26">
                  <c:v>218</c:v>
                </c:pt>
                <c:pt idx="27">
                  <c:v>241</c:v>
                </c:pt>
                <c:pt idx="28">
                  <c:v>277</c:v>
                </c:pt>
                <c:pt idx="29">
                  <c:v>247</c:v>
                </c:pt>
                <c:pt idx="30">
                  <c:v>236</c:v>
                </c:pt>
              </c:numCache>
            </c:numRef>
          </c:val>
          <c:smooth val="1"/>
        </c:ser>
        <c:dLbls>
          <c:dLblPos val="ctr"/>
          <c:numFmt formatCode="General" sourceLinked="0"/>
          <c:separator val=", "/>
          <c:showBubbleSize val="0"/>
          <c:showCatName val="0"/>
          <c:showLegendKey val="0"/>
          <c:showPercent val="0"/>
          <c:showSerName val="0"/>
          <c:showVal val="0"/>
        </c:dLbls>
        <c:axId val="64451712"/>
        <c:axId val="64453248"/>
      </c:line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dd" sourceLinked="0"/>
        <c:crossAx val="64453248"/>
        <c:crosses val="autoZero"/>
      </c:dateAx>
      <c:valAx>
        <c:axId val="64453248"/>
        <c:scaling>
          <c:orientation val="minMax"/>
          <c:min val="0.00"/>
        </c:scaling>
        <c:delete val="0"/>
        <c:axPos val="l"/>
        <c:majorGridlines>
          <c:spPr>
            <a:ln algn="ctr" w="12700">
              <a:solidFill>
                <a:srgbClr val="B2B2B2">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16d70b41.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2025年4月 ~ 2026年3月</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col"/>
        <c:grouping val="clustered"/>
        <c:varyColors val="0"/>
        <c:ser>
          <c:idx val="0"/>
          <c:order val="0"/>
          <c:tx>
            <c:strRef>
              <c:f>sheet1!$B$1</c:f>
              <c:strCache>
                <c:ptCount val="1"/>
                <c:pt idx="0">
                  <c:v>新しいユーザー</c:v>
                </c:pt>
              </c:strCache>
            </c:strRef>
          </c:tx>
          <c:spPr>
            <a:solidFill>
              <a:srgbClr val="9DB7F9">
                <a:alpha val="100000"/>
              </a:srgbClr>
            </a:solidFill>
            <a:ln w="25400">
              <a:solidFill>
                <a:srgbClr val="9DB7F9">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sheet1!$B$2:$B$13</c:f>
              <c:numCache>
                <c:ptCount val="12"/>
                <c:pt idx="0">
                  <c:v>4505</c:v>
                </c:pt>
                <c:pt idx="1">
                  <c:v>4766</c:v>
                </c:pt>
                <c:pt idx="2">
                  <c:v>4929</c:v>
                </c:pt>
                <c:pt idx="3">
                  <c:v>6295</c:v>
                </c:pt>
                <c:pt idx="4">
                  <c:v>7146</c:v>
                </c:pt>
                <c:pt idx="5">
                  <c:v>9728</c:v>
                </c:pt>
                <c:pt idx="6">
                  <c:v>8127</c:v>
                </c:pt>
                <c:pt idx="7">
                  <c:v>7227</c:v>
                </c:pt>
                <c:pt idx="8">
                  <c:v>5866</c:v>
                </c:pt>
                <c:pt idx="9">
                  <c:v>9364</c:v>
                </c:pt>
                <c:pt idx="10">
                  <c:v>9112</c:v>
                </c:pt>
                <c:pt idx="11">
                  <c:v>6192</c:v>
                </c:pt>
              </c:numCache>
            </c:numRef>
          </c:val>
        </c:ser>
        <c:ser>
          <c:idx val="1"/>
          <c:order val="1"/>
          <c:tx>
            <c:strRef>
              <c:f>sheet1!$C$1</c:f>
              <c:strCache>
                <c:ptCount val="1"/>
                <c:pt idx="0">
                  <c:v>ユーザー</c:v>
                </c:pt>
              </c:strCache>
            </c:strRef>
          </c:tx>
          <c:spPr>
            <a:solidFill>
              <a:srgbClr val="0017C1">
                <a:alpha val="100000"/>
              </a:srgbClr>
            </a:solidFill>
            <a:ln w="25400">
              <a:solidFill>
                <a:srgbClr val="0017C1">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sheet1!$C$2:$C$13</c:f>
              <c:numCache>
                <c:ptCount val="12"/>
                <c:pt idx="0">
                  <c:v>4741</c:v>
                </c:pt>
                <c:pt idx="1">
                  <c:v>4969</c:v>
                </c:pt>
                <c:pt idx="2">
                  <c:v>5156</c:v>
                </c:pt>
                <c:pt idx="3">
                  <c:v>6593</c:v>
                </c:pt>
                <c:pt idx="4">
                  <c:v>7505</c:v>
                </c:pt>
                <c:pt idx="5">
                  <c:v>10180</c:v>
                </c:pt>
                <c:pt idx="6">
                  <c:v>8509</c:v>
                </c:pt>
                <c:pt idx="7">
                  <c:v>7643</c:v>
                </c:pt>
                <c:pt idx="8">
                  <c:v>6222</c:v>
                </c:pt>
                <c:pt idx="9">
                  <c:v>9865</c:v>
                </c:pt>
                <c:pt idx="10">
                  <c:v>9717</c:v>
                </c:pt>
                <c:pt idx="11">
                  <c:v>6668</c:v>
                </c:pt>
              </c:numCache>
            </c:numRef>
          </c:val>
        </c:ser>
        <c:dLbls>
          <c:dLblPos val="ctr"/>
          <c:numFmt formatCode="General" sourceLinked="0"/>
          <c:separator val=", "/>
          <c:showBubbleSize val="0"/>
          <c:showCatName val="0"/>
          <c:showLegendKey val="0"/>
          <c:showPercent val="0"/>
          <c:showSerName val="0"/>
          <c:showVal val="0"/>
        </c:dLbls>
        <c:gapWidth val="150"/>
        <c:overlap val="-30"/>
        <c:axId val="64451712"/>
        <c:axId val="64453248"/>
      </c:bar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 sourceLinked="0"/>
        <c:crossAx val="64453248"/>
        <c:crosses val="autoZero"/>
      </c:dateAx>
      <c:valAx>
        <c:axId val="64453248"/>
        <c:scaling>
          <c:orientation val="minMax"/>
        </c:scaling>
        <c:delete val="0"/>
        <c:axPos val="l"/>
        <c:majorGridlines>
          <c:spPr>
            <a:ln algn="ctr" w="12700">
              <a:solidFill>
                <a:srgbClr val="E5E5E5">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52c08926.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2025年4月 ~ 2026年3月</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col"/>
        <c:grouping val="clustered"/>
        <c:varyColors val="0"/>
        <c:ser>
          <c:idx val="0"/>
          <c:order val="0"/>
          <c:tx>
            <c:strRef>
              <c:f>sheet1!$B$1</c:f>
              <c:strCache>
                <c:ptCount val="1"/>
                <c:pt idx="0">
                  <c:v>1</c:v>
                </c:pt>
              </c:strCache>
            </c:strRef>
          </c:tx>
          <c:spPr>
            <a:solidFill>
              <a:srgbClr val="9DB7F9">
                <a:alpha val="100000"/>
              </a:srgbClr>
            </a:solidFill>
            <a:ln w="25400">
              <a:solidFill>
                <a:srgbClr val="9DB7F9">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sheet1!$B$2:$B$13</c:f>
              <c:numCache>
                <c:ptCount val="12"/>
                <c:pt idx="0">
                  <c:v>37</c:v>
                </c:pt>
                <c:pt idx="1">
                  <c:v>80</c:v>
                </c:pt>
                <c:pt idx="2">
                  <c:v>108</c:v>
                </c:pt>
                <c:pt idx="3">
                  <c:v>169</c:v>
                </c:pt>
                <c:pt idx="4">
                  <c:v>148</c:v>
                </c:pt>
                <c:pt idx="5">
                  <c:v>155</c:v>
                </c:pt>
                <c:pt idx="6">
                  <c:v>166</c:v>
                </c:pt>
                <c:pt idx="7">
                  <c:v>163</c:v>
                </c:pt>
                <c:pt idx="8">
                  <c:v>198</c:v>
                </c:pt>
                <c:pt idx="9">
                  <c:v>404</c:v>
                </c:pt>
                <c:pt idx="10">
                  <c:v>701</c:v>
                </c:pt>
                <c:pt idx="11">
                  <c:v>480</c:v>
                </c:pt>
              </c:numCache>
            </c:numRef>
          </c:val>
        </c:ser>
        <c:ser>
          <c:idx val="1"/>
          <c:order val="1"/>
          <c:tx>
            <c:strRef>
              <c:f>sheet1!$C$1</c:f>
              <c:strCache>
                <c:ptCount val="1"/>
                <c:pt idx="0">
                  <c:v>2</c:v>
                </c:pt>
              </c:strCache>
            </c:strRef>
          </c:tx>
          <c:spPr>
            <a:solidFill>
              <a:srgbClr val="0017C1">
                <a:alpha val="100000"/>
              </a:srgbClr>
            </a:solidFill>
            <a:ln w="25400">
              <a:solidFill>
                <a:srgbClr val="0017C1">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sheet1!$C$2:$C$13</c:f>
              <c:numCache>
                <c:ptCount val="12"/>
                <c:pt idx="0">
                  <c:v>286</c:v>
                </c:pt>
                <c:pt idx="1">
                  <c:v>232</c:v>
                </c:pt>
                <c:pt idx="2">
                  <c:v>340</c:v>
                </c:pt>
                <c:pt idx="3">
                  <c:v>414</c:v>
                </c:pt>
                <c:pt idx="4">
                  <c:v>558</c:v>
                </c:pt>
                <c:pt idx="5">
                  <c:v>247</c:v>
                </c:pt>
                <c:pt idx="6">
                  <c:v>252</c:v>
                </c:pt>
                <c:pt idx="7">
                  <c:v>305</c:v>
                </c:pt>
                <c:pt idx="8">
                  <c:v>252</c:v>
                </c:pt>
                <c:pt idx="9">
                  <c:v>279</c:v>
                </c:pt>
                <c:pt idx="10">
                  <c:v>299</c:v>
                </c:pt>
                <c:pt idx="11">
                  <c:v>179</c:v>
                </c:pt>
              </c:numCache>
            </c:numRef>
          </c:val>
        </c:ser>
        <c:dLbls>
          <c:dLblPos val="ctr"/>
          <c:numFmt formatCode="General" sourceLinked="0"/>
          <c:separator val=", "/>
          <c:showBubbleSize val="0"/>
          <c:showCatName val="0"/>
          <c:showLegendKey val="0"/>
          <c:showPercent val="0"/>
          <c:showSerName val="0"/>
          <c:showVal val="0"/>
        </c:dLbls>
        <c:gapWidth val="150"/>
        <c:overlap val="-30"/>
        <c:axId val="64451712"/>
        <c:axId val="64453248"/>
      </c:bar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 sourceLinked="0"/>
        <c:crossAx val="64453248"/>
        <c:crosses val="autoZero"/>
      </c:dateAx>
      <c:valAx>
        <c:axId val="64453248"/>
        <c:scaling>
          <c:orientation val="minMax"/>
        </c:scaling>
        <c:delete val="0"/>
        <c:axPos val="l"/>
        <c:majorGridlines>
          <c:spPr>
            <a:ln algn="ctr" w="12700">
              <a:solidFill>
                <a:srgbClr val="E5E5E5">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198c9ba5.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2026年3月</a:t>
            </a:r>
          </a:p>
        </c:rich>
      </c:tx>
      <c:layout/>
      <c:overlay val="0"/>
    </c:title>
    <c:autoTitleDeleted val="0"/>
    <c:plotArea xmlns:c="http://schemas.openxmlformats.org/drawingml/2006/chart" xmlns:a="http://schemas.openxmlformats.org/drawingml/2006/main" xmlns:r="http://schemas.openxmlformats.org/officeDocument/2006/relationships">
      <c:layout/>
      <c:lineChart>
        <c:grouping val="standard"/>
        <c:varyColors val="0"/>
        <c:ser>
          <c:idx val="0"/>
          <c:order val="0"/>
          <c:tx>
            <c:strRef>
              <c:f>sheet1!$B$1</c:f>
              <c:strCache>
                <c:ptCount val="1"/>
                <c:pt idx="0">
                  <c:v>metric</c:v>
                </c:pt>
              </c:strCache>
            </c:strRef>
          </c:tx>
          <c:spPr>
            <a:ln algn="ctr" w="25400">
              <a:solidFill>
                <a:srgbClr val="0017C1">
                  <a:alpha val="100000"/>
                </a:srgbClr>
              </a:solidFill>
              <a:prstDash val="solid"/>
            </a:ln>
          </c:spPr>
          <c:marker>
            <c:symbol val="circle"/>
            <c:size val="8"/>
            <c:spPr>
              <a:solidFill>
                <a:srgbClr val="0017C1">
                  <a:alpha val="100000"/>
                </a:srgbClr>
              </a:solidFill>
              <a:ln>
                <a:solidFill>
                  <a:srgbClr val="0017C1">
                    <a:alpha val="100000"/>
                  </a:srgbClr>
                </a:solidFill>
              </a:ln>
              <a:effectLst/>
            </c:spPr>
          </c:marker>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sheet1!$A$2:$A$32</c:f>
              <c:numCache>
                <c:formatCode>yyyy\-mm\-dd</c:formatCode>
                <c:ptCount val="31"/>
                <c:pt idx="0">
                  <c:v>46082</c:v>
                </c:pt>
                <c:pt idx="1">
                  <c:v>46083</c:v>
                </c:pt>
                <c:pt idx="2">
                  <c:v>46084</c:v>
                </c:pt>
                <c:pt idx="3">
                  <c:v>46085</c:v>
                </c:pt>
                <c:pt idx="4">
                  <c:v>46086</c:v>
                </c:pt>
                <c:pt idx="5">
                  <c:v>46087</c:v>
                </c:pt>
                <c:pt idx="6">
                  <c:v>46088</c:v>
                </c:pt>
                <c:pt idx="7">
                  <c:v>46089</c:v>
                </c:pt>
                <c:pt idx="8">
                  <c:v>46090</c:v>
                </c:pt>
                <c:pt idx="9">
                  <c:v>46091</c:v>
                </c:pt>
                <c:pt idx="10">
                  <c:v>46092</c:v>
                </c:pt>
                <c:pt idx="11">
                  <c:v>46093</c:v>
                </c:pt>
                <c:pt idx="12">
                  <c:v>46094</c:v>
                </c:pt>
                <c:pt idx="13">
                  <c:v>46095</c:v>
                </c:pt>
                <c:pt idx="14">
                  <c:v>46096</c:v>
                </c:pt>
                <c:pt idx="15">
                  <c:v>46097</c:v>
                </c:pt>
                <c:pt idx="16">
                  <c:v>46098</c:v>
                </c:pt>
                <c:pt idx="17">
                  <c:v>46099</c:v>
                </c:pt>
                <c:pt idx="18">
                  <c:v>46100</c:v>
                </c:pt>
                <c:pt idx="19">
                  <c:v>46101</c:v>
                </c:pt>
                <c:pt idx="20">
                  <c:v>46102</c:v>
                </c:pt>
                <c:pt idx="21">
                  <c:v>46103</c:v>
                </c:pt>
                <c:pt idx="22">
                  <c:v>46104</c:v>
                </c:pt>
                <c:pt idx="23">
                  <c:v>46105</c:v>
                </c:pt>
                <c:pt idx="24">
                  <c:v>46106</c:v>
                </c:pt>
                <c:pt idx="25">
                  <c:v>46107</c:v>
                </c:pt>
                <c:pt idx="26">
                  <c:v>46108</c:v>
                </c:pt>
                <c:pt idx="27">
                  <c:v>46109</c:v>
                </c:pt>
                <c:pt idx="28">
                  <c:v>46110</c:v>
                </c:pt>
                <c:pt idx="29">
                  <c:v>46111</c:v>
                </c:pt>
                <c:pt idx="30">
                  <c:v>46112</c:v>
                </c:pt>
              </c:numCache>
            </c:numRef>
          </c:cat>
          <c:val>
            <c:numRef>
              <c:f>sheet1!$B$2:$B$32</c:f>
              <c:numCache>
                <c:ptCount val="31"/>
                <c:pt idx="0">
                  <c:v>285</c:v>
                </c:pt>
                <c:pt idx="1">
                  <c:v>284</c:v>
                </c:pt>
                <c:pt idx="2">
                  <c:v>345</c:v>
                </c:pt>
                <c:pt idx="3">
                  <c:v>309</c:v>
                </c:pt>
                <c:pt idx="4">
                  <c:v>272</c:v>
                </c:pt>
                <c:pt idx="5">
                  <c:v>449</c:v>
                </c:pt>
                <c:pt idx="6">
                  <c:v>379</c:v>
                </c:pt>
                <c:pt idx="7">
                  <c:v>395</c:v>
                </c:pt>
                <c:pt idx="8">
                  <c:v>361</c:v>
                </c:pt>
                <c:pt idx="9">
                  <c:v>433</c:v>
                </c:pt>
                <c:pt idx="10">
                  <c:v>361</c:v>
                </c:pt>
                <c:pt idx="11">
                  <c:v>329</c:v>
                </c:pt>
                <c:pt idx="12">
                  <c:v>283</c:v>
                </c:pt>
                <c:pt idx="13">
                  <c:v>263</c:v>
                </c:pt>
                <c:pt idx="14">
                  <c:v>348</c:v>
                </c:pt>
                <c:pt idx="15">
                  <c:v>280</c:v>
                </c:pt>
                <c:pt idx="16">
                  <c:v>286</c:v>
                </c:pt>
                <c:pt idx="17">
                  <c:v>334</c:v>
                </c:pt>
                <c:pt idx="18">
                  <c:v>304</c:v>
                </c:pt>
                <c:pt idx="19">
                  <c:v>292</c:v>
                </c:pt>
                <c:pt idx="20">
                  <c:v>357</c:v>
                </c:pt>
                <c:pt idx="21">
                  <c:v>356</c:v>
                </c:pt>
                <c:pt idx="22">
                  <c:v>357</c:v>
                </c:pt>
                <c:pt idx="23">
                  <c:v>309</c:v>
                </c:pt>
                <c:pt idx="24">
                  <c:v>310</c:v>
                </c:pt>
                <c:pt idx="25">
                  <c:v>289</c:v>
                </c:pt>
                <c:pt idx="26">
                  <c:v>291</c:v>
                </c:pt>
                <c:pt idx="27">
                  <c:v>302</c:v>
                </c:pt>
                <c:pt idx="28">
                  <c:v>353</c:v>
                </c:pt>
                <c:pt idx="29">
                  <c:v>313</c:v>
                </c:pt>
                <c:pt idx="30">
                  <c:v>308</c:v>
                </c:pt>
              </c:numCache>
            </c:numRef>
          </c:val>
          <c:smooth val="1"/>
        </c:ser>
        <c:dLbls>
          <c:dLblPos val="ctr"/>
          <c:numFmt formatCode="General" sourceLinked="0"/>
          <c:separator val=", "/>
          <c:showBubbleSize val="0"/>
          <c:showCatName val="0"/>
          <c:showLegendKey val="0"/>
          <c:showPercent val="0"/>
          <c:showSerName val="0"/>
          <c:showVal val="0"/>
        </c:dLbls>
        <c:axId val="64451712"/>
        <c:axId val="64453248"/>
      </c:line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dd" sourceLinked="0"/>
        <c:crossAx val="64453248"/>
        <c:crosses val="autoZero"/>
      </c:dateAx>
      <c:valAx>
        <c:axId val="64453248"/>
        <c:scaling>
          <c:orientation val="minMax"/>
          <c:min val="0.00"/>
        </c:scaling>
        <c:delete val="0"/>
        <c:axPos val="l"/>
        <c:majorGridlines>
          <c:spPr>
            <a:ln algn="ctr" w="12700">
              <a:solidFill>
                <a:srgbClr val="B2B2B2">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720b5494.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2026年3月</a:t>
            </a:r>
          </a:p>
        </c:rich>
      </c:tx>
      <c:layout/>
      <c:overlay val="0"/>
    </c:title>
    <c:autoTitleDeleted val="0"/>
    <c:plotArea xmlns:c="http://schemas.openxmlformats.org/drawingml/2006/chart" xmlns:a="http://schemas.openxmlformats.org/drawingml/2006/main" xmlns:r="http://schemas.openxmlformats.org/officeDocument/2006/relationships">
      <c:layout/>
      <c:lineChart>
        <c:grouping val="standard"/>
        <c:varyColors val="0"/>
        <c:ser>
          <c:idx val="0"/>
          <c:order val="0"/>
          <c:tx>
            <c:strRef>
              <c:f>sheet1!$B$1</c:f>
              <c:strCache>
                <c:ptCount val="1"/>
                <c:pt idx="0">
                  <c:v>metric</c:v>
                </c:pt>
              </c:strCache>
            </c:strRef>
          </c:tx>
          <c:spPr>
            <a:ln algn="ctr" w="25400">
              <a:solidFill>
                <a:srgbClr val="0017C1">
                  <a:alpha val="100000"/>
                </a:srgbClr>
              </a:solidFill>
              <a:prstDash val="solid"/>
            </a:ln>
          </c:spPr>
          <c:marker>
            <c:symbol val="circle"/>
            <c:size val="8"/>
            <c:spPr>
              <a:solidFill>
                <a:srgbClr val="0017C1">
                  <a:alpha val="100000"/>
                </a:srgbClr>
              </a:solidFill>
              <a:ln>
                <a:solidFill>
                  <a:srgbClr val="0017C1">
                    <a:alpha val="100000"/>
                  </a:srgbClr>
                </a:solidFill>
              </a:ln>
              <a:effectLst/>
            </c:spPr>
          </c:marker>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sheet1!$A$2:$A$32</c:f>
              <c:numCache>
                <c:formatCode>yyyy\-mm\-dd</c:formatCode>
                <c:ptCount val="31"/>
                <c:pt idx="0">
                  <c:v>46082</c:v>
                </c:pt>
                <c:pt idx="1">
                  <c:v>46083</c:v>
                </c:pt>
                <c:pt idx="2">
                  <c:v>46084</c:v>
                </c:pt>
                <c:pt idx="3">
                  <c:v>46085</c:v>
                </c:pt>
                <c:pt idx="4">
                  <c:v>46086</c:v>
                </c:pt>
                <c:pt idx="5">
                  <c:v>46087</c:v>
                </c:pt>
                <c:pt idx="6">
                  <c:v>46088</c:v>
                </c:pt>
                <c:pt idx="7">
                  <c:v>46089</c:v>
                </c:pt>
                <c:pt idx="8">
                  <c:v>46090</c:v>
                </c:pt>
                <c:pt idx="9">
                  <c:v>46091</c:v>
                </c:pt>
                <c:pt idx="10">
                  <c:v>46092</c:v>
                </c:pt>
                <c:pt idx="11">
                  <c:v>46093</c:v>
                </c:pt>
                <c:pt idx="12">
                  <c:v>46094</c:v>
                </c:pt>
                <c:pt idx="13">
                  <c:v>46095</c:v>
                </c:pt>
                <c:pt idx="14">
                  <c:v>46096</c:v>
                </c:pt>
                <c:pt idx="15">
                  <c:v>46097</c:v>
                </c:pt>
                <c:pt idx="16">
                  <c:v>46098</c:v>
                </c:pt>
                <c:pt idx="17">
                  <c:v>46099</c:v>
                </c:pt>
                <c:pt idx="18">
                  <c:v>46100</c:v>
                </c:pt>
                <c:pt idx="19">
                  <c:v>46101</c:v>
                </c:pt>
                <c:pt idx="20">
                  <c:v>46102</c:v>
                </c:pt>
                <c:pt idx="21">
                  <c:v>46103</c:v>
                </c:pt>
                <c:pt idx="22">
                  <c:v>46104</c:v>
                </c:pt>
                <c:pt idx="23">
                  <c:v>46105</c:v>
                </c:pt>
                <c:pt idx="24">
                  <c:v>46106</c:v>
                </c:pt>
                <c:pt idx="25">
                  <c:v>46107</c:v>
                </c:pt>
                <c:pt idx="26">
                  <c:v>46108</c:v>
                </c:pt>
                <c:pt idx="27">
                  <c:v>46109</c:v>
                </c:pt>
                <c:pt idx="28">
                  <c:v>46110</c:v>
                </c:pt>
                <c:pt idx="29">
                  <c:v>46111</c:v>
                </c:pt>
                <c:pt idx="30">
                  <c:v>46112</c:v>
                </c:pt>
              </c:numCache>
            </c:numRef>
          </c:cat>
          <c:val>
            <c:numRef>
              <c:f>sheet1!$B$2:$B$32</c:f>
              <c:numCache>
                <c:ptCount val="31"/>
                <c:pt idx="0">
                  <c:v>775</c:v>
                </c:pt>
                <c:pt idx="1">
                  <c:v>676</c:v>
                </c:pt>
                <c:pt idx="2">
                  <c:v>986</c:v>
                </c:pt>
                <c:pt idx="3">
                  <c:v>957</c:v>
                </c:pt>
                <c:pt idx="4">
                  <c:v>743</c:v>
                </c:pt>
                <c:pt idx="5">
                  <c:v>1206</c:v>
                </c:pt>
                <c:pt idx="6">
                  <c:v>1102</c:v>
                </c:pt>
                <c:pt idx="7">
                  <c:v>1152</c:v>
                </c:pt>
                <c:pt idx="8">
                  <c:v>967</c:v>
                </c:pt>
                <c:pt idx="9">
                  <c:v>1102</c:v>
                </c:pt>
                <c:pt idx="10">
                  <c:v>939</c:v>
                </c:pt>
                <c:pt idx="11">
                  <c:v>821</c:v>
                </c:pt>
                <c:pt idx="12">
                  <c:v>773</c:v>
                </c:pt>
                <c:pt idx="13">
                  <c:v>814</c:v>
                </c:pt>
                <c:pt idx="14">
                  <c:v>1048</c:v>
                </c:pt>
                <c:pt idx="15">
                  <c:v>648</c:v>
                </c:pt>
                <c:pt idx="16">
                  <c:v>799</c:v>
                </c:pt>
                <c:pt idx="17">
                  <c:v>866</c:v>
                </c:pt>
                <c:pt idx="18">
                  <c:v>852</c:v>
                </c:pt>
                <c:pt idx="19">
                  <c:v>923</c:v>
                </c:pt>
                <c:pt idx="20">
                  <c:v>939</c:v>
                </c:pt>
                <c:pt idx="21">
                  <c:v>855</c:v>
                </c:pt>
                <c:pt idx="22">
                  <c:v>956</c:v>
                </c:pt>
                <c:pt idx="23">
                  <c:v>748</c:v>
                </c:pt>
                <c:pt idx="24">
                  <c:v>783</c:v>
                </c:pt>
                <c:pt idx="25">
                  <c:v>629</c:v>
                </c:pt>
                <c:pt idx="26">
                  <c:v>761</c:v>
                </c:pt>
                <c:pt idx="27">
                  <c:v>663</c:v>
                </c:pt>
                <c:pt idx="28">
                  <c:v>917</c:v>
                </c:pt>
                <c:pt idx="29">
                  <c:v>786</c:v>
                </c:pt>
                <c:pt idx="30">
                  <c:v>637</c:v>
                </c:pt>
              </c:numCache>
            </c:numRef>
          </c:val>
          <c:smooth val="1"/>
        </c:ser>
        <c:dLbls>
          <c:dLblPos val="ctr"/>
          <c:numFmt formatCode="General" sourceLinked="0"/>
          <c:separator val=", "/>
          <c:showBubbleSize val="0"/>
          <c:showCatName val="0"/>
          <c:showLegendKey val="0"/>
          <c:showPercent val="0"/>
          <c:showSerName val="0"/>
          <c:showVal val="0"/>
        </c:dLbls>
        <c:axId val="64451712"/>
        <c:axId val="64453248"/>
      </c:line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dd" sourceLinked="0"/>
        <c:crossAx val="64453248"/>
        <c:crosses val="autoZero"/>
      </c:dateAx>
      <c:valAx>
        <c:axId val="64453248"/>
        <c:scaling>
          <c:orientation val="minMax"/>
          <c:min val="0.00"/>
        </c:scaling>
        <c:delete val="0"/>
        <c:axPos val="l"/>
        <c:majorGridlines>
          <c:spPr>
            <a:ln algn="ctr" w="12700">
              <a:solidFill>
                <a:srgbClr val="B2B2B2">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776c449b.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2026年3月</a:t>
            </a:r>
          </a:p>
        </c:rich>
      </c:tx>
      <c:layout/>
      <c:overlay val="0"/>
    </c:title>
    <c:autoTitleDeleted val="0"/>
    <c:plotArea xmlns:c="http://schemas.openxmlformats.org/drawingml/2006/chart" xmlns:a="http://schemas.openxmlformats.org/drawingml/2006/main" xmlns:r="http://schemas.openxmlformats.org/officeDocument/2006/relationships">
      <c:layout/>
      <c:lineChart>
        <c:grouping val="standard"/>
        <c:varyColors val="0"/>
        <c:ser>
          <c:idx val="0"/>
          <c:order val="0"/>
          <c:tx>
            <c:strRef>
              <c:f>sheet1!$B$1</c:f>
              <c:strCache>
                <c:ptCount val="1"/>
                <c:pt idx="0">
                  <c:v>metric</c:v>
                </c:pt>
              </c:strCache>
            </c:strRef>
          </c:tx>
          <c:spPr>
            <a:ln algn="ctr" w="25400">
              <a:solidFill>
                <a:srgbClr val="0017C1">
                  <a:alpha val="100000"/>
                </a:srgbClr>
              </a:solidFill>
              <a:prstDash val="solid"/>
            </a:ln>
          </c:spPr>
          <c:marker>
            <c:symbol val="circle"/>
            <c:size val="8"/>
            <c:spPr>
              <a:solidFill>
                <a:srgbClr val="0017C1">
                  <a:alpha val="100000"/>
                </a:srgbClr>
              </a:solidFill>
              <a:ln>
                <a:solidFill>
                  <a:srgbClr val="0017C1">
                    <a:alpha val="100000"/>
                  </a:srgbClr>
                </a:solidFill>
              </a:ln>
              <a:effectLst/>
            </c:spPr>
          </c:marker>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sheet1!$A$2:$A$32</c:f>
              <c:numCache>
                <c:formatCode>yyyy\-mm\-dd</c:formatCode>
                <c:ptCount val="31"/>
                <c:pt idx="0">
                  <c:v>46082</c:v>
                </c:pt>
                <c:pt idx="1">
                  <c:v>46083</c:v>
                </c:pt>
                <c:pt idx="2">
                  <c:v>46084</c:v>
                </c:pt>
                <c:pt idx="3">
                  <c:v>46085</c:v>
                </c:pt>
                <c:pt idx="4">
                  <c:v>46086</c:v>
                </c:pt>
                <c:pt idx="5">
                  <c:v>46087</c:v>
                </c:pt>
                <c:pt idx="6">
                  <c:v>46088</c:v>
                </c:pt>
                <c:pt idx="7">
                  <c:v>46089</c:v>
                </c:pt>
                <c:pt idx="8">
                  <c:v>46090</c:v>
                </c:pt>
                <c:pt idx="9">
                  <c:v>46091</c:v>
                </c:pt>
                <c:pt idx="10">
                  <c:v>46092</c:v>
                </c:pt>
                <c:pt idx="11">
                  <c:v>46093</c:v>
                </c:pt>
                <c:pt idx="12">
                  <c:v>46094</c:v>
                </c:pt>
                <c:pt idx="13">
                  <c:v>46095</c:v>
                </c:pt>
                <c:pt idx="14">
                  <c:v>46096</c:v>
                </c:pt>
                <c:pt idx="15">
                  <c:v>46097</c:v>
                </c:pt>
                <c:pt idx="16">
                  <c:v>46098</c:v>
                </c:pt>
                <c:pt idx="17">
                  <c:v>46099</c:v>
                </c:pt>
                <c:pt idx="18">
                  <c:v>46100</c:v>
                </c:pt>
                <c:pt idx="19">
                  <c:v>46101</c:v>
                </c:pt>
                <c:pt idx="20">
                  <c:v>46102</c:v>
                </c:pt>
                <c:pt idx="21">
                  <c:v>46103</c:v>
                </c:pt>
                <c:pt idx="22">
                  <c:v>46104</c:v>
                </c:pt>
                <c:pt idx="23">
                  <c:v>46105</c:v>
                </c:pt>
                <c:pt idx="24">
                  <c:v>46106</c:v>
                </c:pt>
                <c:pt idx="25">
                  <c:v>46107</c:v>
                </c:pt>
                <c:pt idx="26">
                  <c:v>46108</c:v>
                </c:pt>
                <c:pt idx="27">
                  <c:v>46109</c:v>
                </c:pt>
                <c:pt idx="28">
                  <c:v>46110</c:v>
                </c:pt>
                <c:pt idx="29">
                  <c:v>46111</c:v>
                </c:pt>
                <c:pt idx="30">
                  <c:v>46112</c:v>
                </c:pt>
              </c:numCache>
            </c:numRef>
          </c:cat>
          <c:val>
            <c:numRef>
              <c:f>sheet1!$B$2:$B$32</c:f>
              <c:numCache>
                <c:ptCount val="31"/>
                <c:pt idx="0">
                  <c:v>0.012711864</c:v>
                </c:pt>
                <c:pt idx="1">
                  <c:v>0.013888889</c:v>
                </c:pt>
                <c:pt idx="2">
                  <c:v>0.003610108</c:v>
                </c:pt>
                <c:pt idx="3">
                  <c:v>0.012295082</c:v>
                </c:pt>
                <c:pt idx="4">
                  <c:v>0.004545455</c:v>
                </c:pt>
                <c:pt idx="5">
                  <c:v>0.026548673</c:v>
                </c:pt>
                <c:pt idx="6">
                  <c:v>0.015625000</c:v>
                </c:pt>
                <c:pt idx="7">
                  <c:v>0.013201320</c:v>
                </c:pt>
                <c:pt idx="8">
                  <c:v>0.007326007</c:v>
                </c:pt>
                <c:pt idx="9">
                  <c:v>0.006134969</c:v>
                </c:pt>
                <c:pt idx="10">
                  <c:v>0.003787879</c:v>
                </c:pt>
                <c:pt idx="11">
                  <c:v>0.004000000</c:v>
                </c:pt>
                <c:pt idx="12">
                  <c:v>0.004444444</c:v>
                </c:pt>
                <c:pt idx="13">
                  <c:v>0.033333333</c:v>
                </c:pt>
                <c:pt idx="14">
                  <c:v>0.022304833</c:v>
                </c:pt>
                <c:pt idx="15">
                  <c:v>0.009569378</c:v>
                </c:pt>
                <c:pt idx="16">
                  <c:v>0.013392857</c:v>
                </c:pt>
                <c:pt idx="17">
                  <c:v>0.022900763</c:v>
                </c:pt>
                <c:pt idx="18">
                  <c:v>0.004273504</c:v>
                </c:pt>
                <c:pt idx="19">
                  <c:v>0.018181818</c:v>
                </c:pt>
                <c:pt idx="20">
                  <c:v>0.011363636</c:v>
                </c:pt>
                <c:pt idx="21">
                  <c:v>0.003717472</c:v>
                </c:pt>
                <c:pt idx="22">
                  <c:v>0.028469751</c:v>
                </c:pt>
                <c:pt idx="23">
                  <c:v>0.012658228</c:v>
                </c:pt>
                <c:pt idx="24">
                  <c:v>0.004184100</c:v>
                </c:pt>
                <c:pt idx="25">
                  <c:v>0.008849558</c:v>
                </c:pt>
                <c:pt idx="26">
                  <c:v>0.009174312</c:v>
                </c:pt>
                <c:pt idx="27">
                  <c:v>0.008298755</c:v>
                </c:pt>
                <c:pt idx="28">
                  <c:v>0.010830325</c:v>
                </c:pt>
                <c:pt idx="29">
                  <c:v>0.004048583</c:v>
                </c:pt>
                <c:pt idx="30">
                  <c:v>0.016949153</c:v>
                </c:pt>
              </c:numCache>
            </c:numRef>
          </c:val>
          <c:smooth val="1"/>
        </c:ser>
        <c:dLbls>
          <c:dLblPos val="ctr"/>
          <c:numFmt formatCode="General" sourceLinked="0"/>
          <c:separator val=", "/>
          <c:showBubbleSize val="0"/>
          <c:showCatName val="0"/>
          <c:showLegendKey val="0"/>
          <c:showPercent val="0"/>
          <c:showSerName val="0"/>
          <c:showVal val="0"/>
        </c:dLbls>
        <c:axId val="64451712"/>
        <c:axId val="64453248"/>
      </c:line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dd" sourceLinked="0"/>
        <c:crossAx val="64453248"/>
        <c:crosses val="autoZero"/>
      </c:dateAx>
      <c:valAx>
        <c:axId val="64453248"/>
        <c:scaling>
          <c:orientation val="minMax"/>
          <c:min val="0.00"/>
        </c:scaling>
        <c:delete val="0"/>
        <c:axPos val="l"/>
        <c:majorGridlines>
          <c:spPr>
            <a:ln algn="ctr" w="12700">
              <a:solidFill>
                <a:srgbClr val="B2B2B2">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0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70117c4.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2025年4月 ~ 2026年3月</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col"/>
        <c:grouping val="clustered"/>
        <c:varyColors val="0"/>
        <c:ser>
          <c:idx val="0"/>
          <c:order val="0"/>
          <c:tx>
            <c:strRef>
              <c:f>sheet1!$B$1</c:f>
              <c:strCache>
                <c:ptCount val="1"/>
                <c:pt idx="0">
                  <c:v>1</c:v>
                </c:pt>
              </c:strCache>
            </c:strRef>
          </c:tx>
          <c:spPr>
            <a:solidFill>
              <a:srgbClr val="9DB7F9">
                <a:alpha val="100000"/>
              </a:srgbClr>
            </a:solidFill>
            <a:ln w="25400">
              <a:solidFill>
                <a:srgbClr val="9DB7F9">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sheet1!$B$2:$B$13</c:f>
              <c:numCache>
                <c:ptCount val="12"/>
                <c:pt idx="0">
                  <c:v>5663</c:v>
                </c:pt>
                <c:pt idx="1">
                  <c:v>6041</c:v>
                </c:pt>
                <c:pt idx="2">
                  <c:v>6856</c:v>
                </c:pt>
                <c:pt idx="3">
                  <c:v>7382</c:v>
                </c:pt>
                <c:pt idx="4">
                  <c:v>6415</c:v>
                </c:pt>
                <c:pt idx="5">
                  <c:v>6683</c:v>
                </c:pt>
                <c:pt idx="6">
                  <c:v>6703</c:v>
                </c:pt>
                <c:pt idx="7">
                  <c:v>6235</c:v>
                </c:pt>
                <c:pt idx="8">
                  <c:v>5469</c:v>
                </c:pt>
                <c:pt idx="9">
                  <c:v>10794</c:v>
                </c:pt>
                <c:pt idx="10">
                  <c:v>14720</c:v>
                </c:pt>
                <c:pt idx="11">
                  <c:v>7181</c:v>
                </c:pt>
              </c:numCache>
            </c:numRef>
          </c:val>
        </c:ser>
        <c:ser>
          <c:idx val="1"/>
          <c:order val="1"/>
          <c:tx>
            <c:strRef>
              <c:f>sheet1!$C$1</c:f>
              <c:strCache>
                <c:ptCount val="1"/>
                <c:pt idx="0">
                  <c:v>2</c:v>
                </c:pt>
              </c:strCache>
            </c:strRef>
          </c:tx>
          <c:spPr>
            <a:solidFill>
              <a:srgbClr val="0017C1">
                <a:alpha val="100000"/>
              </a:srgbClr>
            </a:solidFill>
            <a:ln w="25400">
              <a:solidFill>
                <a:srgbClr val="0017C1">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sheet1!$C$2:$C$13</c:f>
              <c:numCache>
                <c:ptCount val="12"/>
                <c:pt idx="0">
                  <c:v>4741</c:v>
                </c:pt>
                <c:pt idx="1">
                  <c:v>4969</c:v>
                </c:pt>
                <c:pt idx="2">
                  <c:v>5156</c:v>
                </c:pt>
                <c:pt idx="3">
                  <c:v>6593</c:v>
                </c:pt>
                <c:pt idx="4">
                  <c:v>7505</c:v>
                </c:pt>
                <c:pt idx="5">
                  <c:v>10180</c:v>
                </c:pt>
                <c:pt idx="6">
                  <c:v>8509</c:v>
                </c:pt>
                <c:pt idx="7">
                  <c:v>7643</c:v>
                </c:pt>
                <c:pt idx="8">
                  <c:v>6222</c:v>
                </c:pt>
                <c:pt idx="9">
                  <c:v>9865</c:v>
                </c:pt>
                <c:pt idx="10">
                  <c:v>9717</c:v>
                </c:pt>
                <c:pt idx="11">
                  <c:v>6668</c:v>
                </c:pt>
              </c:numCache>
            </c:numRef>
          </c:val>
        </c:ser>
        <c:dLbls>
          <c:dLblPos val="ctr"/>
          <c:numFmt formatCode="General" sourceLinked="0"/>
          <c:separator val=", "/>
          <c:showBubbleSize val="0"/>
          <c:showCatName val="0"/>
          <c:showLegendKey val="0"/>
          <c:showPercent val="0"/>
          <c:showSerName val="0"/>
          <c:showVal val="0"/>
        </c:dLbls>
        <c:gapWidth val="150"/>
        <c:overlap val="-30"/>
        <c:axId val="64451712"/>
        <c:axId val="64453248"/>
      </c:bar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 sourceLinked="0"/>
        <c:crossAx val="64453248"/>
        <c:crosses val="autoZero"/>
      </c:dateAx>
      <c:valAx>
        <c:axId val="64453248"/>
        <c:scaling>
          <c:orientation val="minMax"/>
        </c:scaling>
        <c:delete val="0"/>
        <c:axPos val="l"/>
        <c:majorGridlines>
          <c:spPr>
            <a:ln algn="ctr" w="12700">
              <a:solidFill>
                <a:srgbClr val="E5E5E5">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651858f8.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2025年4月 ~ 2026年3月</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col"/>
        <c:grouping val="clustered"/>
        <c:varyColors val="0"/>
        <c:ser>
          <c:idx val="0"/>
          <c:order val="0"/>
          <c:tx>
            <c:strRef>
              <c:f>sheet1!$B$1</c:f>
              <c:strCache>
                <c:ptCount val="1"/>
                <c:pt idx="0">
                  <c:v>1</c:v>
                </c:pt>
              </c:strCache>
            </c:strRef>
          </c:tx>
          <c:spPr>
            <a:solidFill>
              <a:srgbClr val="9DB7F9">
                <a:alpha val="100000"/>
              </a:srgbClr>
            </a:solidFill>
            <a:ln w="25400">
              <a:solidFill>
                <a:srgbClr val="9DB7F9">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sheet1!$B$2:$B$13</c:f>
              <c:numCache>
                <c:ptCount val="12"/>
                <c:pt idx="0">
                  <c:v>15198</c:v>
                </c:pt>
                <c:pt idx="1">
                  <c:v>23195</c:v>
                </c:pt>
                <c:pt idx="2">
                  <c:v>22741</c:v>
                </c:pt>
                <c:pt idx="3">
                  <c:v>23277</c:v>
                </c:pt>
                <c:pt idx="4">
                  <c:v>23638</c:v>
                </c:pt>
                <c:pt idx="5">
                  <c:v>22001</c:v>
                </c:pt>
                <c:pt idx="6">
                  <c:v>31649</c:v>
                </c:pt>
                <c:pt idx="7">
                  <c:v>21834</c:v>
                </c:pt>
                <c:pt idx="8">
                  <c:v>19384</c:v>
                </c:pt>
                <c:pt idx="9">
                  <c:v>36984</c:v>
                </c:pt>
                <c:pt idx="10">
                  <c:v>60833</c:v>
                </c:pt>
                <c:pt idx="11">
                  <c:v>25728</c:v>
                </c:pt>
              </c:numCache>
            </c:numRef>
          </c:val>
        </c:ser>
        <c:ser>
          <c:idx val="1"/>
          <c:order val="1"/>
          <c:tx>
            <c:strRef>
              <c:f>sheet1!$C$1</c:f>
              <c:strCache>
                <c:ptCount val="1"/>
                <c:pt idx="0">
                  <c:v>2</c:v>
                </c:pt>
              </c:strCache>
            </c:strRef>
          </c:tx>
          <c:spPr>
            <a:solidFill>
              <a:srgbClr val="0017C1">
                <a:alpha val="100000"/>
              </a:srgbClr>
            </a:solidFill>
            <a:ln w="25400">
              <a:solidFill>
                <a:srgbClr val="0017C1">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sheet1!$C$2:$C$13</c:f>
              <c:numCache>
                <c:ptCount val="12"/>
                <c:pt idx="0">
                  <c:v>23170</c:v>
                </c:pt>
                <c:pt idx="1">
                  <c:v>20536</c:v>
                </c:pt>
                <c:pt idx="2">
                  <c:v>22727</c:v>
                </c:pt>
                <c:pt idx="3">
                  <c:v>28130</c:v>
                </c:pt>
                <c:pt idx="4">
                  <c:v>33076</c:v>
                </c:pt>
                <c:pt idx="5">
                  <c:v>28881</c:v>
                </c:pt>
                <c:pt idx="6">
                  <c:v>26996</c:v>
                </c:pt>
                <c:pt idx="7">
                  <c:v>25546</c:v>
                </c:pt>
                <c:pt idx="8">
                  <c:v>21971</c:v>
                </c:pt>
                <c:pt idx="9">
                  <c:v>32562</c:v>
                </c:pt>
                <c:pt idx="10">
                  <c:v>36872</c:v>
                </c:pt>
                <c:pt idx="11">
                  <c:v>26823</c:v>
                </c:pt>
              </c:numCache>
            </c:numRef>
          </c:val>
        </c:ser>
        <c:dLbls>
          <c:dLblPos val="ctr"/>
          <c:numFmt formatCode="General" sourceLinked="0"/>
          <c:separator val=", "/>
          <c:showBubbleSize val="0"/>
          <c:showCatName val="0"/>
          <c:showLegendKey val="0"/>
          <c:showPercent val="0"/>
          <c:showSerName val="0"/>
          <c:showVal val="0"/>
        </c:dLbls>
        <c:gapWidth val="150"/>
        <c:overlap val="-30"/>
        <c:axId val="64451712"/>
        <c:axId val="64453248"/>
      </c:barChart>
      <c:dateAx>
        <c:axId val="64451712"/>
        <c:scaling>
          <c:orientation val="minMax"/>
        </c:scaling>
        <c:delete val="0"/>
        <c:axPos val="l"/>
        <c:majorGridlines>
          <c:spPr>
            <a:ln algn="ctr" w="12700">
              <a:solidFill>
                <a:srgbClr val="FFFFFF">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 sourceLinked="0"/>
        <c:crossAx val="64453248"/>
        <c:crosses val="autoZero"/>
      </c:dateAx>
      <c:valAx>
        <c:axId val="64453248"/>
        <c:scaling>
          <c:orientation val="minMax"/>
        </c:scaling>
        <c:delete val="0"/>
        <c:axPos val="l"/>
        <c:majorGridlines>
          <c:spPr>
            <a:ln algn="ctr" w="12700">
              <a:solidFill>
                <a:srgbClr val="E5E5E5">
                  <a:alpha val="100000"/>
                </a:srgbClr>
              </a:solidFill>
              <a:prstDash val="solid"/>
            </a:ln>
          </c:spPr>
        </c:majorGridlines>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plotVisOnly val="1"/>
    <c:dispBlanksAs val="gap"/>
    <c:showDLblsOverMax val="0"/>
  </c:chart>
  <c:txPr>
    <a:bodyPr/>
    <a:lstStyle/>
    <a:p>
      <a:pPr>
        <a:defRPr sz="1800"/>
      </a:pPr>
      <a:endParaRPr lang="fr-FR"/>
    </a:p>
  </c:txPr>
  <c:externalData r:id="rId1">
    <c:autoUpdate val="0"/>
  </c:externalData>
</c:chartSpace>
</file>

<file path=ppt/charts/chart87336890.xml><?xml version="1.0" encoding="utf-8"?>
<c:chartSpace xmlns:c="http://schemas.openxmlformats.org/drawingml/2006/chart" xmlns:a="http://schemas.openxmlformats.org/drawingml/2006/main" xmlns:r="http://schemas.openxmlformats.org/officeDocument/2006/relationships">
  <c:date1904 val="0"/>
  <c:lang val="fr-FR"/>
  <c:roundedCorners val="0"/>
  <mc:AlternateContent xmlns:mc="http://schemas.openxmlformats.org/markup-compatibility/2006">
    <mc:Choice xmlns:c14="http://schemas.microsoft.com/office/drawing/2007/8/2/chart" Requires="c14">
      <c14:style val="118"/>
    </mc:Choice>
    <mc:Fallback>
      <c:style val="18"/>
    </mc:Fallback>
  </mc:AlternateContent>
  <c:chart>
    <c:title xmlns:c="http://schemas.openxmlformats.org/drawingml/2006/chart" xmlns:a="http://schemas.openxmlformats.org/drawingml/2006/main" xmlns:r="http://schemas.openxmlformats.org/officeDocument/2006/relationships">
      <c:tx>
        <c:rich>
          <a:bodyPr/>
          <a:lstStyle/>
          <a:p>
            <a:pPr>
              <a:defRPr/>
            </a:pPr>
            <a:r>
              <a:rPr cap="none" sz="1200" i="0" b="1" u="none">
                <a:solidFill>
                  <a:srgbClr val="000000">
                    <a:alpha val="100000"/>
                  </a:srgbClr>
                </a:solidFill>
                <a:latin typeface="游ゴシック"/>
                <a:cs typeface="游ゴシック"/>
                <a:ea typeface="游ゴシック"/>
                <a:sym typeface="游ゴシック"/>
              </a:rPr>
              <a:t>2025年4月 ~ 2026年3月</a:t>
            </a:r>
          </a:p>
        </c:rich>
      </c:tx>
      <c:layout/>
      <c:overlay val="0"/>
    </c:title>
    <c:autoTitleDeleted val="0"/>
    <c:plotArea xmlns:c="http://schemas.openxmlformats.org/drawingml/2006/chart" xmlns:a="http://schemas.openxmlformats.org/drawingml/2006/main" xmlns:r="http://schemas.openxmlformats.org/officeDocument/2006/relationships">
      <c:layout/>
      <c:barChart>
        <c:barDir val="col"/>
        <c:grouping val="stacked"/>
        <c:varyColors val="0"/>
        <c:ser>
          <c:idx val="0"/>
          <c:order val="0"/>
          <c:tx>
            <c:strRef>
              <c:f>sheet1!$B$1</c:f>
              <c:strCache>
                <c:ptCount val="1"/>
                <c:pt idx="0">
                  <c:v>iOS</c:v>
                </c:pt>
              </c:strCache>
            </c:strRef>
          </c:tx>
          <c:spPr>
            <a:solidFill>
              <a:srgbClr val="0017C1">
                <a:alpha val="100000"/>
              </a:srgbClr>
            </a:solidFill>
            <a:ln w="25400">
              <a:solidFill>
                <a:srgbClr val="0017C1">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sheet1!$B$2:$B$13</c:f>
              <c:numCache>
                <c:ptCount val="12"/>
                <c:pt idx="0">
                  <c:v>2513</c:v>
                </c:pt>
                <c:pt idx="1">
                  <c:v>2433</c:v>
                </c:pt>
                <c:pt idx="2">
                  <c:v>2746</c:v>
                </c:pt>
                <c:pt idx="3">
                  <c:v>3401</c:v>
                </c:pt>
                <c:pt idx="4">
                  <c:v>3839</c:v>
                </c:pt>
                <c:pt idx="5">
                  <c:v>5996</c:v>
                </c:pt>
                <c:pt idx="6">
                  <c:v>4604</c:v>
                </c:pt>
                <c:pt idx="7">
                  <c:v>3244</c:v>
                </c:pt>
                <c:pt idx="8">
                  <c:v>3246</c:v>
                </c:pt>
                <c:pt idx="9">
                  <c:v>4125</c:v>
                </c:pt>
                <c:pt idx="10">
                  <c:v>4236</c:v>
                </c:pt>
                <c:pt idx="11">
                  <c:v>3533</c:v>
                </c:pt>
              </c:numCache>
            </c:numRef>
          </c:val>
        </c:ser>
        <c:ser>
          <c:idx val="1"/>
          <c:order val="1"/>
          <c:tx>
            <c:strRef>
              <c:f>sheet1!$C$1</c:f>
              <c:strCache>
                <c:ptCount val="1"/>
                <c:pt idx="0">
                  <c:v>Android</c:v>
                </c:pt>
              </c:strCache>
            </c:strRef>
          </c:tx>
          <c:spPr>
            <a:solidFill>
              <a:srgbClr val="9DB7F9">
                <a:alpha val="100000"/>
              </a:srgbClr>
            </a:solidFill>
            <a:ln w="25400">
              <a:solidFill>
                <a:srgbClr val="9DB7F9">
                  <a:alpha val="100000"/>
                </a:srgbClr>
              </a:solidFill>
            </a:ln>
            <a:effectLst/>
          </c:spPr>
          <c:invertIfNegative val="0"/>
          <c:dLbls>
            <c:dLblPos val="ctr"/>
            <c:numFmt formatCode="General" sourceLinked="0"/>
            <c:separator val=", "/>
            <c:showBubbleSize val="0"/>
            <c:showCatName val="0"/>
            <c:showLegendKey val="0"/>
            <c:showPercent val="0"/>
            <c:showSerName val="0"/>
            <c:showVal val="0"/>
            <c:txPr>
              <a:bodyPr/>
              <a:lstStyle/>
              <a:p>
                <a:pPr>
                  <a:defRPr cap="none" i="0" b="0" u="none">
                    <a:solidFill>
                      <a:srgbClr val="000000">
                        <a:alpha val="100000"/>
                      </a:srgbClr>
                    </a:solidFill>
                    <a:latin typeface="Arial"/>
                    <a:cs typeface="Arial"/>
                    <a:ea typeface="Arial"/>
                    <a:sym typeface="Arial"/>
                  </a:defRPr>
                </a:pPr>
              </a:p>
            </c:txPr>
          </c:dLbls>
          <c:cat>
            <c:numRef>
              <c:f>sheet1!$A$2:$A$13</c:f>
              <c:numCache>
                <c:formatCode>yyyy\-mm\-dd</c:formatCode>
                <c:ptCount val="12"/>
                <c:pt idx="0">
                  <c:v>45748</c:v>
                </c:pt>
                <c:pt idx="1">
                  <c:v>45778</c:v>
                </c:pt>
                <c:pt idx="2">
                  <c:v>45809</c:v>
                </c:pt>
                <c:pt idx="3">
                  <c:v>45839</c:v>
                </c:pt>
                <c:pt idx="4">
                  <c:v>45870</c:v>
                </c:pt>
                <c:pt idx="5">
                  <c:v>45901</c:v>
                </c:pt>
                <c:pt idx="6">
                  <c:v>45931</c:v>
                </c:pt>
                <c:pt idx="7">
                  <c:v>45962</c:v>
                </c:pt>
                <c:pt idx="8">
                  <c:v>45992</c:v>
                </c:pt>
                <c:pt idx="9">
                  <c:v>46023</c:v>
                </c:pt>
                <c:pt idx="10">
                  <c:v>46054</c:v>
                </c:pt>
                <c:pt idx="11">
                  <c:v>46082</c:v>
                </c:pt>
              </c:numCache>
            </c:numRef>
          </c:cat>
          <c:val>
            <c:numRef>
              <c:f>sheet1!$C$2:$C$13</c:f>
              <c:numCache>
                <c:ptCount val="12"/>
                <c:pt idx="0">
                  <c:v>1024</c:v>
                </c:pt>
                <c:pt idx="1">
                  <c:v>1006</c:v>
                </c:pt>
                <c:pt idx="2">
                  <c:v>1134</c:v>
                </c:pt>
                <c:pt idx="3">
                  <c:v>1668</c:v>
                </c:pt>
                <c:pt idx="4">
                  <c:v>2193</c:v>
                </c:pt>
                <c:pt idx="5">
                  <c:v>2578</c:v>
                </c:pt>
                <c:pt idx="6">
                  <c:v>2523</c:v>
                </c:pt>
                <c:pt idx="7">
                  <c:v>3028</c:v>
                </c:pt>
                <c:pt idx="8">
                  <c:v>1627</c:v>
                </c:pt>
                <c:pt idx="9">
                  <c:v>3285</c:v>
                </c:pt>
                <c:pt idx="10">
                  <c:v>3534</c:v>
                </c:pt>
                <c:pt idx="11">
                  <c:v>1620</c:v>
                </c:pt>
              </c:numCache>
            </c:numRef>
          </c:val>
        </c:ser>
        <c:dLbls>
          <c:dLblPos val="ctr"/>
          <c:numFmt formatCode="General" sourceLinked="0"/>
          <c:separator val=", "/>
          <c:showBubbleSize val="0"/>
          <c:showCatName val="0"/>
          <c:showLegendKey val="0"/>
          <c:showPercent val="0"/>
          <c:showSerName val="0"/>
          <c:showVal val="0"/>
        </c:dLbls>
        <c:gapWidth val="150"/>
        <c:overlap val="100"/>
        <c:axId val="64451712"/>
        <c:axId val="64453248"/>
      </c:barChart>
      <c:dateAx>
        <c:axId val="64451712"/>
        <c:scaling>
          <c:orientation val="minMax"/>
        </c:scaling>
        <c:delete val="0"/>
        <c:axPos val="l"/>
        <c:majorGridlines>
          <c:spPr>
            <a:ln algn="ctr" w="12700">
              <a:solidFill>
                <a:srgbClr val="FFFFFF">
                  <a:alpha val="100000"/>
                </a:srgbClr>
              </a:solidFill>
              <a:prstDash val="solid"/>
            </a:ln>
          </c:spPr>
        </c:majorGridlines>
        <c:title>
          <c:tx>
            <c:rich>
              <a:bodyPr rot="0" vert="horz" anchor="ctr"/>
              <a:lstStyle/>
              <a:p>
                <a:pPr>
                  <a:defRPr/>
                </a:pPr>
                <a:r>
                  <a:rPr cap="none" sz="1600" i="0" b="1" u="none">
                    <a:solidFill>
                      <a:srgbClr val="000000">
                        <a:alpha val="100000"/>
                      </a:srgbClr>
                    </a:solidFill>
                    <a:latin typeface="Arial"/>
                    <a:cs typeface="Arial"/>
                    <a:ea typeface="Arial"/>
                    <a:sym typeface="Arial"/>
                  </a:rPr>
                  <a:t/>
                </a:r>
              </a:p>
            </c:rich>
          </c:tx>
          <c:layout/>
          <c:overlay val="0"/>
        </c:title>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yyyy/mm" sourceLinked="0"/>
        <c:crossAx val="64453248"/>
        <c:crosses val="autoZero"/>
      </c:dateAx>
      <c:valAx>
        <c:axId val="64453248"/>
        <c:scaling>
          <c:orientation val="minMax"/>
        </c:scaling>
        <c:delete val="0"/>
        <c:axPos val="l"/>
        <c:majorGridlines>
          <c:spPr>
            <a:ln algn="ctr" w="12700">
              <a:solidFill>
                <a:srgbClr val="B2B2B2">
                  <a:alpha val="100000"/>
                </a:srgbClr>
              </a:solidFill>
              <a:prstDash val="solid"/>
            </a:ln>
          </c:spPr>
        </c:majorGridlines>
        <c:title>
          <c:tx>
            <c:rich>
              <a:bodyPr rot="16200000" vert="horz" anchor="ctr"/>
              <a:lstStyle/>
              <a:p>
                <a:pPr>
                  <a:defRPr/>
                </a:pPr>
                <a:r>
                  <a:rPr cap="none" sz="1200" i="0" b="1" u="none">
                    <a:solidFill>
                      <a:srgbClr val="000000">
                        <a:alpha val="100000"/>
                      </a:srgbClr>
                    </a:solidFill>
                    <a:latin typeface="Arial"/>
                    <a:cs typeface="Arial"/>
                    <a:ea typeface="Arial"/>
                    <a:sym typeface="Arial"/>
                  </a:rPr>
                  <a:t/>
                </a:r>
              </a:p>
            </c:rich>
          </c:tx>
          <c:layout/>
          <c:overlay val="0"/>
        </c:title>
        <c:majorTickMark val="cross"/>
        <c:minorTickMark val="none"/>
        <c:tickLblPos val="nextTo"/>
        <c:txPr>
          <a:bodyPr rot="0" vert="horz"/>
          <a:lstStyle/>
          <a:p>
            <a:pPr>
              <a:defRPr cap="none" sz="1000" i="0" b="0" u="none">
                <a:solidFill>
                  <a:srgbClr val="000000">
                    <a:alpha val="100000"/>
                  </a:srgbClr>
                </a:solidFill>
                <a:latin typeface="Arial"/>
                <a:cs typeface="Arial"/>
                <a:ea typeface="Arial"/>
                <a:sym typeface="Arial"/>
              </a:defRPr>
            </a:pPr>
          </a:p>
        </c:txPr>
        <c:spPr>
          <a:ln algn="ctr" w="12700">
            <a:solidFill>
              <a:srgbClr val="999999">
                <a:alpha val="60000"/>
              </a:srgbClr>
            </a:solidFill>
            <a:prstDash val="solid"/>
          </a:ln>
        </c:spPr>
        <c:numFmt formatCode="#,##0" sourceLinked="0"/>
        <c:crossAx val="64451712"/>
        <c:crosses val="autoZero"/>
      </c:valAx>
    </c:plotArea>
    <c:legend>
      <c:legendPos val="t"/>
      <c:layout/>
      <c:overlay val="0"/>
      <c:txPr xmlns:c="http://schemas.openxmlformats.org/drawingml/2006/chart" xmlns:a="http://schemas.openxmlformats.org/drawingml/2006/main">
        <a:bodyPr/>
        <a:lstStyle/>
        <a:p>
          <a:pPr>
            <a:defRPr cap="none" sz="900" i="0" b="0" u="none">
              <a:solidFill>
                <a:srgbClr val="000000">
                  <a:alpha val="100000"/>
                </a:srgbClr>
              </a:solidFill>
              <a:latin typeface="Arial"/>
              <a:cs typeface="Arial"/>
              <a:ea typeface="Arial"/>
              <a:sym typeface="Arial"/>
            </a:defRPr>
          </a:pPr>
        </a:p>
      </c:txPr>
    </c:legend>
    <c:plotVisOnly val="1"/>
    <c:dispBlanksAs val="gap"/>
    <c:showDLblsOverMax val="0"/>
  </c:chart>
  <c:txPr>
    <a:bodyPr/>
    <a:lstStyle/>
    <a:p>
      <a:pPr>
        <a:defRPr sz="1800"/>
      </a:pPr>
      <a:endParaRPr lang="fr-FR"/>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E9B35378-C983-C00C-14A0-7AE32A7A339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E93ED822-2B43-6D9B-2776-65F48F50437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8560C3C-F2B0-4E77-9451-9B009FD90111}" type="datetimeFigureOut">
              <a:rPr kumimoji="1" lang="ja-JP" altLang="en-US" smtClean="0"/>
              <a:t>2025/7/30</a:t>
            </a:fld>
            <a:endParaRPr kumimoji="1" lang="ja-JP" altLang="en-US"/>
          </a:p>
        </p:txBody>
      </p:sp>
      <p:sp>
        <p:nvSpPr>
          <p:cNvPr id="4" name="フッター プレースホルダー 3">
            <a:extLst>
              <a:ext uri="{FF2B5EF4-FFF2-40B4-BE49-F238E27FC236}">
                <a16:creationId xmlns:a16="http://schemas.microsoft.com/office/drawing/2014/main" id="{4167639D-5BAD-4235-C9CB-616367846CF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Tree>
    <p:extLst>
      <p:ext uri="{BB962C8B-B14F-4D97-AF65-F5344CB8AC3E}">
        <p14:creationId xmlns:p14="http://schemas.microsoft.com/office/powerpoint/2010/main" val="187271788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C018C7-4DFE-A542-90AF-E06DB94DD31F}" type="datetimeFigureOut">
              <a:rPr kumimoji="1" lang="ja-JP" altLang="en-US" smtClean="0"/>
              <a:t>2025/7/30</a:t>
            </a:fld>
            <a:endParaRPr kumimoji="1" lang="ja-JP" altLang="en-US"/>
          </a:p>
        </p:txBody>
      </p:sp>
      <p:sp>
        <p:nvSpPr>
          <p:cNvPr id="4" name="スライド イメージ プレースホルダー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7B1A9F-F87E-514D-9FEF-0F7BBE4D711D}" type="slidenum">
              <a:rPr kumimoji="1" lang="ja-JP" altLang="en-US" smtClean="0"/>
              <a:t>‹#›</a:t>
            </a:fld>
            <a:endParaRPr kumimoji="1" lang="ja-JP" altLang="en-US"/>
          </a:p>
        </p:txBody>
      </p:sp>
    </p:spTree>
    <p:extLst>
      <p:ext uri="{BB962C8B-B14F-4D97-AF65-F5344CB8AC3E}">
        <p14:creationId xmlns:p14="http://schemas.microsoft.com/office/powerpoint/2010/main" val="147295810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4" name="contents">
            <a:extLst>
              <a:ext uri="{FF2B5EF4-FFF2-40B4-BE49-F238E27FC236}">
                <a16:creationId xmlns:a16="http://schemas.microsoft.com/office/drawing/2014/main" id="{71B6D6ED-191C-FF6D-6968-73C5FB87642B}"/>
              </a:ext>
            </a:extLst>
          </p:cNvPr>
          <p:cNvSpPr>
            <a:spLocks noGrp="1"/>
          </p:cNvSpPr>
          <p:nvPr>
            <p:ph type="tbl" sz="quarter" idx="10"/>
          </p:nvPr>
        </p:nvSpPr>
        <p:spPr>
          <a:xfrm>
            <a:off x="2057320" y="2285683"/>
            <a:ext cx="5791359" cy="3086100"/>
          </a:xfrm>
          <a:prstGeom prst="rect">
            <a:avLst/>
          </a:prstGeom>
        </p:spPr>
        <p:txBody>
          <a:bodyPr/>
          <a:lstStyle>
            <a:lvl1pPr marL="0" indent="0" algn="ctr">
              <a:buFontTx/>
              <a:buNone/>
              <a:defRPr/>
            </a:lvl1pPr>
          </a:lstStyle>
          <a:p>
            <a:endParaRPr kumimoji="1" lang="ja-JP" altLang="en-US"/>
          </a:p>
        </p:txBody>
      </p:sp>
      <p:sp>
        <p:nvSpPr>
          <p:cNvPr id="6" name="page_title">
            <a:extLst>
              <a:ext uri="{FF2B5EF4-FFF2-40B4-BE49-F238E27FC236}">
                <a16:creationId xmlns:a16="http://schemas.microsoft.com/office/drawing/2014/main" id="{3DB77545-FB9A-B51C-E450-61EFEEEBFC48}"/>
              </a:ext>
            </a:extLst>
          </p:cNvPr>
          <p:cNvSpPr>
            <a:spLocks noGrp="1"/>
          </p:cNvSpPr>
          <p:nvPr>
            <p:ph type="body" sz="quarter" idx="11"/>
          </p:nvPr>
        </p:nvSpPr>
        <p:spPr>
          <a:xfrm>
            <a:off x="2057320" y="1486217"/>
            <a:ext cx="5791359" cy="456883"/>
          </a:xfrm>
          <a:prstGeom prst="rect">
            <a:avLst/>
          </a:prstGeom>
        </p:spPr>
        <p:txBody>
          <a:bodyPr/>
          <a:lstStyle>
            <a:lvl1pPr marL="0" indent="0" algn="ctr">
              <a:buNone/>
              <a:defRPr sz="2000" b="1"/>
            </a:lvl1pPr>
          </a:lstStyle>
          <a:p>
            <a:pPr lvl="0"/>
            <a:endParaRPr kumimoji="1" lang="ja-JP" altLang="en-US" dirty="0"/>
          </a:p>
        </p:txBody>
      </p:sp>
      <p:sp>
        <p:nvSpPr>
          <p:cNvPr id="2" name="スライド番号プレースホルダー 1">
            <a:extLst>
              <a:ext uri="{FF2B5EF4-FFF2-40B4-BE49-F238E27FC236}">
                <a16:creationId xmlns:a16="http://schemas.microsoft.com/office/drawing/2014/main" id="{25371411-E224-8916-CF73-CCDDE7525C65}"/>
              </a:ext>
            </a:extLst>
          </p:cNvPr>
          <p:cNvSpPr>
            <a:spLocks noGrp="1"/>
          </p:cNvSpPr>
          <p:nvPr>
            <p:ph type="sldNum" sz="quarter" idx="12"/>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3" name="日付プレースホルダー 2">
            <a:extLst>
              <a:ext uri="{FF2B5EF4-FFF2-40B4-BE49-F238E27FC236}">
                <a16:creationId xmlns:a16="http://schemas.microsoft.com/office/drawing/2014/main" id="{3E6CE73D-7648-5701-4D50-1677D2219EC1}"/>
              </a:ext>
            </a:extLst>
          </p:cNvPr>
          <p:cNvSpPr>
            <a:spLocks noGrp="1"/>
          </p:cNvSpPr>
          <p:nvPr>
            <p:ph type="dt" sz="half" idx="13"/>
          </p:nvPr>
        </p:nvSpPr>
        <p:spPr>
          <a:xfrm>
            <a:off x="681038" y="6356350"/>
            <a:ext cx="2228850" cy="365125"/>
          </a:xfrm>
          <a:prstGeom prst="rect">
            <a:avLst/>
          </a:prstGeom>
        </p:spPr>
        <p:txBody>
          <a:bodyPr/>
          <a:lstStyle/>
          <a:p>
            <a:fld id="{4502F154-112C-4B60-9E9D-942609102DFF}"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EB9646FB-8F2F-1376-5AA3-8CAF2914BB24}"/>
              </a:ext>
            </a:extLst>
          </p:cNvPr>
          <p:cNvSpPr>
            <a:spLocks noGrp="1"/>
          </p:cNvSpPr>
          <p:nvPr>
            <p:ph type="ftr" sz="quarter" idx="14"/>
          </p:nvPr>
        </p:nvSpPr>
        <p:spPr/>
        <p:txBody>
          <a:bodyPr/>
          <a:lstStyle/>
          <a:p>
            <a:endParaRPr kumimoji="1" lang="ja-JP" altLang="en-US"/>
          </a:p>
        </p:txBody>
      </p:sp>
    </p:spTree>
    <p:extLst>
      <p:ext uri="{BB962C8B-B14F-4D97-AF65-F5344CB8AC3E}">
        <p14:creationId xmlns:p14="http://schemas.microsoft.com/office/powerpoint/2010/main" val="27831520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ex">
    <p:spTree>
      <p:nvGrpSpPr>
        <p:cNvPr id="1" name=""/>
        <p:cNvGrpSpPr/>
        <p:nvPr/>
      </p:nvGrpSpPr>
      <p:grpSpPr>
        <a:xfrm>
          <a:off x="0" y="0"/>
          <a:ext cx="0" cy="0"/>
          <a:chOff x="0" y="0"/>
          <a:chExt cx="0" cy="0"/>
        </a:xfrm>
      </p:grpSpPr>
      <p:cxnSp>
        <p:nvCxnSpPr>
          <p:cNvPr id="21" name="connector">
            <a:extLst>
              <a:ext uri="{FF2B5EF4-FFF2-40B4-BE49-F238E27FC236}">
                <a16:creationId xmlns:a16="http://schemas.microsoft.com/office/drawing/2014/main" id="{FCEF8E04-C787-3BE2-1D92-5793FC326A35}"/>
              </a:ext>
            </a:extLst>
          </p:cNvPr>
          <p:cNvCxnSpPr>
            <a:cxnSpLocks noGrp="1" noRot="1" noMove="1" noResize="1" noEditPoints="1" noAdjustHandles="1" noChangeArrowheads="1" noChangeShapeType="1"/>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591608" y="1063802"/>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591609" y="1412564"/>
            <a:ext cx="4231525" cy="314894"/>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591608" y="1884905"/>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591608" y="2232089"/>
            <a:ext cx="4231525" cy="2336326"/>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591608" y="4716951"/>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591608" y="5073118"/>
            <a:ext cx="4231525" cy="514278"/>
          </a:xfrm>
          <a:prstGeom prst="rect">
            <a:avLst/>
          </a:prstGeom>
        </p:spPr>
        <p:txBody>
          <a:bodyPr anchor="t"/>
          <a:lstStyle>
            <a:lvl1pPr marL="0" indent="0">
              <a:lnSpc>
                <a:spcPct val="100000"/>
              </a:lnSpc>
              <a:spcBef>
                <a:spcPts val="50"/>
              </a:spcBef>
              <a:buNone/>
              <a:defRPr sz="1400" b="0"/>
            </a:lvl1pPr>
          </a:lstStyle>
          <a:p>
            <a:endParaRPr lang="ja-JP" altLang="en-US" sz="1400"/>
          </a:p>
        </p:txBody>
      </p:sp>
      <p:sp>
        <p:nvSpPr>
          <p:cNvPr id="97" name="index_5">
            <a:extLst>
              <a:ext uri="{FF2B5EF4-FFF2-40B4-BE49-F238E27FC236}">
                <a16:creationId xmlns:a16="http://schemas.microsoft.com/office/drawing/2014/main" id="{E592DB79-B646-DB77-11EA-4E0597E752D2}"/>
              </a:ext>
            </a:extLst>
          </p:cNvPr>
          <p:cNvSpPr>
            <a:spLocks noGrp="1"/>
          </p:cNvSpPr>
          <p:nvPr>
            <p:ph type="body" sz="quarter" idx="27"/>
          </p:nvPr>
        </p:nvSpPr>
        <p:spPr>
          <a:xfrm>
            <a:off x="5082867" y="1052513"/>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8" name="index_text_5">
            <a:extLst>
              <a:ext uri="{FF2B5EF4-FFF2-40B4-BE49-F238E27FC236}">
                <a16:creationId xmlns:a16="http://schemas.microsoft.com/office/drawing/2014/main" id="{F07715F9-5F13-9962-6C80-07042671D394}"/>
              </a:ext>
            </a:extLst>
          </p:cNvPr>
          <p:cNvSpPr>
            <a:spLocks noGrp="1"/>
          </p:cNvSpPr>
          <p:nvPr>
            <p:ph type="body" sz="quarter" idx="28"/>
          </p:nvPr>
        </p:nvSpPr>
        <p:spPr>
          <a:xfrm>
            <a:off x="5082867" y="1378696"/>
            <a:ext cx="4541424" cy="1227625"/>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99" name="index_6">
            <a:extLst>
              <a:ext uri="{FF2B5EF4-FFF2-40B4-BE49-F238E27FC236}">
                <a16:creationId xmlns:a16="http://schemas.microsoft.com/office/drawing/2014/main" id="{BFC98CEF-FE8D-4F28-0A00-298B11AAECA0}"/>
              </a:ext>
            </a:extLst>
          </p:cNvPr>
          <p:cNvSpPr>
            <a:spLocks noGrp="1"/>
          </p:cNvSpPr>
          <p:nvPr>
            <p:ph type="body" sz="quarter" idx="29"/>
          </p:nvPr>
        </p:nvSpPr>
        <p:spPr>
          <a:xfrm>
            <a:off x="5082867" y="2767948"/>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100" name="index_text_6">
            <a:extLst>
              <a:ext uri="{FF2B5EF4-FFF2-40B4-BE49-F238E27FC236}">
                <a16:creationId xmlns:a16="http://schemas.microsoft.com/office/drawing/2014/main" id="{E73D6412-6573-13F3-9492-BFF3DED47823}"/>
              </a:ext>
            </a:extLst>
          </p:cNvPr>
          <p:cNvSpPr>
            <a:spLocks noGrp="1"/>
          </p:cNvSpPr>
          <p:nvPr>
            <p:ph type="body" sz="quarter" idx="30"/>
          </p:nvPr>
        </p:nvSpPr>
        <p:spPr>
          <a:xfrm>
            <a:off x="5082867" y="3108787"/>
            <a:ext cx="4231525" cy="1459627"/>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101" name="index_7">
            <a:extLst>
              <a:ext uri="{FF2B5EF4-FFF2-40B4-BE49-F238E27FC236}">
                <a16:creationId xmlns:a16="http://schemas.microsoft.com/office/drawing/2014/main" id="{E05F13F7-EDF0-059A-2650-4FBDBA02F617}"/>
              </a:ext>
            </a:extLst>
          </p:cNvPr>
          <p:cNvSpPr>
            <a:spLocks noGrp="1"/>
          </p:cNvSpPr>
          <p:nvPr>
            <p:ph type="body" sz="quarter" idx="31"/>
          </p:nvPr>
        </p:nvSpPr>
        <p:spPr>
          <a:xfrm>
            <a:off x="5082867" y="4686139"/>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102" name="index_text_7">
            <a:extLst>
              <a:ext uri="{FF2B5EF4-FFF2-40B4-BE49-F238E27FC236}">
                <a16:creationId xmlns:a16="http://schemas.microsoft.com/office/drawing/2014/main" id="{2E04FC26-9C0C-4CCA-3B6D-DDA13A22C863}"/>
              </a:ext>
            </a:extLst>
          </p:cNvPr>
          <p:cNvSpPr>
            <a:spLocks noGrp="1"/>
          </p:cNvSpPr>
          <p:nvPr>
            <p:ph type="body" sz="quarter" idx="32"/>
          </p:nvPr>
        </p:nvSpPr>
        <p:spPr>
          <a:xfrm>
            <a:off x="5082867" y="5001033"/>
            <a:ext cx="4231525" cy="400503"/>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2" name="index_4">
            <a:extLst>
              <a:ext uri="{FF2B5EF4-FFF2-40B4-BE49-F238E27FC236}">
                <a16:creationId xmlns:a16="http://schemas.microsoft.com/office/drawing/2014/main" id="{6AF7E7DA-EEC1-6B01-6B63-E2DDE47A597C}"/>
              </a:ext>
            </a:extLst>
          </p:cNvPr>
          <p:cNvSpPr>
            <a:spLocks noGrp="1"/>
          </p:cNvSpPr>
          <p:nvPr>
            <p:ph type="body" sz="quarter" idx="33"/>
          </p:nvPr>
        </p:nvSpPr>
        <p:spPr>
          <a:xfrm>
            <a:off x="591608" y="5742103"/>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3" name="index_text_4">
            <a:extLst>
              <a:ext uri="{FF2B5EF4-FFF2-40B4-BE49-F238E27FC236}">
                <a16:creationId xmlns:a16="http://schemas.microsoft.com/office/drawing/2014/main" id="{7D845920-EFFC-DB73-331B-63F5F7590AD9}"/>
              </a:ext>
            </a:extLst>
          </p:cNvPr>
          <p:cNvSpPr>
            <a:spLocks noGrp="1"/>
          </p:cNvSpPr>
          <p:nvPr>
            <p:ph type="body" sz="quarter" idx="34"/>
          </p:nvPr>
        </p:nvSpPr>
        <p:spPr>
          <a:xfrm>
            <a:off x="591608" y="6092099"/>
            <a:ext cx="4231525" cy="514278"/>
          </a:xfrm>
          <a:prstGeom prst="rect">
            <a:avLst/>
          </a:prstGeom>
        </p:spPr>
        <p:txBody>
          <a:bodyPr anchor="t"/>
          <a:lstStyle>
            <a:lvl1pPr marL="0" indent="0">
              <a:lnSpc>
                <a:spcPct val="100000"/>
              </a:lnSpc>
              <a:spcBef>
                <a:spcPts val="50"/>
              </a:spcBef>
              <a:buNone/>
              <a:defRPr sz="1400" b="0"/>
            </a:lvl1pPr>
          </a:lstStyle>
          <a:p>
            <a:endParaRPr lang="ja-JP" altLang="en-US" sz="140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0F6832FF-D8A2-4285-8FBF-650645891842}"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Tree>
    <p:extLst>
      <p:ext uri="{BB962C8B-B14F-4D97-AF65-F5344CB8AC3E}">
        <p14:creationId xmlns:p14="http://schemas.microsoft.com/office/powerpoint/2010/main" val="344307273"/>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dex_custom">
    <p:spTree>
      <p:nvGrpSpPr>
        <p:cNvPr id="1" name=""/>
        <p:cNvGrpSpPr/>
        <p:nvPr/>
      </p:nvGrpSpPr>
      <p:grpSpPr>
        <a:xfrm>
          <a:off x="0" y="0"/>
          <a:ext cx="0" cy="0"/>
          <a:chOff x="0" y="0"/>
          <a:chExt cx="0" cy="0"/>
        </a:xfrm>
      </p:grpSpPr>
      <p:cxnSp>
        <p:nvCxnSpPr>
          <p:cNvPr id="21" name="connector">
            <a:extLst>
              <a:ext uri="{FF2B5EF4-FFF2-40B4-BE49-F238E27FC236}">
                <a16:creationId xmlns:a16="http://schemas.microsoft.com/office/drawing/2014/main" id="{FCEF8E04-C787-3BE2-1D92-5793FC326A35}"/>
              </a:ext>
            </a:extLst>
          </p:cNvPr>
          <p:cNvCxnSpPr>
            <a:cxnSpLocks noGrp="1" noRot="1" noMove="1" noResize="1" noEditPoints="1" noAdjustHandles="1" noChangeArrowheads="1" noChangeShapeType="1"/>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01A43972-A8F9-4A55-90A8-8C3299066A81}"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2" name="index_text_1">
            <a:extLst>
              <a:ext uri="{FF2B5EF4-FFF2-40B4-BE49-F238E27FC236}">
                <a16:creationId xmlns:a16="http://schemas.microsoft.com/office/drawing/2014/main" id="{4186B8C8-0875-438E-805D-EA2FC6F871D6}"/>
              </a:ext>
            </a:extLst>
          </p:cNvPr>
          <p:cNvSpPr txBox="1"/>
          <p:nvPr userDrawn="1"/>
        </p:nvSpPr>
        <p:spPr>
          <a:xfrm>
            <a:off x="582372" y="1052513"/>
            <a:ext cx="8762253" cy="427168"/>
          </a:xfrm>
          <a:prstGeom prst="rect">
            <a:avLst/>
          </a:prstGeom>
          <a:noFill/>
        </p:spPr>
        <p:txBody>
          <a:bodyPr wrap="square" rtlCol="0" anchor="t">
            <a:spAutoFit/>
          </a:bodyPr>
          <a:lstStyle/>
          <a:p>
            <a:pPr marL="285750" indent="-285750" algn="l">
              <a:lnSpc>
                <a:spcPct val="150000"/>
              </a:lnSpc>
              <a:buFont typeface="Arial" panose="020B0604020202020204" pitchFamily="34" charset="0"/>
              <a:buChar char="•"/>
            </a:pPr>
            <a:endParaRPr kumimoji="1" lang="ja-JP" altLang="en-US" sz="1600" b="0" dirty="0"/>
          </a:p>
        </p:txBody>
      </p:sp>
    </p:spTree>
    <p:extLst>
      <p:ext uri="{BB962C8B-B14F-4D97-AF65-F5344CB8AC3E}">
        <p14:creationId xmlns:p14="http://schemas.microsoft.com/office/powerpoint/2010/main" val="548673318"/>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index_ai_suggest">
    <p:spTree>
      <p:nvGrpSpPr>
        <p:cNvPr id="1" name=""/>
        <p:cNvGrpSpPr/>
        <p:nvPr/>
      </p:nvGrpSpPr>
      <p:grpSpPr>
        <a:xfrm>
          <a:off x="0" y="0"/>
          <a:ext cx="0" cy="0"/>
          <a:chOff x="0" y="0"/>
          <a:chExt cx="0" cy="0"/>
        </a:xfrm>
      </p:grpSpPr>
      <p:cxnSp>
        <p:nvCxnSpPr>
          <p:cNvPr id="21" name="connector">
            <a:extLst>
              <a:ext uri="{FF2B5EF4-FFF2-40B4-BE49-F238E27FC236}">
                <a16:creationId xmlns:a16="http://schemas.microsoft.com/office/drawing/2014/main" id="{FCEF8E04-C787-3BE2-1D92-5793FC326A35}"/>
              </a:ext>
            </a:extLst>
          </p:cNvPr>
          <p:cNvCxnSpPr>
            <a:cxnSpLocks noGrp="1" noRot="1" noMove="1" noResize="1" noEditPoints="1" noAdjustHandles="1" noChangeArrowheads="1" noChangeShapeType="1"/>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591608" y="2415747"/>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591608" y="2734283"/>
            <a:ext cx="4231525" cy="314894"/>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591608" y="3139770"/>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591608" y="3467452"/>
            <a:ext cx="4231525" cy="2336326"/>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580782" y="5907159"/>
            <a:ext cx="42470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591608" y="6222053"/>
            <a:ext cx="4231525" cy="514278"/>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97" name="index_5">
            <a:extLst>
              <a:ext uri="{FF2B5EF4-FFF2-40B4-BE49-F238E27FC236}">
                <a16:creationId xmlns:a16="http://schemas.microsoft.com/office/drawing/2014/main" id="{E592DB79-B646-DB77-11EA-4E0597E752D2}"/>
              </a:ext>
            </a:extLst>
          </p:cNvPr>
          <p:cNvSpPr>
            <a:spLocks noGrp="1"/>
          </p:cNvSpPr>
          <p:nvPr>
            <p:ph type="body" sz="quarter" idx="27"/>
          </p:nvPr>
        </p:nvSpPr>
        <p:spPr>
          <a:xfrm>
            <a:off x="5055064" y="2412910"/>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8" name="index_text_5">
            <a:extLst>
              <a:ext uri="{FF2B5EF4-FFF2-40B4-BE49-F238E27FC236}">
                <a16:creationId xmlns:a16="http://schemas.microsoft.com/office/drawing/2014/main" id="{F07715F9-5F13-9962-6C80-07042671D394}"/>
              </a:ext>
            </a:extLst>
          </p:cNvPr>
          <p:cNvSpPr>
            <a:spLocks noGrp="1"/>
          </p:cNvSpPr>
          <p:nvPr>
            <p:ph type="body" sz="quarter" idx="28"/>
          </p:nvPr>
        </p:nvSpPr>
        <p:spPr>
          <a:xfrm>
            <a:off x="5055064" y="2747191"/>
            <a:ext cx="4587700" cy="1227625"/>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99" name="index_6">
            <a:extLst>
              <a:ext uri="{FF2B5EF4-FFF2-40B4-BE49-F238E27FC236}">
                <a16:creationId xmlns:a16="http://schemas.microsoft.com/office/drawing/2014/main" id="{BFC98CEF-FE8D-4F28-0A00-298B11AAECA0}"/>
              </a:ext>
            </a:extLst>
          </p:cNvPr>
          <p:cNvSpPr>
            <a:spLocks noGrp="1"/>
          </p:cNvSpPr>
          <p:nvPr>
            <p:ph type="body" sz="quarter" idx="29"/>
          </p:nvPr>
        </p:nvSpPr>
        <p:spPr>
          <a:xfrm>
            <a:off x="5062229" y="4060586"/>
            <a:ext cx="4231525"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100" name="index_text_6">
            <a:extLst>
              <a:ext uri="{FF2B5EF4-FFF2-40B4-BE49-F238E27FC236}">
                <a16:creationId xmlns:a16="http://schemas.microsoft.com/office/drawing/2014/main" id="{E73D6412-6573-13F3-9492-BFF3DED47823}"/>
              </a:ext>
            </a:extLst>
          </p:cNvPr>
          <p:cNvSpPr>
            <a:spLocks noGrp="1"/>
          </p:cNvSpPr>
          <p:nvPr>
            <p:ph type="body" sz="quarter" idx="30"/>
          </p:nvPr>
        </p:nvSpPr>
        <p:spPr>
          <a:xfrm>
            <a:off x="5062229" y="4372495"/>
            <a:ext cx="4231525" cy="1382939"/>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101" name="index_8">
            <a:extLst>
              <a:ext uri="{FF2B5EF4-FFF2-40B4-BE49-F238E27FC236}">
                <a16:creationId xmlns:a16="http://schemas.microsoft.com/office/drawing/2014/main" id="{E05F13F7-EDF0-059A-2650-4FBDBA02F617}"/>
              </a:ext>
            </a:extLst>
          </p:cNvPr>
          <p:cNvSpPr>
            <a:spLocks noGrp="1"/>
          </p:cNvSpPr>
          <p:nvPr>
            <p:ph type="body" sz="quarter" idx="31"/>
          </p:nvPr>
        </p:nvSpPr>
        <p:spPr>
          <a:xfrm>
            <a:off x="5062229" y="5826085"/>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102" name="index_text_8">
            <a:extLst>
              <a:ext uri="{FF2B5EF4-FFF2-40B4-BE49-F238E27FC236}">
                <a16:creationId xmlns:a16="http://schemas.microsoft.com/office/drawing/2014/main" id="{2E04FC26-9C0C-4CCA-3B6D-DDA13A22C863}"/>
              </a:ext>
            </a:extLst>
          </p:cNvPr>
          <p:cNvSpPr>
            <a:spLocks noGrp="1"/>
          </p:cNvSpPr>
          <p:nvPr>
            <p:ph type="body" sz="quarter" idx="32"/>
          </p:nvPr>
        </p:nvSpPr>
        <p:spPr>
          <a:xfrm>
            <a:off x="5055064" y="6156098"/>
            <a:ext cx="4236686" cy="400503"/>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2" name="index_4">
            <a:extLst>
              <a:ext uri="{FF2B5EF4-FFF2-40B4-BE49-F238E27FC236}">
                <a16:creationId xmlns:a16="http://schemas.microsoft.com/office/drawing/2014/main" id="{6AF7E7DA-EEC1-6B01-6B63-E2DDE47A597C}"/>
              </a:ext>
            </a:extLst>
          </p:cNvPr>
          <p:cNvSpPr>
            <a:spLocks noGrp="1"/>
          </p:cNvSpPr>
          <p:nvPr>
            <p:ph type="body" sz="quarter" idx="33"/>
          </p:nvPr>
        </p:nvSpPr>
        <p:spPr>
          <a:xfrm>
            <a:off x="5062229" y="1070975"/>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3" name="index_text_4">
            <a:extLst>
              <a:ext uri="{FF2B5EF4-FFF2-40B4-BE49-F238E27FC236}">
                <a16:creationId xmlns:a16="http://schemas.microsoft.com/office/drawing/2014/main" id="{7D845920-EFFC-DB73-331B-63F5F7590AD9}"/>
              </a:ext>
            </a:extLst>
          </p:cNvPr>
          <p:cNvSpPr>
            <a:spLocks noGrp="1"/>
          </p:cNvSpPr>
          <p:nvPr>
            <p:ph type="body" sz="quarter" idx="34"/>
          </p:nvPr>
        </p:nvSpPr>
        <p:spPr>
          <a:xfrm>
            <a:off x="5062229" y="1409906"/>
            <a:ext cx="4231525" cy="918889"/>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2C23274E-8A02-4754-98A3-9049D174E88A}"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index_7">
            <a:extLst>
              <a:ext uri="{FF2B5EF4-FFF2-40B4-BE49-F238E27FC236}">
                <a16:creationId xmlns:a16="http://schemas.microsoft.com/office/drawing/2014/main" id="{B2993D2A-D1C7-0D3C-B36B-066D13FA467D}"/>
              </a:ext>
            </a:extLst>
          </p:cNvPr>
          <p:cNvSpPr>
            <a:spLocks noGrp="1"/>
          </p:cNvSpPr>
          <p:nvPr>
            <p:ph type="body" sz="quarter" idx="38"/>
          </p:nvPr>
        </p:nvSpPr>
        <p:spPr>
          <a:xfrm>
            <a:off x="591609" y="1063310"/>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8" name="index_text_7">
            <a:extLst>
              <a:ext uri="{FF2B5EF4-FFF2-40B4-BE49-F238E27FC236}">
                <a16:creationId xmlns:a16="http://schemas.microsoft.com/office/drawing/2014/main" id="{651E6E15-E21B-F092-89B6-15DD6B01DE0B}"/>
              </a:ext>
            </a:extLst>
          </p:cNvPr>
          <p:cNvSpPr>
            <a:spLocks noGrp="1"/>
          </p:cNvSpPr>
          <p:nvPr>
            <p:ph type="body" sz="quarter" idx="39"/>
          </p:nvPr>
        </p:nvSpPr>
        <p:spPr>
          <a:xfrm>
            <a:off x="591608" y="1391364"/>
            <a:ext cx="4231525" cy="937432"/>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Tree>
    <p:extLst>
      <p:ext uri="{BB962C8B-B14F-4D97-AF65-F5344CB8AC3E}">
        <p14:creationId xmlns:p14="http://schemas.microsoft.com/office/powerpoint/2010/main" val="3710096575"/>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ndex_limited">
    <p:spTree>
      <p:nvGrpSpPr>
        <p:cNvPr id="1" name=""/>
        <p:cNvGrpSpPr/>
        <p:nvPr/>
      </p:nvGrpSpPr>
      <p:grpSpPr>
        <a:xfrm>
          <a:off x="0" y="0"/>
          <a:ext cx="0" cy="0"/>
          <a:chOff x="0" y="0"/>
          <a:chExt cx="0" cy="0"/>
        </a:xfrm>
      </p:grpSpPr>
      <p:cxnSp>
        <p:nvCxnSpPr>
          <p:cNvPr id="21" name="connector">
            <a:extLst>
              <a:ext uri="{FF2B5EF4-FFF2-40B4-BE49-F238E27FC236}">
                <a16:creationId xmlns:a16="http://schemas.microsoft.com/office/drawing/2014/main" id="{FCEF8E04-C787-3BE2-1D92-5793FC326A35}"/>
              </a:ext>
            </a:extLst>
          </p:cNvPr>
          <p:cNvCxnSpPr>
            <a:cxnSpLocks noGrp="1" noRot="1" noMove="1" noResize="1" noEditPoints="1" noAdjustHandles="1" noChangeArrowheads="1" noChangeShapeType="1"/>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591608" y="1063802"/>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591608" y="1572547"/>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591608" y="2081292"/>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7" name="index_4">
            <a:extLst>
              <a:ext uri="{FF2B5EF4-FFF2-40B4-BE49-F238E27FC236}">
                <a16:creationId xmlns:a16="http://schemas.microsoft.com/office/drawing/2014/main" id="{E592DB79-B646-DB77-11EA-4E0597E752D2}"/>
              </a:ext>
            </a:extLst>
          </p:cNvPr>
          <p:cNvSpPr>
            <a:spLocks noGrp="1"/>
          </p:cNvSpPr>
          <p:nvPr>
            <p:ph type="body" sz="quarter" idx="27"/>
          </p:nvPr>
        </p:nvSpPr>
        <p:spPr>
          <a:xfrm>
            <a:off x="591608" y="2590037"/>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99" name="index_5">
            <a:extLst>
              <a:ext uri="{FF2B5EF4-FFF2-40B4-BE49-F238E27FC236}">
                <a16:creationId xmlns:a16="http://schemas.microsoft.com/office/drawing/2014/main" id="{BFC98CEF-FE8D-4F28-0A00-298B11AAECA0}"/>
              </a:ext>
            </a:extLst>
          </p:cNvPr>
          <p:cNvSpPr>
            <a:spLocks noGrp="1"/>
          </p:cNvSpPr>
          <p:nvPr>
            <p:ph type="body" sz="quarter" idx="29"/>
          </p:nvPr>
        </p:nvSpPr>
        <p:spPr>
          <a:xfrm>
            <a:off x="591608" y="3098782"/>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101" name="index_6">
            <a:extLst>
              <a:ext uri="{FF2B5EF4-FFF2-40B4-BE49-F238E27FC236}">
                <a16:creationId xmlns:a16="http://schemas.microsoft.com/office/drawing/2014/main" id="{E05F13F7-EDF0-059A-2650-4FBDBA02F617}"/>
              </a:ext>
            </a:extLst>
          </p:cNvPr>
          <p:cNvSpPr>
            <a:spLocks noGrp="1"/>
          </p:cNvSpPr>
          <p:nvPr>
            <p:ph type="body" sz="quarter" idx="31"/>
          </p:nvPr>
        </p:nvSpPr>
        <p:spPr>
          <a:xfrm>
            <a:off x="591608" y="3607527"/>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3" name="index_7">
            <a:extLst>
              <a:ext uri="{FF2B5EF4-FFF2-40B4-BE49-F238E27FC236}">
                <a16:creationId xmlns:a16="http://schemas.microsoft.com/office/drawing/2014/main" id="{DBBF9C46-BCB8-BFD9-DBB5-C97AAFE0D127}"/>
              </a:ext>
            </a:extLst>
          </p:cNvPr>
          <p:cNvSpPr>
            <a:spLocks noGrp="1"/>
          </p:cNvSpPr>
          <p:nvPr>
            <p:ph type="body" sz="quarter" idx="32"/>
          </p:nvPr>
        </p:nvSpPr>
        <p:spPr>
          <a:xfrm>
            <a:off x="591608" y="4116272"/>
            <a:ext cx="4221206" cy="314894"/>
          </a:xfrm>
          <a:prstGeom prst="rect">
            <a:avLst/>
          </a:prstGeom>
          <a:solidFill>
            <a:schemeClr val="accent1"/>
          </a:solidFill>
        </p:spPr>
        <p:txBody>
          <a:bodyPr anchor="ctr"/>
          <a:lstStyle>
            <a:lvl1pPr marL="0" indent="0">
              <a:buNone/>
              <a:defRPr sz="1400" b="1">
                <a:solidFill>
                  <a:schemeClr val="tx1"/>
                </a:solidFill>
              </a:defRPr>
            </a:lvl1pPr>
          </a:lstStyle>
          <a:p>
            <a:pPr lvl="0"/>
            <a:endParaRPr kumimoji="1" lang="ja-JP" altLang="en-US" dirty="0"/>
          </a:p>
        </p:txBody>
      </p:sp>
      <p:sp>
        <p:nvSpPr>
          <p:cNvPr id="2" name="スライド番号プレースホルダー 1">
            <a:extLst>
              <a:ext uri="{FF2B5EF4-FFF2-40B4-BE49-F238E27FC236}">
                <a16:creationId xmlns:a16="http://schemas.microsoft.com/office/drawing/2014/main" id="{5AABA1D4-7A34-E3C7-B352-32BC8A9DD3B1}"/>
              </a:ext>
            </a:extLst>
          </p:cNvPr>
          <p:cNvSpPr>
            <a:spLocks noGrp="1"/>
          </p:cNvSpPr>
          <p:nvPr>
            <p:ph type="sldNum" sz="quarter" idx="3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BBBC217E-18D5-AA51-D7D9-FA35AF8AA10B}"/>
              </a:ext>
            </a:extLst>
          </p:cNvPr>
          <p:cNvSpPr>
            <a:spLocks noGrp="1"/>
          </p:cNvSpPr>
          <p:nvPr>
            <p:ph type="dt" sz="half" idx="34"/>
          </p:nvPr>
        </p:nvSpPr>
        <p:spPr>
          <a:xfrm>
            <a:off x="681038" y="6356350"/>
            <a:ext cx="2228850" cy="365125"/>
          </a:xfrm>
          <a:prstGeom prst="rect">
            <a:avLst/>
          </a:prstGeom>
        </p:spPr>
        <p:txBody>
          <a:bodyPr/>
          <a:lstStyle/>
          <a:p>
            <a:fld id="{D0FD3CC7-BFC7-46DC-BFAE-24D1021C1304}"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898F4363-0F19-F197-68F4-90B5B4E91227}"/>
              </a:ext>
            </a:extLst>
          </p:cNvPr>
          <p:cNvSpPr>
            <a:spLocks noGrp="1"/>
          </p:cNvSpPr>
          <p:nvPr>
            <p:ph type="ftr" sz="quarter" idx="35"/>
          </p:nvPr>
        </p:nvSpPr>
        <p:spPr/>
        <p:txBody>
          <a:bodyPr/>
          <a:lstStyle/>
          <a:p>
            <a:endParaRPr kumimoji="1" lang="ja-JP" altLang="en-US"/>
          </a:p>
        </p:txBody>
      </p:sp>
    </p:spTree>
    <p:extLst>
      <p:ext uri="{BB962C8B-B14F-4D97-AF65-F5344CB8AC3E}">
        <p14:creationId xmlns:p14="http://schemas.microsoft.com/office/powerpoint/2010/main" val="4168306962"/>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artition">
    <p:spTree>
      <p:nvGrpSpPr>
        <p:cNvPr id="1" name=""/>
        <p:cNvGrpSpPr/>
        <p:nvPr/>
      </p:nvGrpSpPr>
      <p:grpSpPr>
        <a:xfrm>
          <a:off x="0" y="0"/>
          <a:ext cx="0" cy="0"/>
          <a:chOff x="0" y="0"/>
          <a:chExt cx="0" cy="0"/>
        </a:xfrm>
      </p:grpSpPr>
      <p:sp>
        <p:nvSpPr>
          <p:cNvPr id="5" name="page_title">
            <a:extLst>
              <a:ext uri="{FF2B5EF4-FFF2-40B4-BE49-F238E27FC236}">
                <a16:creationId xmlns:a16="http://schemas.microsoft.com/office/drawing/2014/main" id="{3A9FEFD7-2261-ED16-247A-08593673D7F1}"/>
              </a:ext>
            </a:extLst>
          </p:cNvPr>
          <p:cNvSpPr>
            <a:spLocks noGrp="1"/>
          </p:cNvSpPr>
          <p:nvPr>
            <p:ph type="body" sz="quarter" idx="10"/>
          </p:nvPr>
        </p:nvSpPr>
        <p:spPr>
          <a:xfrm>
            <a:off x="1554692" y="3200400"/>
            <a:ext cx="6769100" cy="457200"/>
          </a:xfrm>
          <a:prstGeom prst="rect">
            <a:avLst/>
          </a:prstGeom>
        </p:spPr>
        <p:txBody>
          <a:bodyPr anchor="ctr"/>
          <a:lstStyle>
            <a:lvl1pPr marL="0" indent="0" algn="ctr">
              <a:buNone/>
              <a:defRPr sz="1800" b="1"/>
            </a:lvl1pPr>
          </a:lstStyle>
          <a:p>
            <a:pPr lvl="0"/>
            <a:endParaRPr kumimoji="1" lang="ja-JP" altLang="en-US" dirty="0"/>
          </a:p>
        </p:txBody>
      </p:sp>
      <p:cxnSp>
        <p:nvCxnSpPr>
          <p:cNvPr id="2" name="connector">
            <a:extLst>
              <a:ext uri="{FF2B5EF4-FFF2-40B4-BE49-F238E27FC236}">
                <a16:creationId xmlns:a16="http://schemas.microsoft.com/office/drawing/2014/main" id="{2DA346C2-D094-C8BD-5CDD-A506A9A6610A}"/>
              </a:ext>
            </a:extLst>
          </p:cNvPr>
          <p:cNvCxnSpPr>
            <a:cxnSpLocks noGrp="1" noRot="1" noMove="1" noResize="1" noEditPoints="1" noAdjustHandles="1" noChangeArrowheads="1" noChangeShapeType="1"/>
          </p:cNvCxnSpPr>
          <p:nvPr userDrawn="1"/>
        </p:nvCxnSpPr>
        <p:spPr>
          <a:xfrm>
            <a:off x="584729" y="3657846"/>
            <a:ext cx="8736542"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スライド番号プレースホルダー 2">
            <a:extLst>
              <a:ext uri="{FF2B5EF4-FFF2-40B4-BE49-F238E27FC236}">
                <a16:creationId xmlns:a16="http://schemas.microsoft.com/office/drawing/2014/main" id="{F29103F3-C0D5-059F-4080-FE27820CDE3B}"/>
              </a:ext>
            </a:extLst>
          </p:cNvPr>
          <p:cNvSpPr>
            <a:spLocks noGrp="1"/>
          </p:cNvSpPr>
          <p:nvPr>
            <p:ph type="sldNum" sz="quarter" idx="1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DFCB0D00-0B24-262E-BEE6-F7AF8487AC84}"/>
              </a:ext>
            </a:extLst>
          </p:cNvPr>
          <p:cNvSpPr>
            <a:spLocks noGrp="1"/>
          </p:cNvSpPr>
          <p:nvPr>
            <p:ph type="dt" sz="half" idx="12"/>
          </p:nvPr>
        </p:nvSpPr>
        <p:spPr>
          <a:xfrm>
            <a:off x="681038" y="6356350"/>
            <a:ext cx="2228850" cy="365125"/>
          </a:xfrm>
          <a:prstGeom prst="rect">
            <a:avLst/>
          </a:prstGeom>
        </p:spPr>
        <p:txBody>
          <a:bodyPr/>
          <a:lstStyle/>
          <a:p>
            <a:fld id="{DCE133B8-BF6F-4147-847A-48F7E52D4A67}"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3EB95A35-0A79-EEEF-7B1D-2BDAD53678B6}"/>
              </a:ext>
            </a:extLst>
          </p:cNvPr>
          <p:cNvSpPr>
            <a:spLocks noGrp="1"/>
          </p:cNvSpPr>
          <p:nvPr>
            <p:ph type="ftr" sz="quarter" idx="13"/>
          </p:nvPr>
        </p:nvSpPr>
        <p:spPr/>
        <p:txBody>
          <a:bodyPr/>
          <a:lstStyle/>
          <a:p>
            <a:endParaRPr kumimoji="1" lang="ja-JP" altLang="en-US"/>
          </a:p>
        </p:txBody>
      </p:sp>
    </p:spTree>
    <p:extLst>
      <p:ext uri="{BB962C8B-B14F-4D97-AF65-F5344CB8AC3E}">
        <p14:creationId xmlns:p14="http://schemas.microsoft.com/office/powerpoint/2010/main" val="6635602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onthly_basic">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238500"/>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343400"/>
            <a:ext cx="8726710" cy="882650"/>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noRot="1" noMove="1" noResize="1" noEditPoints="1" noAdjustHandles="1" noChangeArrowheads="1" noChangeShapeType="1"/>
          </p:cNvSpPr>
          <p:nvPr>
            <p:ph type="body" sz="quarter" idx="13"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cxnSp>
        <p:nvCxnSpPr>
          <p:cNvPr id="3" name="connector_2">
            <a:extLst>
              <a:ext uri="{FF2B5EF4-FFF2-40B4-BE49-F238E27FC236}">
                <a16:creationId xmlns:a16="http://schemas.microsoft.com/office/drawing/2014/main" id="{2E5135C9-6329-9616-F863-573542E7B30B}"/>
              </a:ext>
            </a:extLst>
          </p:cNvPr>
          <p:cNvCxnSpPr>
            <a:cxnSpLocks noGrp="1" noRot="1" noMove="1" noResize="1" noEditPoints="1" noAdjustHandles="1" noChangeArrowheads="1" noChangeShapeType="1"/>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スライド番号プレースホルダー 3">
            <a:extLst>
              <a:ext uri="{FF2B5EF4-FFF2-40B4-BE49-F238E27FC236}">
                <a16:creationId xmlns:a16="http://schemas.microsoft.com/office/drawing/2014/main" id="{C4030951-8787-D2A0-CCF7-3C4209F7EB32}"/>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CA0ACBD3-C83A-54EC-9EDA-85839AFC4DE2}"/>
              </a:ext>
            </a:extLst>
          </p:cNvPr>
          <p:cNvSpPr>
            <a:spLocks noGrp="1"/>
          </p:cNvSpPr>
          <p:nvPr>
            <p:ph type="dt" sz="half" idx="15"/>
          </p:nvPr>
        </p:nvSpPr>
        <p:spPr>
          <a:xfrm>
            <a:off x="681038" y="6356350"/>
            <a:ext cx="2228850" cy="365125"/>
          </a:xfrm>
          <a:prstGeom prst="rect">
            <a:avLst/>
          </a:prstGeom>
        </p:spPr>
        <p:txBody>
          <a:bodyPr/>
          <a:lstStyle/>
          <a:p>
            <a:fld id="{ECC53C8D-F86B-4060-B6D0-1914257CBA74}"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A3B5A244-54A0-9CF4-5CE0-EF358C559478}"/>
              </a:ext>
            </a:extLst>
          </p:cNvPr>
          <p:cNvSpPr>
            <a:spLocks noGrp="1"/>
          </p:cNvSpPr>
          <p:nvPr>
            <p:ph type="ftr" sz="quarter" idx="16"/>
          </p:nvPr>
        </p:nvSpPr>
        <p:spPr/>
        <p:txBody>
          <a:bodyPr/>
          <a:lstStyle/>
          <a:p>
            <a:endParaRPr kumimoji="1" lang="ja-JP" altLang="en-US"/>
          </a:p>
        </p:txBody>
      </p:sp>
    </p:spTree>
    <p:extLst>
      <p:ext uri="{BB962C8B-B14F-4D97-AF65-F5344CB8AC3E}">
        <p14:creationId xmlns:p14="http://schemas.microsoft.com/office/powerpoint/2010/main" val="3992157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nthly_basic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238500"/>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343400"/>
            <a:ext cx="8726710" cy="882650"/>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07ADE517-CB28-5EBB-68D3-725F9FE0FCA3}"/>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FC4A8645-CA31-16F9-C62D-C79717548511}"/>
              </a:ext>
            </a:extLst>
          </p:cNvPr>
          <p:cNvSpPr>
            <a:spLocks noGrp="1"/>
          </p:cNvSpPr>
          <p:nvPr>
            <p:ph type="dt" sz="half" idx="14"/>
          </p:nvPr>
        </p:nvSpPr>
        <p:spPr>
          <a:xfrm>
            <a:off x="681038" y="6356350"/>
            <a:ext cx="2228850" cy="365125"/>
          </a:xfrm>
          <a:prstGeom prst="rect">
            <a:avLst/>
          </a:prstGeom>
        </p:spPr>
        <p:txBody>
          <a:bodyPr/>
          <a:lstStyle/>
          <a:p>
            <a:fld id="{13914836-85D5-4D2A-BBFE-E9D78187F2C8}"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FAC79CB2-8296-083A-74FE-D1D1E8D45DE5}"/>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27619075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able_basic">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82979"/>
            <a:ext cx="8726710" cy="4320536"/>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noRot="1" noMove="1" noResize="1" noEditPoints="1" noAdjustHandles="1" noChangeArrowheads="1" noChangeShapeType="1"/>
          </p:cNvSpPr>
          <p:nvPr>
            <p:ph type="body" sz="quarter" idx="13"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cxnSp>
        <p:nvCxnSpPr>
          <p:cNvPr id="3" name="connector_2">
            <a:extLst>
              <a:ext uri="{FF2B5EF4-FFF2-40B4-BE49-F238E27FC236}">
                <a16:creationId xmlns:a16="http://schemas.microsoft.com/office/drawing/2014/main" id="{2E5135C9-6329-9616-F863-573542E7B30B}"/>
              </a:ext>
            </a:extLst>
          </p:cNvPr>
          <p:cNvCxnSpPr>
            <a:cxnSpLocks noGrp="1" noRot="1" noMove="1" noResize="1" noEditPoints="1" noAdjustHandles="1" noChangeArrowheads="1" noChangeShapeType="1"/>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日付プレースホルダー 7">
            <a:extLst>
              <a:ext uri="{FF2B5EF4-FFF2-40B4-BE49-F238E27FC236}">
                <a16:creationId xmlns:a16="http://schemas.microsoft.com/office/drawing/2014/main" id="{E1FCE6B3-794C-16AE-FC55-35C20E702CBF}"/>
              </a:ext>
            </a:extLst>
          </p:cNvPr>
          <p:cNvSpPr>
            <a:spLocks noGrp="1"/>
          </p:cNvSpPr>
          <p:nvPr>
            <p:ph type="dt" sz="half" idx="14"/>
          </p:nvPr>
        </p:nvSpPr>
        <p:spPr>
          <a:xfrm>
            <a:off x="681038" y="6356350"/>
            <a:ext cx="2228850" cy="365125"/>
          </a:xfrm>
          <a:prstGeom prst="rect">
            <a:avLst/>
          </a:prstGeom>
        </p:spPr>
        <p:txBody>
          <a:bodyPr/>
          <a:lstStyle/>
          <a:p>
            <a:fld id="{525FFFB1-2A52-420C-A543-9544C49BDD3A}" type="datetime1">
              <a:rPr kumimoji="1" lang="ja-JP" altLang="en-US" smtClean="0"/>
              <a:t>2025/7/30</a:t>
            </a:fld>
            <a:endParaRPr kumimoji="1" lang="ja-JP" altLang="en-US"/>
          </a:p>
        </p:txBody>
      </p:sp>
      <p:sp>
        <p:nvSpPr>
          <p:cNvPr id="9" name="フッター プレースホルダー 8">
            <a:extLst>
              <a:ext uri="{FF2B5EF4-FFF2-40B4-BE49-F238E27FC236}">
                <a16:creationId xmlns:a16="http://schemas.microsoft.com/office/drawing/2014/main" id="{F41C040E-FDFC-DCB3-77C7-66A680BECE6D}"/>
              </a:ext>
            </a:extLst>
          </p:cNvPr>
          <p:cNvSpPr>
            <a:spLocks noGrp="1"/>
          </p:cNvSpPr>
          <p:nvPr>
            <p:ph type="ftr" sz="quarter" idx="15"/>
          </p:nvPr>
        </p:nvSpPr>
        <p:spPr/>
        <p:txBody>
          <a:bodyPr/>
          <a:lstStyle/>
          <a:p>
            <a:endParaRPr kumimoji="1" lang="ja-JP" altLang="en-US"/>
          </a:p>
        </p:txBody>
      </p:sp>
      <p:sp>
        <p:nvSpPr>
          <p:cNvPr id="10" name="スライド番号プレースホルダー 9">
            <a:extLst>
              <a:ext uri="{FF2B5EF4-FFF2-40B4-BE49-F238E27FC236}">
                <a16:creationId xmlns:a16="http://schemas.microsoft.com/office/drawing/2014/main" id="{50DAE741-D5EB-904B-6EC2-A4B6FC316B69}"/>
              </a:ext>
            </a:extLst>
          </p:cNvPr>
          <p:cNvSpPr>
            <a:spLocks noGrp="1"/>
          </p:cNvSpPr>
          <p:nvPr>
            <p:ph type="sldNum" sz="quarter" idx="16"/>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Tree>
    <p:extLst>
      <p:ext uri="{BB962C8B-B14F-4D97-AF65-F5344CB8AC3E}">
        <p14:creationId xmlns:p14="http://schemas.microsoft.com/office/powerpoint/2010/main" val="503796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_basic_custom">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61102" y="1640516"/>
            <a:ext cx="8726710" cy="3860871"/>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noRot="1" noMove="1" noResize="1" noEditPoints="1" noAdjustHandles="1" noChangeArrowheads="1" noChangeShapeType="1"/>
          </p:cNvSpPr>
          <p:nvPr>
            <p:ph type="body" sz="quarter" idx="13"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cxnSp>
        <p:nvCxnSpPr>
          <p:cNvPr id="3" name="connector_2">
            <a:extLst>
              <a:ext uri="{FF2B5EF4-FFF2-40B4-BE49-F238E27FC236}">
                <a16:creationId xmlns:a16="http://schemas.microsoft.com/office/drawing/2014/main" id="{2E5135C9-6329-9616-F863-573542E7B30B}"/>
              </a:ext>
            </a:extLst>
          </p:cNvPr>
          <p:cNvCxnSpPr>
            <a:cxnSpLocks noGrp="1" noRot="1" noMove="1" noResize="1" noEditPoints="1" noAdjustHandles="1" noChangeArrowheads="1" noChangeShapeType="1"/>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日付プレースホルダー 7">
            <a:extLst>
              <a:ext uri="{FF2B5EF4-FFF2-40B4-BE49-F238E27FC236}">
                <a16:creationId xmlns:a16="http://schemas.microsoft.com/office/drawing/2014/main" id="{E1FCE6B3-794C-16AE-FC55-35C20E702CBF}"/>
              </a:ext>
            </a:extLst>
          </p:cNvPr>
          <p:cNvSpPr>
            <a:spLocks noGrp="1"/>
          </p:cNvSpPr>
          <p:nvPr>
            <p:ph type="dt" sz="half" idx="14"/>
          </p:nvPr>
        </p:nvSpPr>
        <p:spPr>
          <a:xfrm>
            <a:off x="681038" y="6356350"/>
            <a:ext cx="2228850" cy="365125"/>
          </a:xfrm>
          <a:prstGeom prst="rect">
            <a:avLst/>
          </a:prstGeom>
        </p:spPr>
        <p:txBody>
          <a:bodyPr/>
          <a:lstStyle/>
          <a:p>
            <a:fld id="{0A60F5A7-E34F-4EFE-902D-E0F4CB8DC731}" type="datetime1">
              <a:rPr kumimoji="1" lang="ja-JP" altLang="en-US" smtClean="0"/>
              <a:t>2025/7/30</a:t>
            </a:fld>
            <a:endParaRPr kumimoji="1" lang="ja-JP" altLang="en-US"/>
          </a:p>
        </p:txBody>
      </p:sp>
      <p:sp>
        <p:nvSpPr>
          <p:cNvPr id="9" name="フッター プレースホルダー 8">
            <a:extLst>
              <a:ext uri="{FF2B5EF4-FFF2-40B4-BE49-F238E27FC236}">
                <a16:creationId xmlns:a16="http://schemas.microsoft.com/office/drawing/2014/main" id="{F41C040E-FDFC-DCB3-77C7-66A680BECE6D}"/>
              </a:ext>
            </a:extLst>
          </p:cNvPr>
          <p:cNvSpPr>
            <a:spLocks noGrp="1"/>
          </p:cNvSpPr>
          <p:nvPr>
            <p:ph type="ftr" sz="quarter" idx="15"/>
          </p:nvPr>
        </p:nvSpPr>
        <p:spPr/>
        <p:txBody>
          <a:bodyPr/>
          <a:lstStyle/>
          <a:p>
            <a:endParaRPr kumimoji="1" lang="ja-JP" altLang="en-US"/>
          </a:p>
        </p:txBody>
      </p:sp>
      <p:sp>
        <p:nvSpPr>
          <p:cNvPr id="10" name="スライド番号プレースホルダー 9">
            <a:extLst>
              <a:ext uri="{FF2B5EF4-FFF2-40B4-BE49-F238E27FC236}">
                <a16:creationId xmlns:a16="http://schemas.microsoft.com/office/drawing/2014/main" id="{50DAE741-D5EB-904B-6EC2-A4B6FC316B69}"/>
              </a:ext>
            </a:extLst>
          </p:cNvPr>
          <p:cNvSpPr>
            <a:spLocks noGrp="1"/>
          </p:cNvSpPr>
          <p:nvPr>
            <p:ph type="sldNum" sz="quarter" idx="16"/>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text">
            <a:extLst>
              <a:ext uri="{FF2B5EF4-FFF2-40B4-BE49-F238E27FC236}">
                <a16:creationId xmlns:a16="http://schemas.microsoft.com/office/drawing/2014/main" id="{889C65C6-90AE-2AED-827F-AAB3F176EEC5}"/>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Tree>
    <p:extLst>
      <p:ext uri="{BB962C8B-B14F-4D97-AF65-F5344CB8AC3E}">
        <p14:creationId xmlns:p14="http://schemas.microsoft.com/office/powerpoint/2010/main" val="27534370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_basic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82979"/>
            <a:ext cx="8726710" cy="4320536"/>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C6DB4B67-4169-FE0E-12D3-EB1684E84D3F}"/>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E3DF07D4-4AA8-BC12-1531-E3D3541BA8C1}"/>
              </a:ext>
            </a:extLst>
          </p:cNvPr>
          <p:cNvSpPr>
            <a:spLocks noGrp="1"/>
          </p:cNvSpPr>
          <p:nvPr>
            <p:ph type="dt" sz="half" idx="14"/>
          </p:nvPr>
        </p:nvSpPr>
        <p:spPr>
          <a:xfrm>
            <a:off x="681038" y="6356350"/>
            <a:ext cx="2228850" cy="365125"/>
          </a:xfrm>
          <a:prstGeom prst="rect">
            <a:avLst/>
          </a:prstGeom>
        </p:spPr>
        <p:txBody>
          <a:bodyPr/>
          <a:lstStyle/>
          <a:p>
            <a:fld id="{CE84FF31-3EFD-4B26-B34A-84533463FFBD}"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3EB9FE2A-C200-D3A2-C71D-ACDBD5A6871D}"/>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23471896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aily_basic">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113464"/>
          </a:xfrm>
          <a:prstGeom prst="rect">
            <a:avLst/>
          </a:prstGeom>
        </p:spPr>
        <p:txBody>
          <a:bodyPr/>
          <a:lstStyle/>
          <a:p>
            <a:endParaRPr kumimoji="1" lang="ja-JP" altLang="en-US"/>
          </a:p>
        </p:txBody>
      </p:sp>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166267"/>
            <a:ext cx="8726710" cy="711805"/>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noRot="1" noMove="1" noResize="1" noEditPoints="1" noAdjustHandles="1" noChangeArrowheads="1" noChangeShapeType="1"/>
          </p:cNvSpPr>
          <p:nvPr>
            <p:ph type="body" sz="quarter" idx="13"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cxnSp>
        <p:nvCxnSpPr>
          <p:cNvPr id="3" name="connector_2">
            <a:extLst>
              <a:ext uri="{FF2B5EF4-FFF2-40B4-BE49-F238E27FC236}">
                <a16:creationId xmlns:a16="http://schemas.microsoft.com/office/drawing/2014/main" id="{2E5135C9-6329-9616-F863-573542E7B30B}"/>
              </a:ext>
            </a:extLst>
          </p:cNvPr>
          <p:cNvCxnSpPr>
            <a:cxnSpLocks noGrp="1" noRot="1" noMove="1" noResize="1" noEditPoints="1" noAdjustHandles="1" noChangeArrowheads="1" noChangeShapeType="1"/>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table_2">
            <a:extLst>
              <a:ext uri="{FF2B5EF4-FFF2-40B4-BE49-F238E27FC236}">
                <a16:creationId xmlns:a16="http://schemas.microsoft.com/office/drawing/2014/main" id="{68B65ED2-7C06-A65C-573A-084D3F83708D}"/>
              </a:ext>
            </a:extLst>
          </p:cNvPr>
          <p:cNvSpPr>
            <a:spLocks noGrp="1"/>
          </p:cNvSpPr>
          <p:nvPr>
            <p:ph type="tbl" sz="quarter" idx="14"/>
          </p:nvPr>
        </p:nvSpPr>
        <p:spPr>
          <a:xfrm>
            <a:off x="589401" y="4944777"/>
            <a:ext cx="8726710" cy="711805"/>
          </a:xfrm>
          <a:prstGeom prst="rect">
            <a:avLst/>
          </a:prstGeom>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EEE0F841-B717-E938-CED3-20736E939D54}"/>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DDC3DCD7-0703-5D6D-8E5D-163CDDED34FA}"/>
              </a:ext>
            </a:extLst>
          </p:cNvPr>
          <p:cNvSpPr>
            <a:spLocks noGrp="1"/>
          </p:cNvSpPr>
          <p:nvPr>
            <p:ph type="dt" sz="half" idx="16"/>
          </p:nvPr>
        </p:nvSpPr>
        <p:spPr>
          <a:xfrm>
            <a:off x="681038" y="6356350"/>
            <a:ext cx="2228850" cy="365125"/>
          </a:xfrm>
          <a:prstGeom prst="rect">
            <a:avLst/>
          </a:prstGeom>
        </p:spPr>
        <p:txBody>
          <a:bodyPr/>
          <a:lstStyle/>
          <a:p>
            <a:fld id="{BD3C0DAA-E57B-47E1-BC4A-D9CF28C69578}" type="datetime1">
              <a:rPr kumimoji="1" lang="ja-JP" altLang="en-US" smtClean="0"/>
              <a:t>2025/7/30</a:t>
            </a:fld>
            <a:endParaRPr kumimoji="1" lang="ja-JP" altLang="en-US"/>
          </a:p>
        </p:txBody>
      </p:sp>
      <p:sp>
        <p:nvSpPr>
          <p:cNvPr id="8" name="フッター プレースホルダー 7">
            <a:extLst>
              <a:ext uri="{FF2B5EF4-FFF2-40B4-BE49-F238E27FC236}">
                <a16:creationId xmlns:a16="http://schemas.microsoft.com/office/drawing/2014/main" id="{EC778F96-8367-6A14-8A15-5A141D3169C2}"/>
              </a:ext>
            </a:extLst>
          </p:cNvPr>
          <p:cNvSpPr>
            <a:spLocks noGrp="1"/>
          </p:cNvSpPr>
          <p:nvPr>
            <p:ph type="ftr" sz="quarter" idx="17"/>
          </p:nvPr>
        </p:nvSpPr>
        <p:spPr/>
        <p:txBody>
          <a:bodyPr/>
          <a:lstStyle/>
          <a:p>
            <a:endParaRPr kumimoji="1" lang="ja-JP" altLang="en-US"/>
          </a:p>
        </p:txBody>
      </p:sp>
    </p:spTree>
    <p:extLst>
      <p:ext uri="{BB962C8B-B14F-4D97-AF65-F5344CB8AC3E}">
        <p14:creationId xmlns:p14="http://schemas.microsoft.com/office/powerpoint/2010/main" val="10576362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aily_basic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113464"/>
          </a:xfrm>
          <a:prstGeom prst="rect">
            <a:avLst/>
          </a:prstGeom>
        </p:spPr>
        <p:txBody>
          <a:bodyPr/>
          <a:lstStyle/>
          <a:p>
            <a:endParaRPr kumimoji="1" lang="ja-JP" altLang="en-US"/>
          </a:p>
        </p:txBody>
      </p:sp>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166267"/>
            <a:ext cx="8726710" cy="711805"/>
          </a:xfrm>
          <a:prstGeom prst="rect">
            <a:avLst/>
          </a:prstGeom>
        </p:spPr>
        <p:txBody>
          <a:bodyPr/>
          <a:lstStyle/>
          <a:p>
            <a:endParaRPr kumimoji="1" lang="ja-JP" altLang="en-US"/>
          </a:p>
        </p:txBody>
      </p:sp>
      <p:sp>
        <p:nvSpPr>
          <p:cNvPr id="4" name="table_2">
            <a:extLst>
              <a:ext uri="{FF2B5EF4-FFF2-40B4-BE49-F238E27FC236}">
                <a16:creationId xmlns:a16="http://schemas.microsoft.com/office/drawing/2014/main" id="{68B65ED2-7C06-A65C-573A-084D3F83708D}"/>
              </a:ext>
            </a:extLst>
          </p:cNvPr>
          <p:cNvSpPr>
            <a:spLocks noGrp="1"/>
          </p:cNvSpPr>
          <p:nvPr>
            <p:ph type="tbl" sz="quarter" idx="14"/>
          </p:nvPr>
        </p:nvSpPr>
        <p:spPr>
          <a:xfrm>
            <a:off x="589401" y="4944777"/>
            <a:ext cx="8726710" cy="711805"/>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8BE864B5-A50B-38E7-C7AD-7B156772C344}"/>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2676CE60-394B-0CB1-6E1C-C93AE1068726}"/>
              </a:ext>
            </a:extLst>
          </p:cNvPr>
          <p:cNvSpPr>
            <a:spLocks noGrp="1"/>
          </p:cNvSpPr>
          <p:nvPr>
            <p:ph type="dt" sz="half" idx="16"/>
          </p:nvPr>
        </p:nvSpPr>
        <p:spPr>
          <a:xfrm>
            <a:off x="681038" y="6356350"/>
            <a:ext cx="2228850" cy="365125"/>
          </a:xfrm>
          <a:prstGeom prst="rect">
            <a:avLst/>
          </a:prstGeom>
        </p:spPr>
        <p:txBody>
          <a:bodyPr/>
          <a:lstStyle/>
          <a:p>
            <a:fld id="{8936BF78-E240-43A8-84A3-9F71A0D40ECC}"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42115EE7-6E7A-0CF2-8C28-EFD6E8BF2D21}"/>
              </a:ext>
            </a:extLst>
          </p:cNvPr>
          <p:cNvSpPr>
            <a:spLocks noGrp="1"/>
          </p:cNvSpPr>
          <p:nvPr>
            <p:ph type="ftr" sz="quarter" idx="17"/>
          </p:nvPr>
        </p:nvSpPr>
        <p:spPr/>
        <p:txBody>
          <a:bodyPr/>
          <a:lstStyle/>
          <a:p>
            <a:endParaRPr kumimoji="1" lang="ja-JP" altLang="en-US"/>
          </a:p>
        </p:txBody>
      </p:sp>
    </p:spTree>
    <p:extLst>
      <p:ext uri="{BB962C8B-B14F-4D97-AF65-F5344CB8AC3E}">
        <p14:creationId xmlns:p14="http://schemas.microsoft.com/office/powerpoint/2010/main" val="9077379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onthly_bigtable">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238500"/>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343400"/>
            <a:ext cx="8726710" cy="882650"/>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p:cNvSpPr>
          <p:nvPr>
            <p:ph type="body" sz="quarter" idx="13" hasCustomPrompt="1"/>
          </p:nvPr>
        </p:nvSpPr>
        <p:spPr>
          <a:xfrm>
            <a:off x="589400" y="6013938"/>
            <a:ext cx="8726712" cy="591999"/>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スライド番号プレースホルダー 3">
            <a:extLst>
              <a:ext uri="{FF2B5EF4-FFF2-40B4-BE49-F238E27FC236}">
                <a16:creationId xmlns:a16="http://schemas.microsoft.com/office/drawing/2014/main" id="{B0CC03DA-9748-DA92-A876-81C9D1556328}"/>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6CCB0573-FC7C-B47F-64D2-A06925C0FA68}"/>
              </a:ext>
            </a:extLst>
          </p:cNvPr>
          <p:cNvSpPr>
            <a:spLocks noGrp="1"/>
          </p:cNvSpPr>
          <p:nvPr>
            <p:ph type="dt" sz="half" idx="15"/>
          </p:nvPr>
        </p:nvSpPr>
        <p:spPr>
          <a:xfrm>
            <a:off x="681038" y="6356350"/>
            <a:ext cx="2228850" cy="365125"/>
          </a:xfrm>
          <a:prstGeom prst="rect">
            <a:avLst/>
          </a:prstGeom>
        </p:spPr>
        <p:txBody>
          <a:bodyPr/>
          <a:lstStyle/>
          <a:p>
            <a:fld id="{FB8E986D-5AE7-44A9-A1A2-CEC166C52C97}"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5F49DE80-FF1A-DF3D-1E7B-A1A8E7CF9D6D}"/>
              </a:ext>
            </a:extLst>
          </p:cNvPr>
          <p:cNvSpPr>
            <a:spLocks noGrp="1"/>
          </p:cNvSpPr>
          <p:nvPr>
            <p:ph type="ftr" sz="quarter" idx="16"/>
          </p:nvPr>
        </p:nvSpPr>
        <p:spPr/>
        <p:txBody>
          <a:bodyPr/>
          <a:lstStyle/>
          <a:p>
            <a:endParaRPr kumimoji="1" lang="ja-JP" altLang="en-US"/>
          </a:p>
        </p:txBody>
      </p:sp>
    </p:spTree>
    <p:extLst>
      <p:ext uri="{BB962C8B-B14F-4D97-AF65-F5344CB8AC3E}">
        <p14:creationId xmlns:p14="http://schemas.microsoft.com/office/powerpoint/2010/main" val="26248019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onthly_bigtable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89400" y="977900"/>
            <a:ext cx="8726712" cy="3238500"/>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4343400"/>
            <a:ext cx="8726710" cy="882650"/>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231617D-9554-01BB-7AEF-61923C0F37E1}"/>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01E52DAA-4A87-30C3-8269-740B30FBA4FF}"/>
              </a:ext>
            </a:extLst>
          </p:cNvPr>
          <p:cNvSpPr>
            <a:spLocks noGrp="1"/>
          </p:cNvSpPr>
          <p:nvPr>
            <p:ph type="dt" sz="half" idx="14"/>
          </p:nvPr>
        </p:nvSpPr>
        <p:spPr>
          <a:xfrm>
            <a:off x="681038" y="6356350"/>
            <a:ext cx="2228850" cy="365125"/>
          </a:xfrm>
          <a:prstGeom prst="rect">
            <a:avLst/>
          </a:prstGeom>
        </p:spPr>
        <p:txBody>
          <a:bodyPr/>
          <a:lstStyle/>
          <a:p>
            <a:fld id="{A9B4C25E-AF6A-4C0C-80CA-39F30272A601}"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4E997EAB-C18E-ACFD-CC12-3BD549906EC9}"/>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22188055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_big">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965836"/>
            <a:ext cx="8726710" cy="4926327"/>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p:cNvSpPr>
          <p:nvPr>
            <p:ph type="body" sz="quarter" idx="13" hasCustomPrompt="1"/>
          </p:nvPr>
        </p:nvSpPr>
        <p:spPr>
          <a:xfrm>
            <a:off x="589400" y="6013938"/>
            <a:ext cx="8726712" cy="591999"/>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スライド番号プレースホルダー 3">
            <a:extLst>
              <a:ext uri="{FF2B5EF4-FFF2-40B4-BE49-F238E27FC236}">
                <a16:creationId xmlns:a16="http://schemas.microsoft.com/office/drawing/2014/main" id="{FFF46E68-58F9-E8B6-1247-22A3B15078B8}"/>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F9D279B2-58F4-9633-8D54-F7631F44555D}"/>
              </a:ext>
            </a:extLst>
          </p:cNvPr>
          <p:cNvSpPr>
            <a:spLocks noGrp="1"/>
          </p:cNvSpPr>
          <p:nvPr>
            <p:ph type="dt" sz="half" idx="15"/>
          </p:nvPr>
        </p:nvSpPr>
        <p:spPr>
          <a:xfrm>
            <a:off x="681038" y="6356350"/>
            <a:ext cx="2228850" cy="365125"/>
          </a:xfrm>
          <a:prstGeom prst="rect">
            <a:avLst/>
          </a:prstGeom>
        </p:spPr>
        <p:txBody>
          <a:bodyPr/>
          <a:lstStyle/>
          <a:p>
            <a:fld id="{6FF601F4-26B2-4761-B76F-3607E0DD7CFE}"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0C23F2DA-FB34-7DA8-FAA4-167AEFDEF2DE}"/>
              </a:ext>
            </a:extLst>
          </p:cNvPr>
          <p:cNvSpPr>
            <a:spLocks noGrp="1"/>
          </p:cNvSpPr>
          <p:nvPr>
            <p:ph type="ftr" sz="quarter" idx="16"/>
          </p:nvPr>
        </p:nvSpPr>
        <p:spPr/>
        <p:txBody>
          <a:bodyPr/>
          <a:lstStyle/>
          <a:p>
            <a:endParaRPr kumimoji="1" lang="ja-JP" altLang="en-US"/>
          </a:p>
        </p:txBody>
      </p:sp>
    </p:spTree>
    <p:extLst>
      <p:ext uri="{BB962C8B-B14F-4D97-AF65-F5344CB8AC3E}">
        <p14:creationId xmlns:p14="http://schemas.microsoft.com/office/powerpoint/2010/main" val="10589706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able_big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965836"/>
            <a:ext cx="8726710" cy="4926327"/>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1ED4B44A-5C0F-E043-2CEE-BF8A07C9AECC}"/>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8182A0BE-6856-8620-A2B2-ECFB0216FCCD}"/>
              </a:ext>
            </a:extLst>
          </p:cNvPr>
          <p:cNvSpPr>
            <a:spLocks noGrp="1"/>
          </p:cNvSpPr>
          <p:nvPr>
            <p:ph type="dt" sz="half" idx="14"/>
          </p:nvPr>
        </p:nvSpPr>
        <p:spPr>
          <a:xfrm>
            <a:off x="681038" y="6356350"/>
            <a:ext cx="2228850" cy="365125"/>
          </a:xfrm>
          <a:prstGeom prst="rect">
            <a:avLst/>
          </a:prstGeom>
        </p:spPr>
        <p:txBody>
          <a:bodyPr/>
          <a:lstStyle/>
          <a:p>
            <a:fld id="{D8736DC1-373F-4CDC-A01E-5B406E34645C}"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EA737A81-2773-9399-61CB-B31B6EC444B6}"/>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21847695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age">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4011930" y="977899"/>
            <a:ext cx="5304182" cy="4189059"/>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77899"/>
            <a:ext cx="3113919" cy="4908551"/>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p:cNvSpPr>
          <p:nvPr>
            <p:ph type="body" sz="quarter" idx="13" hasCustomPrompt="1"/>
          </p:nvPr>
        </p:nvSpPr>
        <p:spPr>
          <a:xfrm>
            <a:off x="589400" y="6013938"/>
            <a:ext cx="8726712" cy="591999"/>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4743940" y="5192295"/>
            <a:ext cx="3840161" cy="592000"/>
          </a:xfrm>
          <a:prstGeom prst="rect">
            <a:avLst/>
          </a:prstGeom>
        </p:spPr>
        <p:txBody>
          <a:bodyPr/>
          <a:lstStyle>
            <a:lvl1pPr marL="0" indent="0">
              <a:spcBef>
                <a:spcPts val="0"/>
              </a:spcBef>
              <a:buNone/>
              <a:defRPr sz="1000">
                <a:latin typeface="+mj-lt"/>
              </a:defRPr>
            </a:lvl1pPr>
          </a:lstStyle>
          <a:p>
            <a:pPr lvl="0"/>
            <a:endParaRPr kumimoji="1" lang="ja-JP" altLang="en-US"/>
          </a:p>
        </p:txBody>
      </p:sp>
      <p:sp>
        <p:nvSpPr>
          <p:cNvPr id="4" name="スライド番号プレースホルダー 3">
            <a:extLst>
              <a:ext uri="{FF2B5EF4-FFF2-40B4-BE49-F238E27FC236}">
                <a16:creationId xmlns:a16="http://schemas.microsoft.com/office/drawing/2014/main" id="{9977EA0D-37E6-392A-8C90-9C5A0B069CF5}"/>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AEAE3740-A2B2-CA53-7FD5-7548FF629D6E}"/>
              </a:ext>
            </a:extLst>
          </p:cNvPr>
          <p:cNvSpPr>
            <a:spLocks noGrp="1"/>
          </p:cNvSpPr>
          <p:nvPr>
            <p:ph type="dt" sz="half" idx="16"/>
          </p:nvPr>
        </p:nvSpPr>
        <p:spPr>
          <a:xfrm>
            <a:off x="681038" y="6356350"/>
            <a:ext cx="2228850" cy="365125"/>
          </a:xfrm>
          <a:prstGeom prst="rect">
            <a:avLst/>
          </a:prstGeom>
        </p:spPr>
        <p:txBody>
          <a:bodyPr/>
          <a:lstStyle/>
          <a:p>
            <a:fld id="{E6909CAD-A600-4A17-99A7-F80045847152}" type="datetime1">
              <a:rPr kumimoji="1" lang="ja-JP" altLang="en-US" smtClean="0"/>
              <a:t>2025/7/30</a:t>
            </a:fld>
            <a:endParaRPr kumimoji="1" lang="ja-JP" altLang="en-US"/>
          </a:p>
        </p:txBody>
      </p:sp>
      <p:sp>
        <p:nvSpPr>
          <p:cNvPr id="8" name="フッター プレースホルダー 7">
            <a:extLst>
              <a:ext uri="{FF2B5EF4-FFF2-40B4-BE49-F238E27FC236}">
                <a16:creationId xmlns:a16="http://schemas.microsoft.com/office/drawing/2014/main" id="{7871EE09-284C-0615-18BF-728808BAB43D}"/>
              </a:ext>
            </a:extLst>
          </p:cNvPr>
          <p:cNvSpPr>
            <a:spLocks noGrp="1"/>
          </p:cNvSpPr>
          <p:nvPr>
            <p:ph type="ftr" sz="quarter" idx="17"/>
          </p:nvPr>
        </p:nvSpPr>
        <p:spPr/>
        <p:txBody>
          <a:bodyPr/>
          <a:lstStyle/>
          <a:p>
            <a:endParaRPr kumimoji="1" lang="ja-JP" altLang="en-US"/>
          </a:p>
        </p:txBody>
      </p:sp>
    </p:spTree>
    <p:extLst>
      <p:ext uri="{BB962C8B-B14F-4D97-AF65-F5344CB8AC3E}">
        <p14:creationId xmlns:p14="http://schemas.microsoft.com/office/powerpoint/2010/main" val="12978150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able_big_custom">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1496292"/>
            <a:ext cx="8726710" cy="4395872"/>
          </a:xfrm>
          <a:prstGeom prst="rect">
            <a:avLst/>
          </a:prstGeom>
        </p:spPr>
        <p:txBody>
          <a:bodyPr/>
          <a:lstStyle/>
          <a:p>
            <a:endParaRPr kumimoji="1" lang="ja-JP" altLang="en-US"/>
          </a:p>
        </p:txBody>
      </p:sp>
      <p:sp>
        <p:nvSpPr>
          <p:cNvPr id="20" name="comment">
            <a:extLst>
              <a:ext uri="{FF2B5EF4-FFF2-40B4-BE49-F238E27FC236}">
                <a16:creationId xmlns:a16="http://schemas.microsoft.com/office/drawing/2014/main" id="{6C712C82-6943-8CFB-E1DC-332343AAFEB3}"/>
              </a:ext>
            </a:extLst>
          </p:cNvPr>
          <p:cNvSpPr>
            <a:spLocks noGrp="1"/>
          </p:cNvSpPr>
          <p:nvPr>
            <p:ph type="body" sz="quarter" idx="13" hasCustomPrompt="1"/>
          </p:nvPr>
        </p:nvSpPr>
        <p:spPr>
          <a:xfrm>
            <a:off x="589400" y="6013938"/>
            <a:ext cx="8726712" cy="591999"/>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4" name="スライド番号プレースホルダー 3">
            <a:extLst>
              <a:ext uri="{FF2B5EF4-FFF2-40B4-BE49-F238E27FC236}">
                <a16:creationId xmlns:a16="http://schemas.microsoft.com/office/drawing/2014/main" id="{FFF46E68-58F9-E8B6-1247-22A3B15078B8}"/>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F9D279B2-58F4-9633-8D54-F7631F44555D}"/>
              </a:ext>
            </a:extLst>
          </p:cNvPr>
          <p:cNvSpPr>
            <a:spLocks noGrp="1"/>
          </p:cNvSpPr>
          <p:nvPr>
            <p:ph type="dt" sz="half" idx="15"/>
          </p:nvPr>
        </p:nvSpPr>
        <p:spPr>
          <a:xfrm>
            <a:off x="681038" y="6356350"/>
            <a:ext cx="2228850" cy="365125"/>
          </a:xfrm>
          <a:prstGeom prst="rect">
            <a:avLst/>
          </a:prstGeom>
        </p:spPr>
        <p:txBody>
          <a:bodyPr/>
          <a:lstStyle/>
          <a:p>
            <a:fld id="{5D30740B-75D4-430A-8EDA-0CCC665F1A5B}"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0C23F2DA-FB34-7DA8-FAA4-167AEFDEF2DE}"/>
              </a:ext>
            </a:extLst>
          </p:cNvPr>
          <p:cNvSpPr>
            <a:spLocks noGrp="1"/>
          </p:cNvSpPr>
          <p:nvPr>
            <p:ph type="ftr" sz="quarter" idx="16"/>
          </p:nvPr>
        </p:nvSpPr>
        <p:spPr/>
        <p:txBody>
          <a:bodyPr/>
          <a:lstStyle/>
          <a:p>
            <a:endParaRPr kumimoji="1" lang="ja-JP" altLang="en-US"/>
          </a:p>
        </p:txBody>
      </p:sp>
      <p:sp>
        <p:nvSpPr>
          <p:cNvPr id="8" name="text">
            <a:extLst>
              <a:ext uri="{FF2B5EF4-FFF2-40B4-BE49-F238E27FC236}">
                <a16:creationId xmlns:a16="http://schemas.microsoft.com/office/drawing/2014/main" id="{668035FC-DB99-590A-6A5D-F75B6EE00B20}"/>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Tree>
    <p:extLst>
      <p:ext uri="{BB962C8B-B14F-4D97-AF65-F5344CB8AC3E}">
        <p14:creationId xmlns:p14="http://schemas.microsoft.com/office/powerpoint/2010/main" val="24619741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e_custom">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61102" y="1595236"/>
            <a:ext cx="4182838" cy="4189059"/>
          </a:xfrm>
          <a:prstGeom prst="rect">
            <a:avLst/>
          </a:prstGeom>
        </p:spPr>
        <p:txBody>
          <a:bodyPr/>
          <a:lstStyle/>
          <a:p>
            <a:endParaRPr kumimoji="1" lang="ja-JP" altLang="en-US" dirty="0"/>
          </a:p>
        </p:txBody>
      </p:sp>
      <p:sp>
        <p:nvSpPr>
          <p:cNvPr id="20" name="comment">
            <a:extLst>
              <a:ext uri="{FF2B5EF4-FFF2-40B4-BE49-F238E27FC236}">
                <a16:creationId xmlns:a16="http://schemas.microsoft.com/office/drawing/2014/main" id="{6C712C82-6943-8CFB-E1DC-332343AAFEB3}"/>
              </a:ext>
            </a:extLst>
          </p:cNvPr>
          <p:cNvSpPr>
            <a:spLocks noGrp="1"/>
          </p:cNvSpPr>
          <p:nvPr>
            <p:ph type="body" sz="quarter" idx="13" hasCustomPrompt="1"/>
          </p:nvPr>
        </p:nvSpPr>
        <p:spPr>
          <a:xfrm>
            <a:off x="5162060" y="1595236"/>
            <a:ext cx="4182838" cy="4207011"/>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561102" y="959063"/>
            <a:ext cx="8783798" cy="406529"/>
          </a:xfrm>
          <a:prstGeom prst="rect">
            <a:avLst/>
          </a:prstGeom>
          <a:solidFill>
            <a:schemeClr val="bg2"/>
          </a:solidFill>
        </p:spPr>
        <p:txBody>
          <a:bodyPr/>
          <a:lstStyle>
            <a:lvl1pPr marL="0" indent="0">
              <a:spcBef>
                <a:spcPts val="0"/>
              </a:spcBef>
              <a:buNone/>
              <a:defRPr sz="1000">
                <a:latin typeface="+mj-lt"/>
              </a:defRPr>
            </a:lvl1pPr>
          </a:lstStyle>
          <a:p>
            <a:pPr lvl="0"/>
            <a:endParaRPr kumimoji="1" lang="ja-JP" altLang="en-US" dirty="0"/>
          </a:p>
        </p:txBody>
      </p:sp>
      <p:sp>
        <p:nvSpPr>
          <p:cNvPr id="4" name="スライド番号プレースホルダー 3">
            <a:extLst>
              <a:ext uri="{FF2B5EF4-FFF2-40B4-BE49-F238E27FC236}">
                <a16:creationId xmlns:a16="http://schemas.microsoft.com/office/drawing/2014/main" id="{9977EA0D-37E6-392A-8C90-9C5A0B069CF5}"/>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AEAE3740-A2B2-CA53-7FD5-7548FF629D6E}"/>
              </a:ext>
            </a:extLst>
          </p:cNvPr>
          <p:cNvSpPr>
            <a:spLocks noGrp="1"/>
          </p:cNvSpPr>
          <p:nvPr>
            <p:ph type="dt" sz="half" idx="16"/>
          </p:nvPr>
        </p:nvSpPr>
        <p:spPr>
          <a:xfrm>
            <a:off x="681038" y="6356350"/>
            <a:ext cx="2228850" cy="365125"/>
          </a:xfrm>
          <a:prstGeom prst="rect">
            <a:avLst/>
          </a:prstGeom>
        </p:spPr>
        <p:txBody>
          <a:bodyPr/>
          <a:lstStyle/>
          <a:p>
            <a:fld id="{304C7AAF-FC63-42D5-B3FB-0AB690DCF63E}" type="datetime1">
              <a:rPr kumimoji="1" lang="ja-JP" altLang="en-US" smtClean="0"/>
              <a:t>2025/7/30</a:t>
            </a:fld>
            <a:endParaRPr kumimoji="1" lang="ja-JP" altLang="en-US"/>
          </a:p>
        </p:txBody>
      </p:sp>
      <p:sp>
        <p:nvSpPr>
          <p:cNvPr id="8" name="フッター プレースホルダー 7">
            <a:extLst>
              <a:ext uri="{FF2B5EF4-FFF2-40B4-BE49-F238E27FC236}">
                <a16:creationId xmlns:a16="http://schemas.microsoft.com/office/drawing/2014/main" id="{7871EE09-284C-0615-18BF-728808BAB43D}"/>
              </a:ext>
            </a:extLst>
          </p:cNvPr>
          <p:cNvSpPr>
            <a:spLocks noGrp="1"/>
          </p:cNvSpPr>
          <p:nvPr>
            <p:ph type="ftr" sz="quarter" idx="17"/>
          </p:nvPr>
        </p:nvSpPr>
        <p:spPr/>
        <p:txBody>
          <a:bodyPr/>
          <a:lstStyle/>
          <a:p>
            <a:endParaRPr kumimoji="1" lang="ja-JP" altLang="en-US"/>
          </a:p>
        </p:txBody>
      </p:sp>
    </p:spTree>
    <p:extLst>
      <p:ext uri="{BB962C8B-B14F-4D97-AF65-F5344CB8AC3E}">
        <p14:creationId xmlns:p14="http://schemas.microsoft.com/office/powerpoint/2010/main" val="305186001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age_nocomment">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4011930" y="977899"/>
            <a:ext cx="5304182" cy="4189059"/>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77899"/>
            <a:ext cx="3113919" cy="4908551"/>
          </a:xfrm>
          <a:prstGeom prst="rect">
            <a:avLst/>
          </a:prstGeom>
        </p:spPr>
        <p:txBody>
          <a:bodyPr/>
          <a:lstStyle/>
          <a:p>
            <a:endParaRPr kumimoji="1" lang="ja-JP" altLang="en-US"/>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4743940" y="5192295"/>
            <a:ext cx="3840161" cy="592000"/>
          </a:xfrm>
          <a:prstGeom prst="rect">
            <a:avLst/>
          </a:prstGeom>
        </p:spPr>
        <p:txBody>
          <a:bodyPr/>
          <a:lstStyle>
            <a:lvl1pPr marL="0" indent="0">
              <a:spcBef>
                <a:spcPts val="0"/>
              </a:spcBef>
              <a:buNone/>
              <a:defRPr sz="1000">
                <a:latin typeface="+mj-lt"/>
              </a:defRPr>
            </a:lvl1pPr>
          </a:lstStyle>
          <a:p>
            <a:pPr lvl="0"/>
            <a:endParaRPr kumimoji="1" lang="ja-JP" altLang="en-US"/>
          </a:p>
        </p:txBody>
      </p:sp>
      <p:sp>
        <p:nvSpPr>
          <p:cNvPr id="3" name="スライド番号プレースホルダー 2">
            <a:extLst>
              <a:ext uri="{FF2B5EF4-FFF2-40B4-BE49-F238E27FC236}">
                <a16:creationId xmlns:a16="http://schemas.microsoft.com/office/drawing/2014/main" id="{56388462-34E5-CB04-36C6-48EBEAE0D773}"/>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22DB8A0F-A954-6C2A-B056-AA11151234A4}"/>
              </a:ext>
            </a:extLst>
          </p:cNvPr>
          <p:cNvSpPr>
            <a:spLocks noGrp="1"/>
          </p:cNvSpPr>
          <p:nvPr>
            <p:ph type="dt" sz="half" idx="16"/>
          </p:nvPr>
        </p:nvSpPr>
        <p:spPr>
          <a:xfrm>
            <a:off x="681038" y="6356350"/>
            <a:ext cx="2228850" cy="365125"/>
          </a:xfrm>
          <a:prstGeom prst="rect">
            <a:avLst/>
          </a:prstGeom>
        </p:spPr>
        <p:txBody>
          <a:bodyPr/>
          <a:lstStyle/>
          <a:p>
            <a:fld id="{1C9646CF-3BA8-49D2-9054-9691A53BA7F2}"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4D3E658A-4A6C-14B3-41DB-BBBE3374E5FC}"/>
              </a:ext>
            </a:extLst>
          </p:cNvPr>
          <p:cNvSpPr>
            <a:spLocks noGrp="1"/>
          </p:cNvSpPr>
          <p:nvPr>
            <p:ph type="ftr" sz="quarter" idx="17"/>
          </p:nvPr>
        </p:nvSpPr>
        <p:spPr/>
        <p:txBody>
          <a:bodyPr/>
          <a:lstStyle/>
          <a:p>
            <a:endParaRPr kumimoji="1" lang="ja-JP" altLang="en-US"/>
          </a:p>
        </p:txBody>
      </p:sp>
    </p:spTree>
    <p:extLst>
      <p:ext uri="{BB962C8B-B14F-4D97-AF65-F5344CB8AC3E}">
        <p14:creationId xmlns:p14="http://schemas.microsoft.com/office/powerpoint/2010/main" val="15979676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ender">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2889268" y="1085856"/>
            <a:ext cx="6426182" cy="3234682"/>
          </a:xfrm>
          <a:prstGeom prst="rect">
            <a:avLst/>
          </a:prstGeom>
        </p:spPr>
        <p:txBody>
          <a:bodyPr/>
          <a:lstStyle/>
          <a:p>
            <a:endParaRPr kumimoji="1" lang="ja-JP" altLang="en-US"/>
          </a:p>
        </p:txBody>
      </p:sp>
      <p:sp>
        <p:nvSpPr>
          <p:cNvPr id="5" name="comment">
            <a:extLst>
              <a:ext uri="{FF2B5EF4-FFF2-40B4-BE49-F238E27FC236}">
                <a16:creationId xmlns:a16="http://schemas.microsoft.com/office/drawing/2014/main" id="{8FBB1FCB-3909-C80E-3027-662C9FF4B285}"/>
              </a:ext>
            </a:extLst>
          </p:cNvPr>
          <p:cNvSpPr>
            <a:spLocks noGrp="1" noRot="1" noMove="1" noResize="1" noEditPoints="1" noAdjustHandles="1" noChangeArrowheads="1" noChangeShapeType="1"/>
          </p:cNvSpPr>
          <p:nvPr>
            <p:ph type="body" sz="quarter" idx="14"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box_m">
            <a:extLst>
              <a:ext uri="{FF2B5EF4-FFF2-40B4-BE49-F238E27FC236}">
                <a16:creationId xmlns:a16="http://schemas.microsoft.com/office/drawing/2014/main" id="{5D17B3B2-85FF-B192-8109-E7E648CDC2DA}"/>
              </a:ext>
            </a:extLst>
          </p:cNvPr>
          <p:cNvSpPr/>
          <p:nvPr/>
        </p:nvSpPr>
        <p:spPr>
          <a:xfrm>
            <a:off x="539750" y="1175385"/>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box_f">
            <a:extLst>
              <a:ext uri="{FF2B5EF4-FFF2-40B4-BE49-F238E27FC236}">
                <a16:creationId xmlns:a16="http://schemas.microsoft.com/office/drawing/2014/main" id="{6CC01625-DF2D-0579-F9E5-ECC6A06B8D9D}"/>
              </a:ext>
            </a:extLst>
          </p:cNvPr>
          <p:cNvSpPr/>
          <p:nvPr/>
        </p:nvSpPr>
        <p:spPr>
          <a:xfrm>
            <a:off x="539750" y="2650524"/>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924935" y="1332906"/>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690356" y="1876976"/>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924935" y="2814159"/>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690355" y="3307155"/>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4" name="text">
            <a:extLst>
              <a:ext uri="{FF2B5EF4-FFF2-40B4-BE49-F238E27FC236}">
                <a16:creationId xmlns:a16="http://schemas.microsoft.com/office/drawing/2014/main" id="{76284C83-2827-15CA-D1BD-B09608489E36}"/>
              </a:ext>
            </a:extLst>
          </p:cNvPr>
          <p:cNvSpPr>
            <a:spLocks noGrp="1"/>
          </p:cNvSpPr>
          <p:nvPr>
            <p:ph type="body" sz="quarter" idx="20"/>
          </p:nvPr>
        </p:nvSpPr>
        <p:spPr>
          <a:xfrm>
            <a:off x="5475289" y="4345875"/>
            <a:ext cx="3840161" cy="592000"/>
          </a:xfrm>
          <a:prstGeom prst="rect">
            <a:avLst/>
          </a:prstGeom>
        </p:spPr>
        <p:txBody>
          <a:bodyPr/>
          <a:lstStyle>
            <a:lvl1pPr marL="0" indent="0" algn="r">
              <a:spcBef>
                <a:spcPts val="0"/>
              </a:spcBef>
              <a:buNone/>
              <a:defRPr sz="1000">
                <a:latin typeface="+mj-lt"/>
              </a:defRPr>
            </a:lvl1pPr>
          </a:lstStyle>
          <a:p>
            <a:pPr lvl="0"/>
            <a:endParaRPr kumimoji="1" lang="ja-JP" altLang="en-US"/>
          </a:p>
        </p:txBody>
      </p:sp>
      <p:sp>
        <p:nvSpPr>
          <p:cNvPr id="6" name="スライド番号プレースホルダー 5">
            <a:extLst>
              <a:ext uri="{FF2B5EF4-FFF2-40B4-BE49-F238E27FC236}">
                <a16:creationId xmlns:a16="http://schemas.microsoft.com/office/drawing/2014/main" id="{85171553-7B7E-D3DD-1EE2-5EF50436E9D4}"/>
              </a:ext>
            </a:extLst>
          </p:cNvPr>
          <p:cNvSpPr>
            <a:spLocks noGrp="1"/>
          </p:cNvSpPr>
          <p:nvPr>
            <p:ph type="sldNum" sz="quarter" idx="2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14" name="日付プレースホルダー 13">
            <a:extLst>
              <a:ext uri="{FF2B5EF4-FFF2-40B4-BE49-F238E27FC236}">
                <a16:creationId xmlns:a16="http://schemas.microsoft.com/office/drawing/2014/main" id="{3E8EF783-B99B-7325-C221-249B2EE37B08}"/>
              </a:ext>
            </a:extLst>
          </p:cNvPr>
          <p:cNvSpPr>
            <a:spLocks noGrp="1"/>
          </p:cNvSpPr>
          <p:nvPr>
            <p:ph type="dt" sz="half" idx="22"/>
          </p:nvPr>
        </p:nvSpPr>
        <p:spPr>
          <a:xfrm>
            <a:off x="681038" y="6356350"/>
            <a:ext cx="2228850" cy="365125"/>
          </a:xfrm>
          <a:prstGeom prst="rect">
            <a:avLst/>
          </a:prstGeom>
        </p:spPr>
        <p:txBody>
          <a:bodyPr/>
          <a:lstStyle/>
          <a:p>
            <a:fld id="{96F73E8C-5E9B-4B8C-822F-D4D054218585}" type="datetime1">
              <a:rPr kumimoji="1" lang="ja-JP" altLang="en-US" smtClean="0"/>
              <a:t>2025/7/30</a:t>
            </a:fld>
            <a:endParaRPr kumimoji="1" lang="ja-JP" altLang="en-US"/>
          </a:p>
        </p:txBody>
      </p:sp>
      <p:sp>
        <p:nvSpPr>
          <p:cNvPr id="15" name="フッター プレースホルダー 14">
            <a:extLst>
              <a:ext uri="{FF2B5EF4-FFF2-40B4-BE49-F238E27FC236}">
                <a16:creationId xmlns:a16="http://schemas.microsoft.com/office/drawing/2014/main" id="{D5371D22-EE58-AE54-571F-7342CBDED8D0}"/>
              </a:ext>
            </a:extLst>
          </p:cNvPr>
          <p:cNvSpPr>
            <a:spLocks noGrp="1"/>
          </p:cNvSpPr>
          <p:nvPr>
            <p:ph type="ftr" sz="quarter" idx="23"/>
          </p:nvPr>
        </p:nvSpPr>
        <p:spPr/>
        <p:txBody>
          <a:bodyPr/>
          <a:lstStyle/>
          <a:p>
            <a:endParaRPr kumimoji="1" lang="ja-JP" altLang="en-US"/>
          </a:p>
        </p:txBody>
      </p:sp>
    </p:spTree>
    <p:extLst>
      <p:ext uri="{BB962C8B-B14F-4D97-AF65-F5344CB8AC3E}">
        <p14:creationId xmlns:p14="http://schemas.microsoft.com/office/powerpoint/2010/main" val="3062407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e_2graph_custom">
    <p:spTree>
      <p:nvGrpSpPr>
        <p:cNvPr id="1" name=""/>
        <p:cNvGrpSpPr/>
        <p:nvPr/>
      </p:nvGrpSpPr>
      <p:grpSpPr>
        <a:xfrm>
          <a:off x="0" y="0"/>
          <a:ext cx="0" cy="0"/>
          <a:chOff x="0" y="0"/>
          <a:chExt cx="0" cy="0"/>
        </a:xfrm>
      </p:grpSpPr>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61102" y="1595236"/>
            <a:ext cx="4182838" cy="4189059"/>
          </a:xfrm>
          <a:prstGeom prst="rect">
            <a:avLst/>
          </a:prstGeom>
        </p:spPr>
        <p:txBody>
          <a:bodyPr/>
          <a:lstStyle/>
          <a:p>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561102" y="959063"/>
            <a:ext cx="8783798"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4" name="スライド番号プレースホルダー 3">
            <a:extLst>
              <a:ext uri="{FF2B5EF4-FFF2-40B4-BE49-F238E27FC236}">
                <a16:creationId xmlns:a16="http://schemas.microsoft.com/office/drawing/2014/main" id="{9977EA0D-37E6-392A-8C90-9C5A0B069CF5}"/>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AEAE3740-A2B2-CA53-7FD5-7548FF629D6E}"/>
              </a:ext>
            </a:extLst>
          </p:cNvPr>
          <p:cNvSpPr>
            <a:spLocks noGrp="1"/>
          </p:cNvSpPr>
          <p:nvPr>
            <p:ph type="dt" sz="half" idx="16"/>
          </p:nvPr>
        </p:nvSpPr>
        <p:spPr>
          <a:xfrm>
            <a:off x="681038" y="6356350"/>
            <a:ext cx="2228850" cy="365125"/>
          </a:xfrm>
          <a:prstGeom prst="rect">
            <a:avLst/>
          </a:prstGeom>
        </p:spPr>
        <p:txBody>
          <a:bodyPr/>
          <a:lstStyle/>
          <a:p>
            <a:fld id="{FD48D30A-9082-46EE-9184-A83C8D5C9A90}" type="datetime1">
              <a:rPr kumimoji="1" lang="ja-JP" altLang="en-US" smtClean="0"/>
              <a:t>2025/7/30</a:t>
            </a:fld>
            <a:endParaRPr kumimoji="1" lang="ja-JP" altLang="en-US"/>
          </a:p>
        </p:txBody>
      </p:sp>
      <p:sp>
        <p:nvSpPr>
          <p:cNvPr id="8" name="フッター プレースホルダー 7">
            <a:extLst>
              <a:ext uri="{FF2B5EF4-FFF2-40B4-BE49-F238E27FC236}">
                <a16:creationId xmlns:a16="http://schemas.microsoft.com/office/drawing/2014/main" id="{7871EE09-284C-0615-18BF-728808BAB43D}"/>
              </a:ext>
            </a:extLst>
          </p:cNvPr>
          <p:cNvSpPr>
            <a:spLocks noGrp="1"/>
          </p:cNvSpPr>
          <p:nvPr>
            <p:ph type="ftr" sz="quarter" idx="17"/>
          </p:nvPr>
        </p:nvSpPr>
        <p:spPr/>
        <p:txBody>
          <a:bodyPr/>
          <a:lstStyle/>
          <a:p>
            <a:endParaRPr kumimoji="1" lang="ja-JP" altLang="en-US"/>
          </a:p>
        </p:txBody>
      </p:sp>
      <p:sp>
        <p:nvSpPr>
          <p:cNvPr id="9" name="graph2">
            <a:extLst>
              <a:ext uri="{FF2B5EF4-FFF2-40B4-BE49-F238E27FC236}">
                <a16:creationId xmlns:a16="http://schemas.microsoft.com/office/drawing/2014/main" id="{1DC438BC-F3F4-0B7F-A286-B81266AC1745}"/>
              </a:ext>
            </a:extLst>
          </p:cNvPr>
          <p:cNvSpPr>
            <a:spLocks noGrp="1"/>
          </p:cNvSpPr>
          <p:nvPr>
            <p:ph type="chart" sz="quarter" idx="18"/>
          </p:nvPr>
        </p:nvSpPr>
        <p:spPr>
          <a:xfrm>
            <a:off x="5162062" y="1595236"/>
            <a:ext cx="4182838" cy="4189059"/>
          </a:xfrm>
          <a:prstGeom prst="rect">
            <a:avLst/>
          </a:prstGeom>
        </p:spPr>
        <p:txBody>
          <a:bodyPr/>
          <a:lstStyle/>
          <a:p>
            <a:endParaRPr kumimoji="1" lang="ja-JP" altLang="en-US" dirty="0"/>
          </a:p>
        </p:txBody>
      </p:sp>
      <p:sp>
        <p:nvSpPr>
          <p:cNvPr id="10" name="comment">
            <a:extLst>
              <a:ext uri="{FF2B5EF4-FFF2-40B4-BE49-F238E27FC236}">
                <a16:creationId xmlns:a16="http://schemas.microsoft.com/office/drawing/2014/main" id="{1F7D57DF-3213-674F-46C8-860BF5EBB670}"/>
              </a:ext>
            </a:extLst>
          </p:cNvPr>
          <p:cNvSpPr>
            <a:spLocks noGrp="1"/>
          </p:cNvSpPr>
          <p:nvPr>
            <p:ph type="body" sz="quarter" idx="13" hasCustomPrompt="1"/>
          </p:nvPr>
        </p:nvSpPr>
        <p:spPr>
          <a:xfrm>
            <a:off x="589400" y="6013938"/>
            <a:ext cx="8726712" cy="591999"/>
          </a:xfrm>
          <a:prstGeom prst="rect">
            <a:avLst/>
          </a:prstGeom>
          <a:solidFill>
            <a:schemeClr val="tx2"/>
          </a:solidFill>
          <a:ln w="22225">
            <a:no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17783300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gender_nocomment">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2889268" y="1085856"/>
            <a:ext cx="6426182" cy="3234682"/>
          </a:xfrm>
          <a:prstGeom prst="rect">
            <a:avLst/>
          </a:prstGeom>
        </p:spPr>
        <p:txBody>
          <a:bodyPr/>
          <a:lstStyle/>
          <a:p>
            <a:endParaRPr kumimoji="1" lang="ja-JP" altLang="en-US"/>
          </a:p>
        </p:txBody>
      </p:sp>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8" name="box_m">
            <a:extLst>
              <a:ext uri="{FF2B5EF4-FFF2-40B4-BE49-F238E27FC236}">
                <a16:creationId xmlns:a16="http://schemas.microsoft.com/office/drawing/2014/main" id="{5D17B3B2-85FF-B192-8109-E7E648CDC2DA}"/>
              </a:ext>
            </a:extLst>
          </p:cNvPr>
          <p:cNvSpPr/>
          <p:nvPr/>
        </p:nvSpPr>
        <p:spPr>
          <a:xfrm>
            <a:off x="539750" y="1175385"/>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box_f">
            <a:extLst>
              <a:ext uri="{FF2B5EF4-FFF2-40B4-BE49-F238E27FC236}">
                <a16:creationId xmlns:a16="http://schemas.microsoft.com/office/drawing/2014/main" id="{6CC01625-DF2D-0579-F9E5-ECC6A06B8D9D}"/>
              </a:ext>
            </a:extLst>
          </p:cNvPr>
          <p:cNvSpPr/>
          <p:nvPr/>
        </p:nvSpPr>
        <p:spPr>
          <a:xfrm>
            <a:off x="539750" y="2650524"/>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924935" y="1332906"/>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690356" y="1876976"/>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924935" y="2814159"/>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690355" y="3307155"/>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4" name="text">
            <a:extLst>
              <a:ext uri="{FF2B5EF4-FFF2-40B4-BE49-F238E27FC236}">
                <a16:creationId xmlns:a16="http://schemas.microsoft.com/office/drawing/2014/main" id="{76284C83-2827-15CA-D1BD-B09608489E36}"/>
              </a:ext>
            </a:extLst>
          </p:cNvPr>
          <p:cNvSpPr>
            <a:spLocks noGrp="1"/>
          </p:cNvSpPr>
          <p:nvPr>
            <p:ph type="body" sz="quarter" idx="20"/>
          </p:nvPr>
        </p:nvSpPr>
        <p:spPr>
          <a:xfrm>
            <a:off x="5475289" y="4345875"/>
            <a:ext cx="3840161" cy="592000"/>
          </a:xfrm>
          <a:prstGeom prst="rect">
            <a:avLst/>
          </a:prstGeom>
        </p:spPr>
        <p:txBody>
          <a:bodyPr/>
          <a:lstStyle>
            <a:lvl1pPr marL="0" indent="0" algn="r">
              <a:spcBef>
                <a:spcPts val="0"/>
              </a:spcBef>
              <a:buNone/>
              <a:defRPr sz="1000">
                <a:latin typeface="+mj-lt"/>
              </a:defRPr>
            </a:lvl1pPr>
          </a:lstStyle>
          <a:p>
            <a:pPr lvl="0"/>
            <a:endParaRPr kumimoji="1" lang="ja-JP" altLang="en-US"/>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spTree>
    <p:extLst>
      <p:ext uri="{BB962C8B-B14F-4D97-AF65-F5344CB8AC3E}">
        <p14:creationId xmlns:p14="http://schemas.microsoft.com/office/powerpoint/2010/main" val="419185751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ppendix">
    <p:spTree>
      <p:nvGrpSpPr>
        <p:cNvPr id="1" name=""/>
        <p:cNvGrpSpPr/>
        <p:nvPr/>
      </p:nvGrpSpPr>
      <p:grpSpPr>
        <a:xfrm>
          <a:off x="0" y="0"/>
          <a:ext cx="0" cy="0"/>
          <a:chOff x="0" y="0"/>
          <a:chExt cx="0" cy="0"/>
        </a:xfrm>
      </p:grpSpPr>
      <p:cxnSp>
        <p:nvCxnSpPr>
          <p:cNvPr id="2" name="connector">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41403"/>
            <a:ext cx="8726710" cy="2547593"/>
          </a:xfrm>
          <a:prstGeom prst="rect">
            <a:avLst/>
          </a:prstGeom>
        </p:spPr>
        <p:txBody>
          <a:bodyPr/>
          <a:lstStyle/>
          <a:p>
            <a:endParaRPr kumimoji="1" lang="ja-JP" altLang="en-US"/>
          </a:p>
        </p:txBody>
      </p:sp>
      <p:sp>
        <p:nvSpPr>
          <p:cNvPr id="3" name="table_2">
            <a:extLst>
              <a:ext uri="{FF2B5EF4-FFF2-40B4-BE49-F238E27FC236}">
                <a16:creationId xmlns:a16="http://schemas.microsoft.com/office/drawing/2014/main" id="{6BBF5646-DB15-7993-B11F-83FF4EB30294}"/>
              </a:ext>
            </a:extLst>
          </p:cNvPr>
          <p:cNvSpPr>
            <a:spLocks noGrp="1"/>
          </p:cNvSpPr>
          <p:nvPr>
            <p:ph type="tbl" sz="quarter" idx="13"/>
          </p:nvPr>
        </p:nvSpPr>
        <p:spPr>
          <a:xfrm>
            <a:off x="589401" y="3788413"/>
            <a:ext cx="8726710" cy="2547593"/>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489CAEA8-6731-5F4B-E353-369048905847}"/>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402758EE-B152-7C0E-0D15-15741B0ADAA6}"/>
              </a:ext>
            </a:extLst>
          </p:cNvPr>
          <p:cNvSpPr>
            <a:spLocks noGrp="1"/>
          </p:cNvSpPr>
          <p:nvPr>
            <p:ph type="dt" sz="half" idx="15"/>
          </p:nvPr>
        </p:nvSpPr>
        <p:spPr>
          <a:xfrm>
            <a:off x="681038" y="6356350"/>
            <a:ext cx="2228850" cy="365125"/>
          </a:xfrm>
          <a:prstGeom prst="rect">
            <a:avLst/>
          </a:prstGeom>
        </p:spPr>
        <p:txBody>
          <a:bodyPr/>
          <a:lstStyle/>
          <a:p>
            <a:fld id="{799E050D-1387-42E3-8436-B9C6F8037E50}"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A2D5E01A-F6FE-5CBA-734D-BA476156738F}"/>
              </a:ext>
            </a:extLst>
          </p:cNvPr>
          <p:cNvSpPr>
            <a:spLocks noGrp="1"/>
          </p:cNvSpPr>
          <p:nvPr>
            <p:ph type="ftr" sz="quarter" idx="16"/>
          </p:nvPr>
        </p:nvSpPr>
        <p:spPr/>
        <p:txBody>
          <a:bodyPr/>
          <a:lstStyle/>
          <a:p>
            <a:endParaRPr kumimoji="1" lang="ja-JP" altLang="en-US"/>
          </a:p>
        </p:txBody>
      </p:sp>
    </p:spTree>
    <p:extLst>
      <p:ext uri="{BB962C8B-B14F-4D97-AF65-F5344CB8AC3E}">
        <p14:creationId xmlns:p14="http://schemas.microsoft.com/office/powerpoint/2010/main" val="52308630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able_nocomment">
    <p:spTree>
      <p:nvGrpSpPr>
        <p:cNvPr id="1" name=""/>
        <p:cNvGrpSpPr/>
        <p:nvPr/>
      </p:nvGrpSpPr>
      <p:grpSpPr>
        <a:xfrm>
          <a:off x="0" y="0"/>
          <a:ext cx="0" cy="0"/>
          <a:chOff x="0" y="0"/>
          <a:chExt cx="0" cy="0"/>
        </a:xfrm>
      </p:grpSpPr>
      <p:cxnSp>
        <p:nvCxnSpPr>
          <p:cNvPr id="2" name="connector">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41403"/>
            <a:ext cx="8726710" cy="542385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E55248-E409-446E-87BD-DB557B389C35}"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5100184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able_conversion">
    <p:spTree>
      <p:nvGrpSpPr>
        <p:cNvPr id="1" name=""/>
        <p:cNvGrpSpPr/>
        <p:nvPr/>
      </p:nvGrpSpPr>
      <p:grpSpPr>
        <a:xfrm>
          <a:off x="0" y="0"/>
          <a:ext cx="0" cy="0"/>
          <a:chOff x="0" y="0"/>
          <a:chExt cx="0" cy="0"/>
        </a:xfrm>
      </p:grpSpPr>
      <p:cxnSp>
        <p:nvCxnSpPr>
          <p:cNvPr id="2" name="connector">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41403"/>
            <a:ext cx="8726710" cy="542385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5043055" y="6598364"/>
            <a:ext cx="4341092" cy="246221"/>
          </a:xfrm>
          <a:prstGeom prst="rect">
            <a:avLst/>
          </a:prstGeom>
          <a:noFill/>
        </p:spPr>
        <p:txBody>
          <a:bodyPr wrap="square" rtlCol="0">
            <a:spAutoFit/>
          </a:bodyPr>
          <a:lstStyle/>
          <a:p>
            <a:pPr algn="l"/>
            <a:endParaRPr kumimoji="1" lang="ja-JP" altLang="en-US" sz="1000" b="0" dirty="0"/>
          </a:p>
        </p:txBody>
      </p:sp>
    </p:spTree>
    <p:extLst>
      <p:ext uri="{BB962C8B-B14F-4D97-AF65-F5344CB8AC3E}">
        <p14:creationId xmlns:p14="http://schemas.microsoft.com/office/powerpoint/2010/main" val="295478521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i_suggest">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06764"/>
            <a:ext cx="8726710" cy="5458496"/>
          </a:xfrm>
          <a:prstGeom prst="rect">
            <a:avLst/>
          </a:prstGeom>
        </p:spPr>
        <p:txBody>
          <a:bodyPr/>
          <a:lstStyle/>
          <a:p>
            <a:endParaRPr kumimoji="1" lang="ja-JP" altLang="en-US" dirty="0"/>
          </a:p>
        </p:txBody>
      </p:sp>
      <p:cxnSp>
        <p:nvCxnSpPr>
          <p:cNvPr id="2" name="connector">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1624AB9C-EA45-41CE-A68A-F7B0AE2DC4F8}"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Tree>
    <p:extLst>
      <p:ext uri="{BB962C8B-B14F-4D97-AF65-F5344CB8AC3E}">
        <p14:creationId xmlns:p14="http://schemas.microsoft.com/office/powerpoint/2010/main" val="40918262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userAttribute">
    <p:spTree>
      <p:nvGrpSpPr>
        <p:cNvPr id="1" name=""/>
        <p:cNvGrpSpPr/>
        <p:nvPr/>
      </p:nvGrpSpPr>
      <p:grpSpPr>
        <a:xfrm>
          <a:off x="0" y="0"/>
          <a:ext cx="0" cy="0"/>
          <a:chOff x="0" y="0"/>
          <a:chExt cx="0" cy="0"/>
        </a:xfrm>
      </p:grpSpPr>
      <p:sp>
        <p:nvSpPr>
          <p:cNvPr id="4" name="graph_title_2">
            <a:extLst>
              <a:ext uri="{FF2B5EF4-FFF2-40B4-BE49-F238E27FC236}">
                <a16:creationId xmlns:a16="http://schemas.microsoft.com/office/drawing/2014/main" id="{D2C94AC1-7069-6080-A24C-9D06967FD785}"/>
              </a:ext>
            </a:extLst>
          </p:cNvPr>
          <p:cNvSpPr>
            <a:spLocks noGrp="1"/>
          </p:cNvSpPr>
          <p:nvPr>
            <p:ph type="body" sz="quarter" idx="21"/>
          </p:nvPr>
        </p:nvSpPr>
        <p:spPr>
          <a:xfrm>
            <a:off x="353434" y="3117850"/>
            <a:ext cx="2243716" cy="417600"/>
          </a:xfrm>
          <a:prstGeom prst="rect">
            <a:avLst/>
          </a:prstGeom>
        </p:spPr>
        <p:txBody>
          <a:bodyPr anchor="ctr"/>
          <a:lstStyle>
            <a:lvl1pPr marL="0" indent="0" algn="ctr">
              <a:buNone/>
              <a:defRPr sz="1600" b="1"/>
            </a:lvl1pPr>
          </a:lstStyle>
          <a:p>
            <a:pPr lvl="0"/>
            <a:endParaRPr kumimoji="1" lang="ja-JP" altLang="en-US" dirty="0"/>
          </a:p>
        </p:txBody>
      </p:sp>
      <p:sp>
        <p:nvSpPr>
          <p:cNvPr id="8" name="graph_title_1">
            <a:extLst>
              <a:ext uri="{FF2B5EF4-FFF2-40B4-BE49-F238E27FC236}">
                <a16:creationId xmlns:a16="http://schemas.microsoft.com/office/drawing/2014/main" id="{0D8C2BA8-89E4-8092-AD34-316DCA2245B6}"/>
              </a:ext>
            </a:extLst>
          </p:cNvPr>
          <p:cNvSpPr>
            <a:spLocks noGrp="1"/>
          </p:cNvSpPr>
          <p:nvPr>
            <p:ph type="body" sz="quarter" idx="22"/>
          </p:nvPr>
        </p:nvSpPr>
        <p:spPr>
          <a:xfrm>
            <a:off x="353433" y="1117602"/>
            <a:ext cx="2243717" cy="417727"/>
          </a:xfrm>
          <a:prstGeom prst="rect">
            <a:avLst/>
          </a:prstGeom>
        </p:spPr>
        <p:txBody>
          <a:bodyPr anchor="ctr"/>
          <a:lstStyle>
            <a:lvl1pPr marL="0" indent="0" algn="ctr">
              <a:buNone/>
              <a:defRPr sz="1600" b="1"/>
            </a:lvl1pPr>
          </a:lstStyle>
          <a:p>
            <a:pPr lvl="0"/>
            <a:endParaRPr kumimoji="1" lang="ja-JP" altLang="en-US" dirty="0"/>
          </a:p>
        </p:txBody>
      </p:sp>
      <p:cxnSp>
        <p:nvCxnSpPr>
          <p:cNvPr id="3" name="connector_2">
            <a:extLst>
              <a:ext uri="{FF2B5EF4-FFF2-40B4-BE49-F238E27FC236}">
                <a16:creationId xmlns:a16="http://schemas.microsoft.com/office/drawing/2014/main" id="{B0AB474F-B5CD-D946-832A-022AC101D44A}"/>
              </a:ext>
            </a:extLst>
          </p:cNvPr>
          <p:cNvCxnSpPr>
            <a:cxnSpLocks/>
          </p:cNvCxnSpPr>
          <p:nvPr userDrawn="1"/>
        </p:nvCxnSpPr>
        <p:spPr>
          <a:xfrm>
            <a:off x="561102" y="6631274"/>
            <a:ext cx="8783798"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comment">
            <a:extLst>
              <a:ext uri="{FF2B5EF4-FFF2-40B4-BE49-F238E27FC236}">
                <a16:creationId xmlns:a16="http://schemas.microsoft.com/office/drawing/2014/main" id="{8FBB1FCB-3909-C80E-3027-662C9FF4B285}"/>
              </a:ext>
            </a:extLst>
          </p:cNvPr>
          <p:cNvSpPr>
            <a:spLocks noGrp="1" noRot="1" noMove="1" noResize="1" noEditPoints="1" noAdjustHandles="1" noChangeArrowheads="1" noChangeShapeType="1"/>
          </p:cNvSpPr>
          <p:nvPr>
            <p:ph type="body" sz="quarter" idx="14" hasCustomPrompt="1"/>
          </p:nvPr>
        </p:nvSpPr>
        <p:spPr>
          <a:xfrm>
            <a:off x="589400" y="5723287"/>
            <a:ext cx="8726712" cy="882650"/>
          </a:xfrm>
          <a:prstGeom prst="rect">
            <a:avLst/>
          </a:prstGeom>
          <a:solidFill>
            <a:schemeClr val="tx2"/>
          </a:solidFill>
          <a:ln w="22225">
            <a:noFill/>
          </a:ln>
        </p:spPr>
        <p:txBody>
          <a:bodyPr/>
          <a:lstStyle>
            <a:lvl1pPr marL="0" indent="0">
              <a:lnSpc>
                <a:spcPct val="100000"/>
              </a:lnSpc>
              <a:spcBef>
                <a:spcPts val="100"/>
              </a:spcBef>
              <a:buNone/>
              <a:defRPr sz="1200"/>
            </a:lvl1pPr>
          </a:lstStyle>
          <a:p>
            <a:pPr lvl="0"/>
            <a:r>
              <a:rPr kumimoji="1" lang="ja-JP" altLang="en-US" dirty="0"/>
              <a:t>コメント記載欄</a:t>
            </a:r>
            <a:endParaRPr kumimoji="1" lang="en-US" altLang="ja-JP" dirty="0"/>
          </a:p>
        </p:txBody>
      </p:sp>
      <p:sp>
        <p:nvSpPr>
          <p:cNvPr id="6" name="graph2">
            <a:extLst>
              <a:ext uri="{FF2B5EF4-FFF2-40B4-BE49-F238E27FC236}">
                <a16:creationId xmlns:a16="http://schemas.microsoft.com/office/drawing/2014/main" id="{3597A15B-386A-84DC-2606-E47774F74BD0}"/>
              </a:ext>
            </a:extLst>
          </p:cNvPr>
          <p:cNvSpPr>
            <a:spLocks noGrp="1"/>
          </p:cNvSpPr>
          <p:nvPr>
            <p:ph type="chart" sz="quarter" idx="20"/>
          </p:nvPr>
        </p:nvSpPr>
        <p:spPr>
          <a:xfrm>
            <a:off x="247650" y="3539924"/>
            <a:ext cx="9304916" cy="2253275"/>
          </a:xfrm>
          <a:prstGeom prst="rect">
            <a:avLst/>
          </a:prstGeom>
        </p:spPr>
        <p:txBody>
          <a:bodyPr/>
          <a:lstStyle/>
          <a:p>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7399200" y="2441650"/>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5437049" y="2440681"/>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2633865" y="2439509"/>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671714" y="2439509"/>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21" name="graph1">
            <a:extLst>
              <a:ext uri="{FF2B5EF4-FFF2-40B4-BE49-F238E27FC236}">
                <a16:creationId xmlns:a16="http://schemas.microsoft.com/office/drawing/2014/main" id="{FB15A292-5B86-771F-25AC-2E6A33588636}"/>
              </a:ext>
            </a:extLst>
          </p:cNvPr>
          <p:cNvSpPr>
            <a:spLocks noGrp="1"/>
          </p:cNvSpPr>
          <p:nvPr>
            <p:ph type="chart" sz="quarter" idx="15"/>
          </p:nvPr>
        </p:nvSpPr>
        <p:spPr>
          <a:xfrm>
            <a:off x="589400" y="723905"/>
            <a:ext cx="8783798" cy="1970775"/>
          </a:xfrm>
          <a:prstGeom prst="rect">
            <a:avLst/>
          </a:prstGeom>
        </p:spPr>
        <p:txBody>
          <a:bodyPr/>
          <a:lstStyle/>
          <a:p>
            <a:endParaRPr kumimoji="1" lang="ja-JP" altLang="en-US" dirty="0"/>
          </a:p>
        </p:txBody>
      </p:sp>
      <p:cxnSp>
        <p:nvCxnSpPr>
          <p:cNvPr id="2" name="connector_1">
            <a:extLst>
              <a:ext uri="{FF2B5EF4-FFF2-40B4-BE49-F238E27FC236}">
                <a16:creationId xmlns:a16="http://schemas.microsoft.com/office/drawing/2014/main" id="{4D6BA7C8-E196-D898-50AD-195F081532B1}"/>
              </a:ext>
            </a:extLst>
          </p:cNvPr>
          <p:cNvCxnSpPr>
            <a:cxnSpLocks/>
          </p:cNvCxnSpPr>
          <p:nvPr userDrawn="1"/>
        </p:nvCxnSpPr>
        <p:spPr>
          <a:xfrm>
            <a:off x="186636" y="738474"/>
            <a:ext cx="9532730" cy="0"/>
          </a:xfrm>
          <a:prstGeom prst="line">
            <a:avLst/>
          </a:prstGeom>
          <a:ln w="22225">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page_title">
            <a:extLst>
              <a:ext uri="{FF2B5EF4-FFF2-40B4-BE49-F238E27FC236}">
                <a16:creationId xmlns:a16="http://schemas.microsoft.com/office/drawing/2014/main" id="{0592B001-9673-AD60-9199-1241365479AE}"/>
              </a:ext>
            </a:extLst>
          </p:cNvPr>
          <p:cNvSpPr>
            <a:spLocks noGrp="1"/>
          </p:cNvSpPr>
          <p:nvPr>
            <p:ph type="body" sz="quarter" idx="10"/>
          </p:nvPr>
        </p:nvSpPr>
        <p:spPr>
          <a:xfrm>
            <a:off x="186635" y="392740"/>
            <a:ext cx="8522389" cy="299177"/>
          </a:xfrm>
          <a:prstGeom prst="rect">
            <a:avLst/>
          </a:prstGeom>
        </p:spPr>
        <p:txBody>
          <a:bodyPr/>
          <a:lstStyle>
            <a:lvl1pPr marL="0" indent="0">
              <a:buNone/>
              <a:defRPr sz="1800" b="1"/>
            </a:lvl1pPr>
          </a:lstStyle>
          <a:p>
            <a:pPr lvl="0"/>
            <a:endParaRPr kumimoji="1" lang="ja-JP" altLang="en-US" dirty="0"/>
          </a:p>
        </p:txBody>
      </p:sp>
    </p:spTree>
    <p:extLst>
      <p:ext uri="{BB962C8B-B14F-4D97-AF65-F5344CB8AC3E}">
        <p14:creationId xmlns:p14="http://schemas.microsoft.com/office/powerpoint/2010/main" val="405241531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_v2">
    <p:spTree>
      <p:nvGrpSpPr>
        <p:cNvPr id="1" name=""/>
        <p:cNvGrpSpPr/>
        <p:nvPr/>
      </p:nvGrpSpPr>
      <p:grpSpPr>
        <a:xfrm>
          <a:off x="0" y="0"/>
          <a:ext cx="0" cy="0"/>
          <a:chOff x="0" y="0"/>
          <a:chExt cx="0" cy="0"/>
        </a:xfrm>
      </p:grpSpPr>
      <p:sp>
        <p:nvSpPr>
          <p:cNvPr id="4" name="contents">
            <a:extLst>
              <a:ext uri="{FF2B5EF4-FFF2-40B4-BE49-F238E27FC236}">
                <a16:creationId xmlns:a16="http://schemas.microsoft.com/office/drawing/2014/main" id="{71B6D6ED-191C-FF6D-6968-73C5FB87642B}"/>
              </a:ext>
            </a:extLst>
          </p:cNvPr>
          <p:cNvSpPr>
            <a:spLocks noGrp="1"/>
          </p:cNvSpPr>
          <p:nvPr>
            <p:ph type="tbl" sz="quarter" idx="10"/>
          </p:nvPr>
        </p:nvSpPr>
        <p:spPr>
          <a:xfrm>
            <a:off x="2057320" y="3063874"/>
            <a:ext cx="5791359" cy="1942783"/>
          </a:xfrm>
          <a:prstGeom prst="rect">
            <a:avLst/>
          </a:prstGeom>
        </p:spPr>
        <p:txBody>
          <a:bodyPr/>
          <a:lstStyle>
            <a:lvl1pPr marL="0" indent="0" algn="ctr">
              <a:buFontTx/>
              <a:buNone/>
              <a:defRPr/>
            </a:lvl1pPr>
          </a:lstStyle>
          <a:p>
            <a:endParaRPr kumimoji="1" lang="ja-JP" altLang="en-US"/>
          </a:p>
        </p:txBody>
      </p:sp>
      <p:sp>
        <p:nvSpPr>
          <p:cNvPr id="2" name="スライド番号プレースホルダー 1">
            <a:extLst>
              <a:ext uri="{FF2B5EF4-FFF2-40B4-BE49-F238E27FC236}">
                <a16:creationId xmlns:a16="http://schemas.microsoft.com/office/drawing/2014/main" id="{25371411-E224-8916-CF73-CCDDE7525C65}"/>
              </a:ext>
            </a:extLst>
          </p:cNvPr>
          <p:cNvSpPr>
            <a:spLocks noGrp="1"/>
          </p:cNvSpPr>
          <p:nvPr>
            <p:ph type="sldNum" sz="quarter" idx="12"/>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3" name="日付プレースホルダー 2">
            <a:extLst>
              <a:ext uri="{FF2B5EF4-FFF2-40B4-BE49-F238E27FC236}">
                <a16:creationId xmlns:a16="http://schemas.microsoft.com/office/drawing/2014/main" id="{3E6CE73D-7648-5701-4D50-1677D2219EC1}"/>
              </a:ext>
            </a:extLst>
          </p:cNvPr>
          <p:cNvSpPr>
            <a:spLocks noGrp="1"/>
          </p:cNvSpPr>
          <p:nvPr>
            <p:ph type="dt" sz="half" idx="13"/>
          </p:nvPr>
        </p:nvSpPr>
        <p:spPr>
          <a:xfrm>
            <a:off x="681038" y="6356350"/>
            <a:ext cx="2228850" cy="365125"/>
          </a:xfrm>
          <a:prstGeom prst="rect">
            <a:avLst/>
          </a:prstGeom>
        </p:spPr>
        <p:txBody>
          <a:bodyPr/>
          <a:lstStyle/>
          <a:p>
            <a:fld id="{823A2473-763F-426D-95BE-21E59B9920F3}"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EB9646FB-8F2F-1376-5AA3-8CAF2914BB24}"/>
              </a:ext>
            </a:extLst>
          </p:cNvPr>
          <p:cNvSpPr>
            <a:spLocks noGrp="1"/>
          </p:cNvSpPr>
          <p:nvPr>
            <p:ph type="ftr" sz="quarter" idx="14"/>
          </p:nvPr>
        </p:nvSpPr>
        <p:spPr/>
        <p:txBody>
          <a:bodyPr/>
          <a:lstStyle/>
          <a:p>
            <a:endParaRPr kumimoji="1" lang="ja-JP" altLang="en-US"/>
          </a:p>
        </p:txBody>
      </p:sp>
      <p:cxnSp>
        <p:nvCxnSpPr>
          <p:cNvPr id="8" name="直線コネクタ 7">
            <a:extLst>
              <a:ext uri="{FF2B5EF4-FFF2-40B4-BE49-F238E27FC236}">
                <a16:creationId xmlns:a16="http://schemas.microsoft.com/office/drawing/2014/main" id="{35CC5283-E194-C155-4D75-6F4F21252426}"/>
              </a:ext>
            </a:extLst>
          </p:cNvPr>
          <p:cNvCxnSpPr>
            <a:cxnSpLocks/>
          </p:cNvCxnSpPr>
          <p:nvPr userDrawn="1"/>
        </p:nvCxnSpPr>
        <p:spPr>
          <a:xfrm>
            <a:off x="0" y="1100380"/>
            <a:ext cx="9906000" cy="0"/>
          </a:xfrm>
          <a:prstGeom prst="line">
            <a:avLst/>
          </a:prstGeom>
          <a:ln w="38100">
            <a:solidFill>
              <a:schemeClr val="accent6">
                <a:lumMod val="75000"/>
                <a:lumOff val="25000"/>
              </a:schemeClr>
            </a:solidFill>
          </a:ln>
        </p:spPr>
        <p:style>
          <a:lnRef idx="3">
            <a:schemeClr val="accent4"/>
          </a:lnRef>
          <a:fillRef idx="0">
            <a:schemeClr val="accent4"/>
          </a:fillRef>
          <a:effectRef idx="2">
            <a:schemeClr val="accent4"/>
          </a:effectRef>
          <a:fontRef idx="minor">
            <a:schemeClr val="tx1"/>
          </a:fontRef>
        </p:style>
      </p:cxnSp>
      <p:cxnSp>
        <p:nvCxnSpPr>
          <p:cNvPr id="10" name="直線コネクタ 9">
            <a:extLst>
              <a:ext uri="{FF2B5EF4-FFF2-40B4-BE49-F238E27FC236}">
                <a16:creationId xmlns:a16="http://schemas.microsoft.com/office/drawing/2014/main" id="{28EE0CBE-2A4F-5257-6047-979E6B7FFAFE}"/>
              </a:ext>
            </a:extLst>
          </p:cNvPr>
          <p:cNvCxnSpPr>
            <a:cxnSpLocks/>
          </p:cNvCxnSpPr>
          <p:nvPr userDrawn="1"/>
        </p:nvCxnSpPr>
        <p:spPr>
          <a:xfrm>
            <a:off x="0" y="2692113"/>
            <a:ext cx="9906000" cy="0"/>
          </a:xfrm>
          <a:prstGeom prst="line">
            <a:avLst/>
          </a:prstGeom>
          <a:ln w="38100">
            <a:solidFill>
              <a:schemeClr val="accent6">
                <a:lumMod val="75000"/>
                <a:lumOff val="25000"/>
              </a:schemeClr>
            </a:solidFill>
          </a:ln>
        </p:spPr>
        <p:style>
          <a:lnRef idx="3">
            <a:schemeClr val="accent4"/>
          </a:lnRef>
          <a:fillRef idx="0">
            <a:schemeClr val="accent4"/>
          </a:fillRef>
          <a:effectRef idx="2">
            <a:schemeClr val="accent4"/>
          </a:effectRef>
          <a:fontRef idx="minor">
            <a:schemeClr val="tx1"/>
          </a:fontRef>
        </p:style>
      </p:cxnSp>
      <p:sp>
        <p:nvSpPr>
          <p:cNvPr id="6" name="page_title">
            <a:extLst>
              <a:ext uri="{FF2B5EF4-FFF2-40B4-BE49-F238E27FC236}">
                <a16:creationId xmlns:a16="http://schemas.microsoft.com/office/drawing/2014/main" id="{0694C7B5-E30D-DB73-3F0D-EC58FFA06612}"/>
              </a:ext>
            </a:extLst>
          </p:cNvPr>
          <p:cNvSpPr>
            <a:spLocks noGrp="1"/>
          </p:cNvSpPr>
          <p:nvPr>
            <p:ph type="body" sz="quarter" idx="15"/>
          </p:nvPr>
        </p:nvSpPr>
        <p:spPr>
          <a:xfrm>
            <a:off x="2057320" y="1112670"/>
            <a:ext cx="5791359" cy="1579443"/>
          </a:xfrm>
          <a:prstGeom prst="rect">
            <a:avLst/>
          </a:prstGeom>
          <a:noFill/>
        </p:spPr>
        <p:txBody>
          <a:bodyPr anchor="ctr"/>
          <a:lstStyle>
            <a:lvl1pPr marL="0" indent="0" algn="ctr">
              <a:buNone/>
              <a:defRPr sz="4400" b="1">
                <a:solidFill>
                  <a:schemeClr val="accent6">
                    <a:lumMod val="50000"/>
                    <a:lumOff val="50000"/>
                  </a:schemeClr>
                </a:solidFill>
              </a:defRPr>
            </a:lvl1pPr>
          </a:lstStyle>
          <a:p>
            <a:pPr lvl="0"/>
            <a:endParaRPr kumimoji="1" lang="ja-JP" altLang="en-US" dirty="0"/>
          </a:p>
        </p:txBody>
      </p:sp>
    </p:spTree>
    <p:extLst>
      <p:ext uri="{BB962C8B-B14F-4D97-AF65-F5344CB8AC3E}">
        <p14:creationId xmlns:p14="http://schemas.microsoft.com/office/powerpoint/2010/main" val="37701093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dex_ec_v2_1">
    <p:spTree>
      <p:nvGrpSpPr>
        <p:cNvPr id="1" name=""/>
        <p:cNvGrpSpPr/>
        <p:nvPr/>
      </p:nvGrpSpPr>
      <p:grpSpPr>
        <a:xfrm>
          <a:off x="0" y="0"/>
          <a:ext cx="0" cy="0"/>
          <a:chOff x="0" y="0"/>
          <a:chExt cx="0" cy="0"/>
        </a:xfrm>
      </p:grpSpPr>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320924" y="1063802"/>
            <a:ext cx="4221206" cy="314894"/>
          </a:xfrm>
          <a:prstGeom prst="rect">
            <a:avLst/>
          </a:prstGeom>
          <a:noFill/>
          <a:ln>
            <a:noFill/>
          </a:ln>
        </p:spPr>
        <p:txBody>
          <a:bodyPr anchor="ctr"/>
          <a:lstStyle>
            <a:lvl1pPr marL="0" indent="0">
              <a:buNone/>
              <a:defRPr sz="1400" b="1" u="none">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320924" y="1380206"/>
            <a:ext cx="4231525" cy="314894"/>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315764" y="1904503"/>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315764" y="2232089"/>
            <a:ext cx="4231525" cy="1799281"/>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315764" y="4285338"/>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315764" y="4649029"/>
            <a:ext cx="4231525" cy="1754890"/>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97" name="index_5">
            <a:extLst>
              <a:ext uri="{FF2B5EF4-FFF2-40B4-BE49-F238E27FC236}">
                <a16:creationId xmlns:a16="http://schemas.microsoft.com/office/drawing/2014/main" id="{E592DB79-B646-DB77-11EA-4E0597E752D2}"/>
              </a:ext>
            </a:extLst>
          </p:cNvPr>
          <p:cNvSpPr>
            <a:spLocks noGrp="1"/>
          </p:cNvSpPr>
          <p:nvPr>
            <p:ph type="body" sz="quarter" idx="27"/>
          </p:nvPr>
        </p:nvSpPr>
        <p:spPr>
          <a:xfrm>
            <a:off x="5082867" y="2504309"/>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8" name="index_text_5">
            <a:extLst>
              <a:ext uri="{FF2B5EF4-FFF2-40B4-BE49-F238E27FC236}">
                <a16:creationId xmlns:a16="http://schemas.microsoft.com/office/drawing/2014/main" id="{F07715F9-5F13-9962-6C80-07042671D394}"/>
              </a:ext>
            </a:extLst>
          </p:cNvPr>
          <p:cNvSpPr>
            <a:spLocks noGrp="1"/>
          </p:cNvSpPr>
          <p:nvPr>
            <p:ph type="body" sz="quarter" idx="28"/>
          </p:nvPr>
        </p:nvSpPr>
        <p:spPr>
          <a:xfrm>
            <a:off x="5082867" y="2835798"/>
            <a:ext cx="4231525" cy="926842"/>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99" name="index_6">
            <a:extLst>
              <a:ext uri="{FF2B5EF4-FFF2-40B4-BE49-F238E27FC236}">
                <a16:creationId xmlns:a16="http://schemas.microsoft.com/office/drawing/2014/main" id="{BFC98CEF-FE8D-4F28-0A00-298B11AAECA0}"/>
              </a:ext>
            </a:extLst>
          </p:cNvPr>
          <p:cNvSpPr>
            <a:spLocks noGrp="1"/>
          </p:cNvSpPr>
          <p:nvPr>
            <p:ph type="body" sz="quarter" idx="29"/>
          </p:nvPr>
        </p:nvSpPr>
        <p:spPr>
          <a:xfrm>
            <a:off x="5082867" y="3970444"/>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100" name="index_text_6">
            <a:extLst>
              <a:ext uri="{FF2B5EF4-FFF2-40B4-BE49-F238E27FC236}">
                <a16:creationId xmlns:a16="http://schemas.microsoft.com/office/drawing/2014/main" id="{E73D6412-6573-13F3-9492-BFF3DED47823}"/>
              </a:ext>
            </a:extLst>
          </p:cNvPr>
          <p:cNvSpPr>
            <a:spLocks noGrp="1"/>
          </p:cNvSpPr>
          <p:nvPr>
            <p:ph type="body" sz="quarter" idx="30"/>
          </p:nvPr>
        </p:nvSpPr>
        <p:spPr>
          <a:xfrm>
            <a:off x="5077707" y="4295012"/>
            <a:ext cx="4231525" cy="1947924"/>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2" name="index_4">
            <a:extLst>
              <a:ext uri="{FF2B5EF4-FFF2-40B4-BE49-F238E27FC236}">
                <a16:creationId xmlns:a16="http://schemas.microsoft.com/office/drawing/2014/main" id="{6AF7E7DA-EEC1-6B01-6B63-E2DDE47A597C}"/>
              </a:ext>
            </a:extLst>
          </p:cNvPr>
          <p:cNvSpPr>
            <a:spLocks noGrp="1"/>
          </p:cNvSpPr>
          <p:nvPr>
            <p:ph type="body" sz="quarter" idx="33"/>
          </p:nvPr>
        </p:nvSpPr>
        <p:spPr>
          <a:xfrm>
            <a:off x="5082867" y="1067995"/>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3" name="index_text_4">
            <a:extLst>
              <a:ext uri="{FF2B5EF4-FFF2-40B4-BE49-F238E27FC236}">
                <a16:creationId xmlns:a16="http://schemas.microsoft.com/office/drawing/2014/main" id="{7D845920-EFFC-DB73-331B-63F5F7590AD9}"/>
              </a:ext>
            </a:extLst>
          </p:cNvPr>
          <p:cNvSpPr>
            <a:spLocks noGrp="1"/>
          </p:cNvSpPr>
          <p:nvPr>
            <p:ph type="body" sz="quarter" idx="34"/>
          </p:nvPr>
        </p:nvSpPr>
        <p:spPr>
          <a:xfrm>
            <a:off x="5082867" y="1398012"/>
            <a:ext cx="4231525" cy="933582"/>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25052F90-AE05-4304-BB74-539B7255260B}"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cxnSp>
        <p:nvCxnSpPr>
          <p:cNvPr id="9" name="connector_1">
            <a:extLst>
              <a:ext uri="{FF2B5EF4-FFF2-40B4-BE49-F238E27FC236}">
                <a16:creationId xmlns:a16="http://schemas.microsoft.com/office/drawing/2014/main" id="{FD1AA6EB-3257-85B5-EA37-9511408251DB}"/>
              </a:ext>
            </a:extLst>
          </p:cNvPr>
          <p:cNvCxnSpPr>
            <a:cxnSpLocks/>
          </p:cNvCxnSpPr>
          <p:nvPr userDrawn="1"/>
        </p:nvCxnSpPr>
        <p:spPr>
          <a:xfrm>
            <a:off x="315764" y="140157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0" name="connector_3">
            <a:extLst>
              <a:ext uri="{FF2B5EF4-FFF2-40B4-BE49-F238E27FC236}">
                <a16:creationId xmlns:a16="http://schemas.microsoft.com/office/drawing/2014/main" id="{5088D839-A96E-4F96-189D-58E7B70681FE}"/>
              </a:ext>
            </a:extLst>
          </p:cNvPr>
          <p:cNvCxnSpPr/>
          <p:nvPr userDrawn="1"/>
        </p:nvCxnSpPr>
        <p:spPr>
          <a:xfrm>
            <a:off x="320924" y="223208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1" name="connector_4">
            <a:extLst>
              <a:ext uri="{FF2B5EF4-FFF2-40B4-BE49-F238E27FC236}">
                <a16:creationId xmlns:a16="http://schemas.microsoft.com/office/drawing/2014/main" id="{E4E1F499-26B4-BB6C-1585-AD8033CD2700}"/>
              </a:ext>
            </a:extLst>
          </p:cNvPr>
          <p:cNvCxnSpPr/>
          <p:nvPr userDrawn="1"/>
        </p:nvCxnSpPr>
        <p:spPr>
          <a:xfrm>
            <a:off x="320924" y="4615983"/>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2" name="connector_5">
            <a:extLst>
              <a:ext uri="{FF2B5EF4-FFF2-40B4-BE49-F238E27FC236}">
                <a16:creationId xmlns:a16="http://schemas.microsoft.com/office/drawing/2014/main" id="{6E6831D7-D1D5-012C-7C31-0082925D5E1E}"/>
              </a:ext>
            </a:extLst>
          </p:cNvPr>
          <p:cNvCxnSpPr/>
          <p:nvPr userDrawn="1"/>
        </p:nvCxnSpPr>
        <p:spPr>
          <a:xfrm>
            <a:off x="5082867" y="282905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3" name="connector_2">
            <a:extLst>
              <a:ext uri="{FF2B5EF4-FFF2-40B4-BE49-F238E27FC236}">
                <a16:creationId xmlns:a16="http://schemas.microsoft.com/office/drawing/2014/main" id="{ABAC5E62-4644-044D-1889-8DF3E67CF6BA}"/>
              </a:ext>
            </a:extLst>
          </p:cNvPr>
          <p:cNvCxnSpPr>
            <a:cxnSpLocks noGrp="1" noRot="1" noMove="1" noResize="1" noEditPoints="1" noAdjustHandles="1" noChangeArrowheads="1" noChangeShapeType="1"/>
          </p:cNvCxnSpPr>
          <p:nvPr userDrawn="1"/>
        </p:nvCxnSpPr>
        <p:spPr>
          <a:xfrm flipV="1">
            <a:off x="5082867" y="1398012"/>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6" name="connector_6">
            <a:extLst>
              <a:ext uri="{FF2B5EF4-FFF2-40B4-BE49-F238E27FC236}">
                <a16:creationId xmlns:a16="http://schemas.microsoft.com/office/drawing/2014/main" id="{E0B823E7-9A76-5310-D041-652C120AEA12}"/>
              </a:ext>
            </a:extLst>
          </p:cNvPr>
          <p:cNvCxnSpPr/>
          <p:nvPr userDrawn="1"/>
        </p:nvCxnSpPr>
        <p:spPr>
          <a:xfrm>
            <a:off x="5062209" y="4312491"/>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12289826"/>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ndex_ec_v2_2">
    <p:spTree>
      <p:nvGrpSpPr>
        <p:cNvPr id="1" name=""/>
        <p:cNvGrpSpPr/>
        <p:nvPr/>
      </p:nvGrpSpPr>
      <p:grpSpPr>
        <a:xfrm>
          <a:off x="0" y="0"/>
          <a:ext cx="0" cy="0"/>
          <a:chOff x="0" y="0"/>
          <a:chExt cx="0" cy="0"/>
        </a:xfrm>
      </p:grpSpPr>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320924" y="1063802"/>
            <a:ext cx="4221206" cy="314894"/>
          </a:xfrm>
          <a:prstGeom prst="rect">
            <a:avLst/>
          </a:prstGeom>
          <a:noFill/>
          <a:ln>
            <a:noFill/>
          </a:ln>
        </p:spPr>
        <p:txBody>
          <a:bodyPr anchor="ctr"/>
          <a:lstStyle>
            <a:lvl1pPr marL="0" indent="0">
              <a:buNone/>
              <a:defRPr sz="1400" b="1" u="none">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320924" y="1380206"/>
            <a:ext cx="4231525" cy="2015369"/>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320924" y="3667334"/>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320924" y="4018074"/>
            <a:ext cx="4231525" cy="1022321"/>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315764" y="5313740"/>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315764" y="5672064"/>
            <a:ext cx="4231525" cy="365126"/>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D36340BE-16CE-4084-A23B-30EB46393CA6}"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cxnSp>
        <p:nvCxnSpPr>
          <p:cNvPr id="9" name="connector_1">
            <a:extLst>
              <a:ext uri="{FF2B5EF4-FFF2-40B4-BE49-F238E27FC236}">
                <a16:creationId xmlns:a16="http://schemas.microsoft.com/office/drawing/2014/main" id="{FD1AA6EB-3257-85B5-EA37-9511408251DB}"/>
              </a:ext>
            </a:extLst>
          </p:cNvPr>
          <p:cNvCxnSpPr>
            <a:cxnSpLocks/>
          </p:cNvCxnSpPr>
          <p:nvPr userDrawn="1"/>
        </p:nvCxnSpPr>
        <p:spPr>
          <a:xfrm>
            <a:off x="315764" y="140157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0" name="connector_3">
            <a:extLst>
              <a:ext uri="{FF2B5EF4-FFF2-40B4-BE49-F238E27FC236}">
                <a16:creationId xmlns:a16="http://schemas.microsoft.com/office/drawing/2014/main" id="{5088D839-A96E-4F96-189D-58E7B70681FE}"/>
              </a:ext>
            </a:extLst>
          </p:cNvPr>
          <p:cNvCxnSpPr/>
          <p:nvPr userDrawn="1"/>
        </p:nvCxnSpPr>
        <p:spPr>
          <a:xfrm>
            <a:off x="315764" y="4002584"/>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1" name="connector_4">
            <a:extLst>
              <a:ext uri="{FF2B5EF4-FFF2-40B4-BE49-F238E27FC236}">
                <a16:creationId xmlns:a16="http://schemas.microsoft.com/office/drawing/2014/main" id="{E4E1F499-26B4-BB6C-1585-AD8033CD2700}"/>
              </a:ext>
            </a:extLst>
          </p:cNvPr>
          <p:cNvCxnSpPr/>
          <p:nvPr userDrawn="1"/>
        </p:nvCxnSpPr>
        <p:spPr>
          <a:xfrm>
            <a:off x="315764" y="5657120"/>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91595347"/>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ndex_limited_v2">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D36340BE-16CE-4084-A23B-30EB46393CA6}"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index_1">
            <a:extLst>
              <a:ext uri="{FF2B5EF4-FFF2-40B4-BE49-F238E27FC236}">
                <a16:creationId xmlns:a16="http://schemas.microsoft.com/office/drawing/2014/main" id="{E68EC29F-C66C-EC21-927C-A0F95C8F0B64}"/>
              </a:ext>
            </a:extLst>
          </p:cNvPr>
          <p:cNvSpPr>
            <a:spLocks noGrp="1"/>
          </p:cNvSpPr>
          <p:nvPr>
            <p:ph type="body" sz="quarter" idx="38"/>
          </p:nvPr>
        </p:nvSpPr>
        <p:spPr>
          <a:xfrm>
            <a:off x="320925" y="1062290"/>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3" name="index_2">
            <a:extLst>
              <a:ext uri="{FF2B5EF4-FFF2-40B4-BE49-F238E27FC236}">
                <a16:creationId xmlns:a16="http://schemas.microsoft.com/office/drawing/2014/main" id="{BF3F6CC9-281B-C10C-E783-1CB35304D78A}"/>
              </a:ext>
            </a:extLst>
          </p:cNvPr>
          <p:cNvSpPr>
            <a:spLocks noGrp="1"/>
          </p:cNvSpPr>
          <p:nvPr>
            <p:ph type="body" sz="quarter" idx="39"/>
          </p:nvPr>
        </p:nvSpPr>
        <p:spPr>
          <a:xfrm>
            <a:off x="320925" y="1543396"/>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8" name="index_3">
            <a:extLst>
              <a:ext uri="{FF2B5EF4-FFF2-40B4-BE49-F238E27FC236}">
                <a16:creationId xmlns:a16="http://schemas.microsoft.com/office/drawing/2014/main" id="{04227597-7ED1-0C12-C43B-6087A059F60B}"/>
              </a:ext>
            </a:extLst>
          </p:cNvPr>
          <p:cNvSpPr>
            <a:spLocks noGrp="1"/>
          </p:cNvSpPr>
          <p:nvPr>
            <p:ph type="body" sz="quarter" idx="40"/>
          </p:nvPr>
        </p:nvSpPr>
        <p:spPr>
          <a:xfrm>
            <a:off x="320925" y="2030203"/>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12" name="index_4">
            <a:extLst>
              <a:ext uri="{FF2B5EF4-FFF2-40B4-BE49-F238E27FC236}">
                <a16:creationId xmlns:a16="http://schemas.microsoft.com/office/drawing/2014/main" id="{4496AA64-ABC5-64A1-B6F7-DB1863DC8120}"/>
              </a:ext>
            </a:extLst>
          </p:cNvPr>
          <p:cNvSpPr>
            <a:spLocks noGrp="1"/>
          </p:cNvSpPr>
          <p:nvPr>
            <p:ph type="body" sz="quarter" idx="41"/>
          </p:nvPr>
        </p:nvSpPr>
        <p:spPr>
          <a:xfrm>
            <a:off x="320925" y="2514515"/>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13" name="index_5">
            <a:extLst>
              <a:ext uri="{FF2B5EF4-FFF2-40B4-BE49-F238E27FC236}">
                <a16:creationId xmlns:a16="http://schemas.microsoft.com/office/drawing/2014/main" id="{49B1192E-5D0A-26A6-1E3F-D6E98589394D}"/>
              </a:ext>
            </a:extLst>
          </p:cNvPr>
          <p:cNvSpPr>
            <a:spLocks noGrp="1"/>
          </p:cNvSpPr>
          <p:nvPr>
            <p:ph type="body" sz="quarter" idx="42"/>
          </p:nvPr>
        </p:nvSpPr>
        <p:spPr>
          <a:xfrm>
            <a:off x="320925" y="3005937"/>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14" name="index_6">
            <a:extLst>
              <a:ext uri="{FF2B5EF4-FFF2-40B4-BE49-F238E27FC236}">
                <a16:creationId xmlns:a16="http://schemas.microsoft.com/office/drawing/2014/main" id="{8D2ED696-E07B-0F9A-B4C6-C814B06F7070}"/>
              </a:ext>
            </a:extLst>
          </p:cNvPr>
          <p:cNvSpPr>
            <a:spLocks noGrp="1"/>
          </p:cNvSpPr>
          <p:nvPr>
            <p:ph type="body" sz="quarter" idx="43"/>
          </p:nvPr>
        </p:nvSpPr>
        <p:spPr>
          <a:xfrm>
            <a:off x="320925" y="3497359"/>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
        <p:nvSpPr>
          <p:cNvPr id="15" name="index_7">
            <a:extLst>
              <a:ext uri="{FF2B5EF4-FFF2-40B4-BE49-F238E27FC236}">
                <a16:creationId xmlns:a16="http://schemas.microsoft.com/office/drawing/2014/main" id="{EF5C028D-9522-B47E-FB32-C60CA0E4F548}"/>
              </a:ext>
            </a:extLst>
          </p:cNvPr>
          <p:cNvSpPr>
            <a:spLocks noGrp="1"/>
          </p:cNvSpPr>
          <p:nvPr>
            <p:ph type="body" sz="quarter" idx="44"/>
          </p:nvPr>
        </p:nvSpPr>
        <p:spPr>
          <a:xfrm>
            <a:off x="320925" y="3985826"/>
            <a:ext cx="4221206" cy="316405"/>
          </a:xfrm>
          <a:prstGeom prst="rect">
            <a:avLst/>
          </a:prstGeom>
          <a:solidFill>
            <a:schemeClr val="accent6">
              <a:lumMod val="75000"/>
              <a:lumOff val="25000"/>
            </a:schemeClr>
          </a:solidFill>
        </p:spPr>
        <p:txBody>
          <a:bodyPr anchor="ctr"/>
          <a:lstStyle>
            <a:lvl1pPr marL="0" indent="0">
              <a:buNone/>
              <a:defRPr sz="14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47577158"/>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ndex_regular_v2">
    <p:spTree>
      <p:nvGrpSpPr>
        <p:cNvPr id="1" name=""/>
        <p:cNvGrpSpPr/>
        <p:nvPr/>
      </p:nvGrpSpPr>
      <p:grpSpPr>
        <a:xfrm>
          <a:off x="0" y="0"/>
          <a:ext cx="0" cy="0"/>
          <a:chOff x="0" y="0"/>
          <a:chExt cx="0" cy="0"/>
        </a:xfrm>
      </p:grpSpPr>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320924" y="1063802"/>
            <a:ext cx="4221206" cy="314894"/>
          </a:xfrm>
          <a:prstGeom prst="rect">
            <a:avLst/>
          </a:prstGeom>
          <a:noFill/>
          <a:ln>
            <a:noFill/>
          </a:ln>
        </p:spPr>
        <p:txBody>
          <a:bodyPr anchor="ctr"/>
          <a:lstStyle>
            <a:lvl1pPr marL="0" indent="0">
              <a:buNone/>
              <a:defRPr sz="1400" b="1" u="none">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320924" y="1410023"/>
            <a:ext cx="4231525" cy="314894"/>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315764" y="1904503"/>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315764" y="2261907"/>
            <a:ext cx="4231525" cy="2265282"/>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315764" y="4739706"/>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315764" y="5128429"/>
            <a:ext cx="4231525" cy="947498"/>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97" name="index_5">
            <a:extLst>
              <a:ext uri="{FF2B5EF4-FFF2-40B4-BE49-F238E27FC236}">
                <a16:creationId xmlns:a16="http://schemas.microsoft.com/office/drawing/2014/main" id="{E592DB79-B646-DB77-11EA-4E0597E752D2}"/>
              </a:ext>
            </a:extLst>
          </p:cNvPr>
          <p:cNvSpPr>
            <a:spLocks noGrp="1"/>
          </p:cNvSpPr>
          <p:nvPr>
            <p:ph type="body" sz="quarter" idx="27"/>
          </p:nvPr>
        </p:nvSpPr>
        <p:spPr>
          <a:xfrm>
            <a:off x="5082867" y="2504309"/>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8" name="index_text_5">
            <a:extLst>
              <a:ext uri="{FF2B5EF4-FFF2-40B4-BE49-F238E27FC236}">
                <a16:creationId xmlns:a16="http://schemas.microsoft.com/office/drawing/2014/main" id="{F07715F9-5F13-9962-6C80-07042671D394}"/>
              </a:ext>
            </a:extLst>
          </p:cNvPr>
          <p:cNvSpPr>
            <a:spLocks noGrp="1"/>
          </p:cNvSpPr>
          <p:nvPr>
            <p:ph type="body" sz="quarter" idx="28"/>
          </p:nvPr>
        </p:nvSpPr>
        <p:spPr>
          <a:xfrm>
            <a:off x="5082867" y="2855675"/>
            <a:ext cx="4705983" cy="1146973"/>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99" name="index_6">
            <a:extLst>
              <a:ext uri="{FF2B5EF4-FFF2-40B4-BE49-F238E27FC236}">
                <a16:creationId xmlns:a16="http://schemas.microsoft.com/office/drawing/2014/main" id="{BFC98CEF-FE8D-4F28-0A00-298B11AAECA0}"/>
              </a:ext>
            </a:extLst>
          </p:cNvPr>
          <p:cNvSpPr>
            <a:spLocks noGrp="1"/>
          </p:cNvSpPr>
          <p:nvPr>
            <p:ph type="body" sz="quarter" idx="29"/>
          </p:nvPr>
        </p:nvSpPr>
        <p:spPr>
          <a:xfrm>
            <a:off x="5082867" y="4182477"/>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100" name="index_text_6">
            <a:extLst>
              <a:ext uri="{FF2B5EF4-FFF2-40B4-BE49-F238E27FC236}">
                <a16:creationId xmlns:a16="http://schemas.microsoft.com/office/drawing/2014/main" id="{E73D6412-6573-13F3-9492-BFF3DED47823}"/>
              </a:ext>
            </a:extLst>
          </p:cNvPr>
          <p:cNvSpPr>
            <a:spLocks noGrp="1"/>
          </p:cNvSpPr>
          <p:nvPr>
            <p:ph type="body" sz="quarter" idx="30"/>
          </p:nvPr>
        </p:nvSpPr>
        <p:spPr>
          <a:xfrm>
            <a:off x="5088713" y="4537478"/>
            <a:ext cx="4231525" cy="1072012"/>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2" name="index_4">
            <a:extLst>
              <a:ext uri="{FF2B5EF4-FFF2-40B4-BE49-F238E27FC236}">
                <a16:creationId xmlns:a16="http://schemas.microsoft.com/office/drawing/2014/main" id="{6AF7E7DA-EEC1-6B01-6B63-E2DDE47A597C}"/>
              </a:ext>
            </a:extLst>
          </p:cNvPr>
          <p:cNvSpPr>
            <a:spLocks noGrp="1"/>
          </p:cNvSpPr>
          <p:nvPr>
            <p:ph type="body" sz="quarter" idx="33"/>
          </p:nvPr>
        </p:nvSpPr>
        <p:spPr>
          <a:xfrm>
            <a:off x="5082867" y="1067995"/>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3" name="index_text_4">
            <a:extLst>
              <a:ext uri="{FF2B5EF4-FFF2-40B4-BE49-F238E27FC236}">
                <a16:creationId xmlns:a16="http://schemas.microsoft.com/office/drawing/2014/main" id="{7D845920-EFFC-DB73-331B-63F5F7590AD9}"/>
              </a:ext>
            </a:extLst>
          </p:cNvPr>
          <p:cNvSpPr>
            <a:spLocks noGrp="1"/>
          </p:cNvSpPr>
          <p:nvPr>
            <p:ph type="body" sz="quarter" idx="34"/>
          </p:nvPr>
        </p:nvSpPr>
        <p:spPr>
          <a:xfrm>
            <a:off x="5082867" y="1417890"/>
            <a:ext cx="4231525" cy="933582"/>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25052F90-AE05-4304-BB74-539B7255260B}"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cxnSp>
        <p:nvCxnSpPr>
          <p:cNvPr id="9" name="connector_1">
            <a:extLst>
              <a:ext uri="{FF2B5EF4-FFF2-40B4-BE49-F238E27FC236}">
                <a16:creationId xmlns:a16="http://schemas.microsoft.com/office/drawing/2014/main" id="{FD1AA6EB-3257-85B5-EA37-9511408251DB}"/>
              </a:ext>
            </a:extLst>
          </p:cNvPr>
          <p:cNvCxnSpPr>
            <a:cxnSpLocks/>
          </p:cNvCxnSpPr>
          <p:nvPr userDrawn="1"/>
        </p:nvCxnSpPr>
        <p:spPr>
          <a:xfrm>
            <a:off x="315764" y="140157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0" name="connector_3">
            <a:extLst>
              <a:ext uri="{FF2B5EF4-FFF2-40B4-BE49-F238E27FC236}">
                <a16:creationId xmlns:a16="http://schemas.microsoft.com/office/drawing/2014/main" id="{5088D839-A96E-4F96-189D-58E7B70681FE}"/>
              </a:ext>
            </a:extLst>
          </p:cNvPr>
          <p:cNvCxnSpPr/>
          <p:nvPr userDrawn="1"/>
        </p:nvCxnSpPr>
        <p:spPr>
          <a:xfrm>
            <a:off x="320924" y="223208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1" name="connector_4">
            <a:extLst>
              <a:ext uri="{FF2B5EF4-FFF2-40B4-BE49-F238E27FC236}">
                <a16:creationId xmlns:a16="http://schemas.microsoft.com/office/drawing/2014/main" id="{E4E1F499-26B4-BB6C-1585-AD8033CD2700}"/>
              </a:ext>
            </a:extLst>
          </p:cNvPr>
          <p:cNvCxnSpPr/>
          <p:nvPr userDrawn="1"/>
        </p:nvCxnSpPr>
        <p:spPr>
          <a:xfrm>
            <a:off x="315764" y="5086278"/>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2" name="connector_5">
            <a:extLst>
              <a:ext uri="{FF2B5EF4-FFF2-40B4-BE49-F238E27FC236}">
                <a16:creationId xmlns:a16="http://schemas.microsoft.com/office/drawing/2014/main" id="{6E6831D7-D1D5-012C-7C31-0082925D5E1E}"/>
              </a:ext>
            </a:extLst>
          </p:cNvPr>
          <p:cNvCxnSpPr/>
          <p:nvPr userDrawn="1"/>
        </p:nvCxnSpPr>
        <p:spPr>
          <a:xfrm>
            <a:off x="5082867" y="282905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3" name="connector_2">
            <a:extLst>
              <a:ext uri="{FF2B5EF4-FFF2-40B4-BE49-F238E27FC236}">
                <a16:creationId xmlns:a16="http://schemas.microsoft.com/office/drawing/2014/main" id="{ABAC5E62-4644-044D-1889-8DF3E67CF6BA}"/>
              </a:ext>
            </a:extLst>
          </p:cNvPr>
          <p:cNvCxnSpPr>
            <a:cxnSpLocks noGrp="1" noRot="1" noMove="1" noResize="1" noEditPoints="1" noAdjustHandles="1" noChangeArrowheads="1" noChangeShapeType="1"/>
          </p:cNvCxnSpPr>
          <p:nvPr userDrawn="1"/>
        </p:nvCxnSpPr>
        <p:spPr>
          <a:xfrm flipV="1">
            <a:off x="5082867" y="1398012"/>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6" name="connector_6">
            <a:extLst>
              <a:ext uri="{FF2B5EF4-FFF2-40B4-BE49-F238E27FC236}">
                <a16:creationId xmlns:a16="http://schemas.microsoft.com/office/drawing/2014/main" id="{E0B823E7-9A76-5310-D041-652C120AEA12}"/>
              </a:ext>
            </a:extLst>
          </p:cNvPr>
          <p:cNvCxnSpPr/>
          <p:nvPr userDrawn="1"/>
        </p:nvCxnSpPr>
        <p:spPr>
          <a:xfrm>
            <a:off x="5062209" y="4514287"/>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8" name="connector_7">
            <a:extLst>
              <a:ext uri="{FF2B5EF4-FFF2-40B4-BE49-F238E27FC236}">
                <a16:creationId xmlns:a16="http://schemas.microsoft.com/office/drawing/2014/main" id="{2F2D8FE0-2A24-54A3-0191-9DFAFF138423}"/>
              </a:ext>
            </a:extLst>
          </p:cNvPr>
          <p:cNvCxnSpPr/>
          <p:nvPr userDrawn="1"/>
        </p:nvCxnSpPr>
        <p:spPr>
          <a:xfrm>
            <a:off x="5099052" y="6163720"/>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sp>
        <p:nvSpPr>
          <p:cNvPr id="14" name="index_7">
            <a:extLst>
              <a:ext uri="{FF2B5EF4-FFF2-40B4-BE49-F238E27FC236}">
                <a16:creationId xmlns:a16="http://schemas.microsoft.com/office/drawing/2014/main" id="{EE5F5561-B49B-5CF7-7797-0E45143D2E24}"/>
              </a:ext>
            </a:extLst>
          </p:cNvPr>
          <p:cNvSpPr>
            <a:spLocks noGrp="1"/>
          </p:cNvSpPr>
          <p:nvPr>
            <p:ph type="body" sz="quarter" idx="38"/>
          </p:nvPr>
        </p:nvSpPr>
        <p:spPr>
          <a:xfrm>
            <a:off x="5099032" y="5820397"/>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15" name="index_text_7">
            <a:extLst>
              <a:ext uri="{FF2B5EF4-FFF2-40B4-BE49-F238E27FC236}">
                <a16:creationId xmlns:a16="http://schemas.microsoft.com/office/drawing/2014/main" id="{9C351AFB-DE01-7AE9-39F7-87941AC0D831}"/>
              </a:ext>
            </a:extLst>
          </p:cNvPr>
          <p:cNvSpPr>
            <a:spLocks noGrp="1"/>
          </p:cNvSpPr>
          <p:nvPr>
            <p:ph type="body" sz="quarter" idx="39"/>
          </p:nvPr>
        </p:nvSpPr>
        <p:spPr>
          <a:xfrm>
            <a:off x="5099052" y="6183598"/>
            <a:ext cx="4231525" cy="411904"/>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Tree>
    <p:extLst>
      <p:ext uri="{BB962C8B-B14F-4D97-AF65-F5344CB8AC3E}">
        <p14:creationId xmlns:p14="http://schemas.microsoft.com/office/powerpoint/2010/main" val="431764730"/>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ndex_ai_suggest_v2">
    <p:spTree>
      <p:nvGrpSpPr>
        <p:cNvPr id="1" name=""/>
        <p:cNvGrpSpPr/>
        <p:nvPr/>
      </p:nvGrpSpPr>
      <p:grpSpPr>
        <a:xfrm>
          <a:off x="0" y="0"/>
          <a:ext cx="0" cy="0"/>
          <a:chOff x="0" y="0"/>
          <a:chExt cx="0" cy="0"/>
        </a:xfrm>
      </p:grpSpPr>
      <p:sp>
        <p:nvSpPr>
          <p:cNvPr id="63" name="index_1">
            <a:extLst>
              <a:ext uri="{FF2B5EF4-FFF2-40B4-BE49-F238E27FC236}">
                <a16:creationId xmlns:a16="http://schemas.microsoft.com/office/drawing/2014/main" id="{8AD79DA9-7C8A-2434-9829-E0B2953C42F2}"/>
              </a:ext>
            </a:extLst>
          </p:cNvPr>
          <p:cNvSpPr>
            <a:spLocks noGrp="1"/>
          </p:cNvSpPr>
          <p:nvPr>
            <p:ph type="body" sz="quarter" idx="11"/>
          </p:nvPr>
        </p:nvSpPr>
        <p:spPr>
          <a:xfrm>
            <a:off x="320924" y="2324361"/>
            <a:ext cx="4221206" cy="314894"/>
          </a:xfrm>
          <a:prstGeom prst="rect">
            <a:avLst/>
          </a:prstGeom>
          <a:noFill/>
          <a:ln>
            <a:noFill/>
          </a:ln>
        </p:spPr>
        <p:txBody>
          <a:bodyPr anchor="ctr"/>
          <a:lstStyle>
            <a:lvl1pPr marL="0" indent="0">
              <a:buNone/>
              <a:defRPr sz="1400" b="1" u="none">
                <a:solidFill>
                  <a:schemeClr val="tx1"/>
                </a:solidFill>
              </a:defRPr>
            </a:lvl1pPr>
          </a:lstStyle>
          <a:p>
            <a:pPr lvl="0"/>
            <a:endParaRPr kumimoji="1" lang="ja-JP" altLang="en-US" dirty="0"/>
          </a:p>
        </p:txBody>
      </p:sp>
      <p:sp>
        <p:nvSpPr>
          <p:cNvPr id="64" name="index_text_1">
            <a:extLst>
              <a:ext uri="{FF2B5EF4-FFF2-40B4-BE49-F238E27FC236}">
                <a16:creationId xmlns:a16="http://schemas.microsoft.com/office/drawing/2014/main" id="{8407694B-811B-D73D-FA22-B99869F07800}"/>
              </a:ext>
            </a:extLst>
          </p:cNvPr>
          <p:cNvSpPr>
            <a:spLocks noGrp="1"/>
          </p:cNvSpPr>
          <p:nvPr>
            <p:ph type="body" sz="quarter" idx="12"/>
          </p:nvPr>
        </p:nvSpPr>
        <p:spPr>
          <a:xfrm>
            <a:off x="320924" y="2685947"/>
            <a:ext cx="4231525" cy="314894"/>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en-US" altLang="ja-JP" sz="1400" dirty="0"/>
          </a:p>
        </p:txBody>
      </p:sp>
      <p:sp>
        <p:nvSpPr>
          <p:cNvPr id="87" name="index_2">
            <a:extLst>
              <a:ext uri="{FF2B5EF4-FFF2-40B4-BE49-F238E27FC236}">
                <a16:creationId xmlns:a16="http://schemas.microsoft.com/office/drawing/2014/main" id="{64EE35EB-A500-7F51-78D2-D42C2B68C197}"/>
              </a:ext>
            </a:extLst>
          </p:cNvPr>
          <p:cNvSpPr>
            <a:spLocks noGrp="1"/>
          </p:cNvSpPr>
          <p:nvPr>
            <p:ph type="body" sz="quarter" idx="23"/>
          </p:nvPr>
        </p:nvSpPr>
        <p:spPr>
          <a:xfrm>
            <a:off x="315764" y="3162654"/>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88" name="index_text_2">
            <a:extLst>
              <a:ext uri="{FF2B5EF4-FFF2-40B4-BE49-F238E27FC236}">
                <a16:creationId xmlns:a16="http://schemas.microsoft.com/office/drawing/2014/main" id="{2FB6C5F9-79D5-91ED-D692-7CA79E5764E3}"/>
              </a:ext>
            </a:extLst>
          </p:cNvPr>
          <p:cNvSpPr>
            <a:spLocks noGrp="1"/>
          </p:cNvSpPr>
          <p:nvPr>
            <p:ph type="body" sz="quarter" idx="24"/>
          </p:nvPr>
        </p:nvSpPr>
        <p:spPr>
          <a:xfrm>
            <a:off x="315764" y="3538539"/>
            <a:ext cx="4231525" cy="2281858"/>
          </a:xfrm>
          <a:prstGeom prst="rect">
            <a:avLst/>
          </a:prstGeom>
        </p:spPr>
        <p:txBody>
          <a:bodyPr anchor="t"/>
          <a:lstStyle>
            <a:lvl1pPr marL="0" indent="0">
              <a:lnSpc>
                <a:spcPct val="100000"/>
              </a:lnSpc>
              <a:spcBef>
                <a:spcPts val="50"/>
              </a:spcBef>
              <a:buNone/>
              <a:defRPr sz="1400" b="0">
                <a:latin typeface="+mn-lt"/>
              </a:defRPr>
            </a:lvl1pPr>
          </a:lstStyle>
          <a:p>
            <a:pPr lvl="0"/>
            <a:endParaRPr kumimoji="1" lang="en-US" altLang="ja-JP" dirty="0"/>
          </a:p>
        </p:txBody>
      </p:sp>
      <p:sp>
        <p:nvSpPr>
          <p:cNvPr id="89" name="index_3">
            <a:extLst>
              <a:ext uri="{FF2B5EF4-FFF2-40B4-BE49-F238E27FC236}">
                <a16:creationId xmlns:a16="http://schemas.microsoft.com/office/drawing/2014/main" id="{BE9866D1-73A6-94E5-C4B7-D5568EBA6EB4}"/>
              </a:ext>
            </a:extLst>
          </p:cNvPr>
          <p:cNvSpPr>
            <a:spLocks noGrp="1"/>
          </p:cNvSpPr>
          <p:nvPr>
            <p:ph type="body" sz="quarter" idx="25"/>
          </p:nvPr>
        </p:nvSpPr>
        <p:spPr>
          <a:xfrm>
            <a:off x="315764" y="5940517"/>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0" name="index_text_3">
            <a:extLst>
              <a:ext uri="{FF2B5EF4-FFF2-40B4-BE49-F238E27FC236}">
                <a16:creationId xmlns:a16="http://schemas.microsoft.com/office/drawing/2014/main" id="{DC6826BC-9A17-0A08-EEC0-17B2D59210C1}"/>
              </a:ext>
            </a:extLst>
          </p:cNvPr>
          <p:cNvSpPr>
            <a:spLocks noGrp="1"/>
          </p:cNvSpPr>
          <p:nvPr>
            <p:ph type="body" sz="quarter" idx="26"/>
          </p:nvPr>
        </p:nvSpPr>
        <p:spPr>
          <a:xfrm>
            <a:off x="320924" y="6308510"/>
            <a:ext cx="4231525" cy="584204"/>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97" name="index_5">
            <a:extLst>
              <a:ext uri="{FF2B5EF4-FFF2-40B4-BE49-F238E27FC236}">
                <a16:creationId xmlns:a16="http://schemas.microsoft.com/office/drawing/2014/main" id="{E592DB79-B646-DB77-11EA-4E0597E752D2}"/>
              </a:ext>
            </a:extLst>
          </p:cNvPr>
          <p:cNvSpPr>
            <a:spLocks noGrp="1"/>
          </p:cNvSpPr>
          <p:nvPr>
            <p:ph type="body" sz="quarter" idx="27"/>
          </p:nvPr>
        </p:nvSpPr>
        <p:spPr>
          <a:xfrm>
            <a:off x="5082867" y="2504309"/>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98" name="index_text_5">
            <a:extLst>
              <a:ext uri="{FF2B5EF4-FFF2-40B4-BE49-F238E27FC236}">
                <a16:creationId xmlns:a16="http://schemas.microsoft.com/office/drawing/2014/main" id="{F07715F9-5F13-9962-6C80-07042671D394}"/>
              </a:ext>
            </a:extLst>
          </p:cNvPr>
          <p:cNvSpPr>
            <a:spLocks noGrp="1"/>
          </p:cNvSpPr>
          <p:nvPr>
            <p:ph type="body" sz="quarter" idx="28"/>
          </p:nvPr>
        </p:nvSpPr>
        <p:spPr>
          <a:xfrm>
            <a:off x="5082867" y="2855675"/>
            <a:ext cx="4705983" cy="1146973"/>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99" name="index_6">
            <a:extLst>
              <a:ext uri="{FF2B5EF4-FFF2-40B4-BE49-F238E27FC236}">
                <a16:creationId xmlns:a16="http://schemas.microsoft.com/office/drawing/2014/main" id="{BFC98CEF-FE8D-4F28-0A00-298B11AAECA0}"/>
              </a:ext>
            </a:extLst>
          </p:cNvPr>
          <p:cNvSpPr>
            <a:spLocks noGrp="1"/>
          </p:cNvSpPr>
          <p:nvPr>
            <p:ph type="body" sz="quarter" idx="29"/>
          </p:nvPr>
        </p:nvSpPr>
        <p:spPr>
          <a:xfrm>
            <a:off x="5082867" y="4182477"/>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100" name="index_text_6">
            <a:extLst>
              <a:ext uri="{FF2B5EF4-FFF2-40B4-BE49-F238E27FC236}">
                <a16:creationId xmlns:a16="http://schemas.microsoft.com/office/drawing/2014/main" id="{E73D6412-6573-13F3-9492-BFF3DED47823}"/>
              </a:ext>
            </a:extLst>
          </p:cNvPr>
          <p:cNvSpPr>
            <a:spLocks noGrp="1"/>
          </p:cNvSpPr>
          <p:nvPr>
            <p:ph type="body" sz="quarter" idx="30"/>
          </p:nvPr>
        </p:nvSpPr>
        <p:spPr>
          <a:xfrm>
            <a:off x="5088713" y="4537478"/>
            <a:ext cx="4231525" cy="1072012"/>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2" name="index_4">
            <a:extLst>
              <a:ext uri="{FF2B5EF4-FFF2-40B4-BE49-F238E27FC236}">
                <a16:creationId xmlns:a16="http://schemas.microsoft.com/office/drawing/2014/main" id="{6AF7E7DA-EEC1-6B01-6B63-E2DDE47A597C}"/>
              </a:ext>
            </a:extLst>
          </p:cNvPr>
          <p:cNvSpPr>
            <a:spLocks noGrp="1"/>
          </p:cNvSpPr>
          <p:nvPr>
            <p:ph type="body" sz="quarter" idx="33"/>
          </p:nvPr>
        </p:nvSpPr>
        <p:spPr>
          <a:xfrm>
            <a:off x="5082867" y="1067995"/>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3" name="index_text_4">
            <a:extLst>
              <a:ext uri="{FF2B5EF4-FFF2-40B4-BE49-F238E27FC236}">
                <a16:creationId xmlns:a16="http://schemas.microsoft.com/office/drawing/2014/main" id="{7D845920-EFFC-DB73-331B-63F5F7590AD9}"/>
              </a:ext>
            </a:extLst>
          </p:cNvPr>
          <p:cNvSpPr>
            <a:spLocks noGrp="1"/>
          </p:cNvSpPr>
          <p:nvPr>
            <p:ph type="body" sz="quarter" idx="34"/>
          </p:nvPr>
        </p:nvSpPr>
        <p:spPr>
          <a:xfrm>
            <a:off x="5082867" y="1417890"/>
            <a:ext cx="4231525" cy="933582"/>
          </a:xfrm>
          <a:prstGeom prst="rect">
            <a:avLst/>
          </a:prstGeom>
        </p:spPr>
        <p:txBody>
          <a:bodyPr anchor="t"/>
          <a:lstStyle>
            <a:lvl1pPr marL="0" indent="0">
              <a:lnSpc>
                <a:spcPct val="100000"/>
              </a:lnSpc>
              <a:spcBef>
                <a:spcPts val="50"/>
              </a:spcBef>
              <a:buNone/>
              <a:defRPr sz="1400" b="0"/>
            </a:lvl1pPr>
          </a:lstStyle>
          <a:p>
            <a:endParaRPr lang="ja-JP" altLang="en-US" sz="1400" dirty="0"/>
          </a:p>
        </p:txBody>
      </p:sp>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25052F90-AE05-4304-BB74-539B7255260B}"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7" name="page_title">
            <a:extLst>
              <a:ext uri="{FF2B5EF4-FFF2-40B4-BE49-F238E27FC236}">
                <a16:creationId xmlns:a16="http://schemas.microsoft.com/office/drawing/2014/main" id="{83FD8BC2-85FA-4D2A-BDAB-DC0A06D98540}"/>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cxnSp>
        <p:nvCxnSpPr>
          <p:cNvPr id="9" name="connector_1">
            <a:extLst>
              <a:ext uri="{FF2B5EF4-FFF2-40B4-BE49-F238E27FC236}">
                <a16:creationId xmlns:a16="http://schemas.microsoft.com/office/drawing/2014/main" id="{FD1AA6EB-3257-85B5-EA37-9511408251DB}"/>
              </a:ext>
            </a:extLst>
          </p:cNvPr>
          <p:cNvCxnSpPr>
            <a:cxnSpLocks/>
          </p:cNvCxnSpPr>
          <p:nvPr userDrawn="1"/>
        </p:nvCxnSpPr>
        <p:spPr>
          <a:xfrm>
            <a:off x="315764" y="265691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0" name="connector_3">
            <a:extLst>
              <a:ext uri="{FF2B5EF4-FFF2-40B4-BE49-F238E27FC236}">
                <a16:creationId xmlns:a16="http://schemas.microsoft.com/office/drawing/2014/main" id="{5088D839-A96E-4F96-189D-58E7B70681FE}"/>
              </a:ext>
            </a:extLst>
          </p:cNvPr>
          <p:cNvCxnSpPr/>
          <p:nvPr userDrawn="1"/>
        </p:nvCxnSpPr>
        <p:spPr>
          <a:xfrm>
            <a:off x="320924" y="3503492"/>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1" name="connector_4">
            <a:extLst>
              <a:ext uri="{FF2B5EF4-FFF2-40B4-BE49-F238E27FC236}">
                <a16:creationId xmlns:a16="http://schemas.microsoft.com/office/drawing/2014/main" id="{E4E1F499-26B4-BB6C-1585-AD8033CD2700}"/>
              </a:ext>
            </a:extLst>
          </p:cNvPr>
          <p:cNvCxnSpPr/>
          <p:nvPr userDrawn="1"/>
        </p:nvCxnSpPr>
        <p:spPr>
          <a:xfrm>
            <a:off x="315764" y="6281174"/>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2" name="connector_5">
            <a:extLst>
              <a:ext uri="{FF2B5EF4-FFF2-40B4-BE49-F238E27FC236}">
                <a16:creationId xmlns:a16="http://schemas.microsoft.com/office/drawing/2014/main" id="{6E6831D7-D1D5-012C-7C31-0082925D5E1E}"/>
              </a:ext>
            </a:extLst>
          </p:cNvPr>
          <p:cNvCxnSpPr/>
          <p:nvPr userDrawn="1"/>
        </p:nvCxnSpPr>
        <p:spPr>
          <a:xfrm>
            <a:off x="5082867" y="2829059"/>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3" name="connector_2">
            <a:extLst>
              <a:ext uri="{FF2B5EF4-FFF2-40B4-BE49-F238E27FC236}">
                <a16:creationId xmlns:a16="http://schemas.microsoft.com/office/drawing/2014/main" id="{ABAC5E62-4644-044D-1889-8DF3E67CF6BA}"/>
              </a:ext>
            </a:extLst>
          </p:cNvPr>
          <p:cNvCxnSpPr>
            <a:cxnSpLocks noGrp="1" noRot="1" noMove="1" noResize="1" noEditPoints="1" noAdjustHandles="1" noChangeArrowheads="1" noChangeShapeType="1"/>
          </p:cNvCxnSpPr>
          <p:nvPr userDrawn="1"/>
        </p:nvCxnSpPr>
        <p:spPr>
          <a:xfrm flipV="1">
            <a:off x="5082867" y="1398012"/>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16" name="connector_6">
            <a:extLst>
              <a:ext uri="{FF2B5EF4-FFF2-40B4-BE49-F238E27FC236}">
                <a16:creationId xmlns:a16="http://schemas.microsoft.com/office/drawing/2014/main" id="{E0B823E7-9A76-5310-D041-652C120AEA12}"/>
              </a:ext>
            </a:extLst>
          </p:cNvPr>
          <p:cNvCxnSpPr/>
          <p:nvPr userDrawn="1"/>
        </p:nvCxnSpPr>
        <p:spPr>
          <a:xfrm>
            <a:off x="5062209" y="4514287"/>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cxnSp>
        <p:nvCxnSpPr>
          <p:cNvPr id="8" name="connector_7">
            <a:extLst>
              <a:ext uri="{FF2B5EF4-FFF2-40B4-BE49-F238E27FC236}">
                <a16:creationId xmlns:a16="http://schemas.microsoft.com/office/drawing/2014/main" id="{2F2D8FE0-2A24-54A3-0191-9DFAFF138423}"/>
              </a:ext>
            </a:extLst>
          </p:cNvPr>
          <p:cNvCxnSpPr/>
          <p:nvPr userDrawn="1"/>
        </p:nvCxnSpPr>
        <p:spPr>
          <a:xfrm>
            <a:off x="5099052" y="6163720"/>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sp>
        <p:nvSpPr>
          <p:cNvPr id="14" name="index_7">
            <a:extLst>
              <a:ext uri="{FF2B5EF4-FFF2-40B4-BE49-F238E27FC236}">
                <a16:creationId xmlns:a16="http://schemas.microsoft.com/office/drawing/2014/main" id="{EE5F5561-B49B-5CF7-7797-0E45143D2E24}"/>
              </a:ext>
            </a:extLst>
          </p:cNvPr>
          <p:cNvSpPr>
            <a:spLocks noGrp="1"/>
          </p:cNvSpPr>
          <p:nvPr>
            <p:ph type="body" sz="quarter" idx="38"/>
          </p:nvPr>
        </p:nvSpPr>
        <p:spPr>
          <a:xfrm>
            <a:off x="5099032" y="5820397"/>
            <a:ext cx="4221206" cy="314894"/>
          </a:xfrm>
          <a:prstGeom prst="rect">
            <a:avLst/>
          </a:prstGeom>
          <a:noFill/>
        </p:spPr>
        <p:txBody>
          <a:bodyPr anchor="ctr"/>
          <a:lstStyle>
            <a:lvl1pPr marL="0" indent="0">
              <a:buNone/>
              <a:defRPr sz="1400" b="1">
                <a:solidFill>
                  <a:schemeClr val="tx1"/>
                </a:solidFill>
              </a:defRPr>
            </a:lvl1pPr>
          </a:lstStyle>
          <a:p>
            <a:pPr lvl="0"/>
            <a:endParaRPr kumimoji="1" lang="ja-JP" altLang="en-US" dirty="0"/>
          </a:p>
        </p:txBody>
      </p:sp>
      <p:sp>
        <p:nvSpPr>
          <p:cNvPr id="15" name="index_text_7">
            <a:extLst>
              <a:ext uri="{FF2B5EF4-FFF2-40B4-BE49-F238E27FC236}">
                <a16:creationId xmlns:a16="http://schemas.microsoft.com/office/drawing/2014/main" id="{9C351AFB-DE01-7AE9-39F7-87941AC0D831}"/>
              </a:ext>
            </a:extLst>
          </p:cNvPr>
          <p:cNvSpPr>
            <a:spLocks noGrp="1"/>
          </p:cNvSpPr>
          <p:nvPr>
            <p:ph type="body" sz="quarter" idx="39"/>
          </p:nvPr>
        </p:nvSpPr>
        <p:spPr>
          <a:xfrm>
            <a:off x="5099052" y="6183598"/>
            <a:ext cx="4231525" cy="411904"/>
          </a:xfrm>
          <a:prstGeom prst="rect">
            <a:avLst/>
          </a:prstGeom>
        </p:spPr>
        <p:txBody>
          <a:bodyPr anchor="t"/>
          <a:lstStyle>
            <a:lvl1pPr marL="0" indent="0">
              <a:lnSpc>
                <a:spcPct val="100000"/>
              </a:lnSpc>
              <a:spcBef>
                <a:spcPts val="50"/>
              </a:spcBef>
              <a:buNone/>
              <a:defRPr sz="1400" b="0"/>
            </a:lvl1pPr>
          </a:lstStyle>
          <a:p>
            <a:pPr lvl="0"/>
            <a:endParaRPr kumimoji="1" lang="en-US" altLang="ja-JP" dirty="0"/>
          </a:p>
        </p:txBody>
      </p:sp>
      <p:sp>
        <p:nvSpPr>
          <p:cNvPr id="17" name="index_ai_suggest">
            <a:extLst>
              <a:ext uri="{FF2B5EF4-FFF2-40B4-BE49-F238E27FC236}">
                <a16:creationId xmlns:a16="http://schemas.microsoft.com/office/drawing/2014/main" id="{439AC88D-0F81-EE9C-D93C-A02198A98652}"/>
              </a:ext>
            </a:extLst>
          </p:cNvPr>
          <p:cNvSpPr>
            <a:spLocks noGrp="1"/>
          </p:cNvSpPr>
          <p:nvPr>
            <p:ph type="body" sz="quarter" idx="40"/>
          </p:nvPr>
        </p:nvSpPr>
        <p:spPr>
          <a:xfrm>
            <a:off x="315764" y="1083118"/>
            <a:ext cx="4221206" cy="314894"/>
          </a:xfrm>
          <a:prstGeom prst="rect">
            <a:avLst/>
          </a:prstGeom>
          <a:noFill/>
          <a:ln>
            <a:noFill/>
          </a:ln>
        </p:spPr>
        <p:txBody>
          <a:bodyPr anchor="ctr"/>
          <a:lstStyle>
            <a:lvl1pPr marL="0" indent="0">
              <a:buNone/>
              <a:defRPr sz="1400" b="1" u="none">
                <a:solidFill>
                  <a:schemeClr val="tx1"/>
                </a:solidFill>
              </a:defRPr>
            </a:lvl1pPr>
          </a:lstStyle>
          <a:p>
            <a:pPr lvl="0"/>
            <a:endParaRPr kumimoji="1" lang="ja-JP" altLang="en-US" dirty="0"/>
          </a:p>
        </p:txBody>
      </p:sp>
      <p:sp>
        <p:nvSpPr>
          <p:cNvPr id="18" name="index_text_ai_suggest">
            <a:extLst>
              <a:ext uri="{FF2B5EF4-FFF2-40B4-BE49-F238E27FC236}">
                <a16:creationId xmlns:a16="http://schemas.microsoft.com/office/drawing/2014/main" id="{C9259230-39DF-4326-0161-45A57C55FE6D}"/>
              </a:ext>
            </a:extLst>
          </p:cNvPr>
          <p:cNvSpPr>
            <a:spLocks noGrp="1"/>
          </p:cNvSpPr>
          <p:nvPr>
            <p:ph type="body" sz="quarter" idx="41"/>
          </p:nvPr>
        </p:nvSpPr>
        <p:spPr>
          <a:xfrm>
            <a:off x="305445" y="1423310"/>
            <a:ext cx="4231525" cy="709922"/>
          </a:xfrm>
          <a:prstGeom prst="rect">
            <a:avLst/>
          </a:prstGeom>
        </p:spPr>
        <p:txBody>
          <a:bodyPr anchor="t"/>
          <a:lstStyle>
            <a:lvl1pPr marL="0" indent="0">
              <a:lnSpc>
                <a:spcPct val="100000"/>
              </a:lnSpc>
              <a:spcBef>
                <a:spcPts val="50"/>
              </a:spcBef>
              <a:buNone/>
              <a:defRPr sz="1400" b="0"/>
            </a:lvl1pPr>
          </a:lstStyle>
          <a:p>
            <a:pPr marL="0" marR="0" lvl="0" indent="0" algn="l" defTabSz="914400" rtl="0" eaLnBrk="1" fontAlgn="auto" latinLnBrk="0" hangingPunct="1">
              <a:lnSpc>
                <a:spcPct val="100000"/>
              </a:lnSpc>
              <a:spcBef>
                <a:spcPts val="50"/>
              </a:spcBef>
              <a:spcAft>
                <a:spcPts val="0"/>
              </a:spcAft>
              <a:buClrTx/>
              <a:buSzTx/>
              <a:buFont typeface="Arial" panose="020B0604020202020204" pitchFamily="34" charset="0"/>
              <a:buNone/>
              <a:tabLst/>
              <a:defRPr/>
            </a:pPr>
            <a:endParaRPr lang="ja-JP" altLang="en-US" dirty="0"/>
          </a:p>
        </p:txBody>
      </p:sp>
      <p:cxnSp>
        <p:nvCxnSpPr>
          <p:cNvPr id="19" name="connector_ai_suggest">
            <a:extLst>
              <a:ext uri="{FF2B5EF4-FFF2-40B4-BE49-F238E27FC236}">
                <a16:creationId xmlns:a16="http://schemas.microsoft.com/office/drawing/2014/main" id="{7F7E0DBF-B7CC-C5BC-4252-B4F29FE7E458}"/>
              </a:ext>
            </a:extLst>
          </p:cNvPr>
          <p:cNvCxnSpPr>
            <a:cxnSpLocks/>
          </p:cNvCxnSpPr>
          <p:nvPr userDrawn="1"/>
        </p:nvCxnSpPr>
        <p:spPr>
          <a:xfrm>
            <a:off x="320924" y="1410058"/>
            <a:ext cx="4572000" cy="0"/>
          </a:xfrm>
          <a:prstGeom prst="line">
            <a:avLst/>
          </a:prstGeom>
          <a:ln w="31750">
            <a:solidFill>
              <a:schemeClr val="accent6">
                <a:lumMod val="75000"/>
                <a:lumOff val="2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453968450"/>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ndex_custom_v2">
    <p:spTree>
      <p:nvGrpSpPr>
        <p:cNvPr id="1" name=""/>
        <p:cNvGrpSpPr/>
        <p:nvPr/>
      </p:nvGrpSpPr>
      <p:grpSpPr>
        <a:xfrm>
          <a:off x="0" y="0"/>
          <a:ext cx="0" cy="0"/>
          <a:chOff x="0" y="0"/>
          <a:chExt cx="0" cy="0"/>
        </a:xfrm>
      </p:grpSpPr>
      <p:sp>
        <p:nvSpPr>
          <p:cNvPr id="4" name="スライド番号プレースホルダー 3">
            <a:extLst>
              <a:ext uri="{FF2B5EF4-FFF2-40B4-BE49-F238E27FC236}">
                <a16:creationId xmlns:a16="http://schemas.microsoft.com/office/drawing/2014/main" id="{13A79DA4-1A46-4077-D4AB-AF94DD251FB2}"/>
              </a:ext>
            </a:extLst>
          </p:cNvPr>
          <p:cNvSpPr>
            <a:spLocks noGrp="1"/>
          </p:cNvSpPr>
          <p:nvPr>
            <p:ph type="sldNum" sz="quarter" idx="3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5BBF6645-0830-FC2C-72C3-35F0E6494FF9}"/>
              </a:ext>
            </a:extLst>
          </p:cNvPr>
          <p:cNvSpPr>
            <a:spLocks noGrp="1"/>
          </p:cNvSpPr>
          <p:nvPr>
            <p:ph type="dt" sz="half" idx="36"/>
          </p:nvPr>
        </p:nvSpPr>
        <p:spPr>
          <a:xfrm>
            <a:off x="681038" y="6356350"/>
            <a:ext cx="2228850" cy="365125"/>
          </a:xfrm>
          <a:prstGeom prst="rect">
            <a:avLst/>
          </a:prstGeom>
        </p:spPr>
        <p:txBody>
          <a:bodyPr/>
          <a:lstStyle/>
          <a:p>
            <a:fld id="{01A43972-A8F9-4A55-90A8-8C3299066A81}"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A00F5EC6-5F23-A51C-FB94-86B5FD4E73B5}"/>
              </a:ext>
            </a:extLst>
          </p:cNvPr>
          <p:cNvSpPr>
            <a:spLocks noGrp="1"/>
          </p:cNvSpPr>
          <p:nvPr>
            <p:ph type="ftr" sz="quarter" idx="37"/>
          </p:nvPr>
        </p:nvSpPr>
        <p:spPr/>
        <p:txBody>
          <a:bodyPr/>
          <a:lstStyle/>
          <a:p>
            <a:endParaRPr kumimoji="1" lang="ja-JP" altLang="en-US"/>
          </a:p>
        </p:txBody>
      </p:sp>
      <p:sp>
        <p:nvSpPr>
          <p:cNvPr id="2" name="index_text_1">
            <a:extLst>
              <a:ext uri="{FF2B5EF4-FFF2-40B4-BE49-F238E27FC236}">
                <a16:creationId xmlns:a16="http://schemas.microsoft.com/office/drawing/2014/main" id="{4186B8C8-0875-438E-805D-EA2FC6F871D6}"/>
              </a:ext>
            </a:extLst>
          </p:cNvPr>
          <p:cNvSpPr txBox="1"/>
          <p:nvPr userDrawn="1"/>
        </p:nvSpPr>
        <p:spPr>
          <a:xfrm>
            <a:off x="582372" y="1052513"/>
            <a:ext cx="8762253" cy="427168"/>
          </a:xfrm>
          <a:prstGeom prst="rect">
            <a:avLst/>
          </a:prstGeom>
          <a:noFill/>
        </p:spPr>
        <p:txBody>
          <a:bodyPr wrap="square" rtlCol="0" anchor="t">
            <a:spAutoFit/>
          </a:bodyPr>
          <a:lstStyle/>
          <a:p>
            <a:pPr marL="285750" indent="-285750" algn="l">
              <a:lnSpc>
                <a:spcPct val="150000"/>
              </a:lnSpc>
              <a:buFont typeface="Arial" panose="020B0604020202020204" pitchFamily="34" charset="0"/>
              <a:buChar char="•"/>
            </a:pPr>
            <a:endParaRPr kumimoji="1" lang="ja-JP" altLang="en-US" sz="1600" b="0" dirty="0"/>
          </a:p>
        </p:txBody>
      </p:sp>
      <p:sp>
        <p:nvSpPr>
          <p:cNvPr id="3" name="page_title">
            <a:extLst>
              <a:ext uri="{FF2B5EF4-FFF2-40B4-BE49-F238E27FC236}">
                <a16:creationId xmlns:a16="http://schemas.microsoft.com/office/drawing/2014/main" id="{5ABA1366-3BF7-11B2-E6F0-34DBE0B0C795}"/>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1142538618"/>
      </p:ext>
    </p:extLst>
  </p:cSld>
  <p:clrMapOvr>
    <a:masterClrMapping/>
  </p:clrMapOvr>
  <p:extLst>
    <p:ext uri="{DCECCB84-F9BA-43D5-87BE-67443E8EF086}">
      <p15:sldGuideLst xmlns:p15="http://schemas.microsoft.com/office/powerpoint/2012/main">
        <p15:guide id="1" orient="horz" pos="663">
          <p15:clr>
            <a:srgbClr val="FBAE40"/>
          </p15:clr>
        </p15:guide>
        <p15:guide id="2" pos="340">
          <p15:clr>
            <a:srgbClr val="FBAE40"/>
          </p15:clr>
        </p15:guide>
        <p15:guide id="3" pos="54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artition_v2">
    <p:spTree>
      <p:nvGrpSpPr>
        <p:cNvPr id="1" name=""/>
        <p:cNvGrpSpPr/>
        <p:nvPr/>
      </p:nvGrpSpPr>
      <p:grpSpPr>
        <a:xfrm>
          <a:off x="0" y="0"/>
          <a:ext cx="0" cy="0"/>
          <a:chOff x="0" y="0"/>
          <a:chExt cx="0" cy="0"/>
        </a:xfrm>
      </p:grpSpPr>
      <p:sp>
        <p:nvSpPr>
          <p:cNvPr id="5" name="page_title">
            <a:extLst>
              <a:ext uri="{FF2B5EF4-FFF2-40B4-BE49-F238E27FC236}">
                <a16:creationId xmlns:a16="http://schemas.microsoft.com/office/drawing/2014/main" id="{3A9FEFD7-2261-ED16-247A-08593673D7F1}"/>
              </a:ext>
            </a:extLst>
          </p:cNvPr>
          <p:cNvSpPr>
            <a:spLocks noGrp="1"/>
          </p:cNvSpPr>
          <p:nvPr>
            <p:ph type="body" sz="quarter" idx="10"/>
          </p:nvPr>
        </p:nvSpPr>
        <p:spPr>
          <a:xfrm>
            <a:off x="2950288" y="3047999"/>
            <a:ext cx="4005424" cy="762000"/>
          </a:xfrm>
          <a:prstGeom prst="rect">
            <a:avLst/>
          </a:prstGeom>
        </p:spPr>
        <p:txBody>
          <a:bodyPr anchor="ctr"/>
          <a:lstStyle>
            <a:lvl1pPr marL="0" indent="0" algn="ctr">
              <a:buNone/>
              <a:defRPr sz="2400" b="1"/>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F29103F3-C0D5-059F-4080-FE27820CDE3B}"/>
              </a:ext>
            </a:extLst>
          </p:cNvPr>
          <p:cNvSpPr>
            <a:spLocks noGrp="1"/>
          </p:cNvSpPr>
          <p:nvPr>
            <p:ph type="sldNum" sz="quarter" idx="1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DFCB0D00-0B24-262E-BEE6-F7AF8487AC84}"/>
              </a:ext>
            </a:extLst>
          </p:cNvPr>
          <p:cNvSpPr>
            <a:spLocks noGrp="1"/>
          </p:cNvSpPr>
          <p:nvPr>
            <p:ph type="dt" sz="half" idx="12"/>
          </p:nvPr>
        </p:nvSpPr>
        <p:spPr>
          <a:xfrm>
            <a:off x="681038" y="6356350"/>
            <a:ext cx="2228850" cy="365125"/>
          </a:xfrm>
          <a:prstGeom prst="rect">
            <a:avLst/>
          </a:prstGeom>
        </p:spPr>
        <p:txBody>
          <a:bodyPr/>
          <a:lstStyle/>
          <a:p>
            <a:fld id="{EACEBFA8-0CE5-4115-9575-1263EC206FCA}"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3EB95A35-0A79-EEEF-7B1D-2BDAD53678B6}"/>
              </a:ext>
            </a:extLst>
          </p:cNvPr>
          <p:cNvSpPr>
            <a:spLocks noGrp="1"/>
          </p:cNvSpPr>
          <p:nvPr>
            <p:ph type="ftr" sz="quarter" idx="13"/>
          </p:nvPr>
        </p:nvSpPr>
        <p:spPr/>
        <p:txBody>
          <a:bodyPr/>
          <a:lstStyle/>
          <a:p>
            <a:endParaRPr kumimoji="1" lang="ja-JP" altLang="en-US"/>
          </a:p>
        </p:txBody>
      </p:sp>
      <p:sp>
        <p:nvSpPr>
          <p:cNvPr id="7" name="box">
            <a:extLst>
              <a:ext uri="{FF2B5EF4-FFF2-40B4-BE49-F238E27FC236}">
                <a16:creationId xmlns:a16="http://schemas.microsoft.com/office/drawing/2014/main" id="{D5150CE5-F471-D31D-F4A3-65F56055EFE7}"/>
              </a:ext>
            </a:extLst>
          </p:cNvPr>
          <p:cNvSpPr>
            <a:spLocks noGrp="1" noRot="1" noMove="1" noResize="1" noEditPoints="1" noAdjustHandles="1" noChangeArrowheads="1" noChangeShapeType="1"/>
          </p:cNvSpPr>
          <p:nvPr userDrawn="1"/>
        </p:nvSpPr>
        <p:spPr>
          <a:xfrm>
            <a:off x="2950288" y="2672596"/>
            <a:ext cx="4005424" cy="1512807"/>
          </a:xfrm>
          <a:prstGeom prst="rect">
            <a:avLst/>
          </a:prstGeom>
          <a:noFill/>
          <a:ln w="38100">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3549643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aily_basic_v2">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3584267"/>
            <a:ext cx="8443764" cy="72576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0F7D2069-A591-4242-AB7A-5D40B0C97D1B}"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85856"/>
            <a:ext cx="8726050" cy="2784180"/>
          </a:xfrm>
          <a:prstGeom prst="rect">
            <a:avLst/>
          </a:prstGeom>
        </p:spPr>
        <p:txBody>
          <a:bodyPr/>
          <a:lstStyle/>
          <a:p>
            <a:endParaRPr kumimoji="1" lang="ja-JP" altLang="en-US"/>
          </a:p>
        </p:txBody>
      </p:sp>
      <p:sp>
        <p:nvSpPr>
          <p:cNvPr id="9" name="table_2">
            <a:extLst>
              <a:ext uri="{FF2B5EF4-FFF2-40B4-BE49-F238E27FC236}">
                <a16:creationId xmlns:a16="http://schemas.microsoft.com/office/drawing/2014/main" id="{165985BB-09F4-32A1-CFA9-C242367363BD}"/>
              </a:ext>
            </a:extLst>
          </p:cNvPr>
          <p:cNvSpPr>
            <a:spLocks noGrp="1"/>
          </p:cNvSpPr>
          <p:nvPr>
            <p:ph type="tbl" sz="quarter" idx="20"/>
          </p:nvPr>
        </p:nvSpPr>
        <p:spPr>
          <a:xfrm>
            <a:off x="589400" y="4462436"/>
            <a:ext cx="8443764" cy="725769"/>
          </a:xfrm>
          <a:prstGeom prst="rect">
            <a:avLst/>
          </a:prstGeom>
        </p:spPr>
        <p:txBody>
          <a:bodyPr/>
          <a:lstStyle/>
          <a:p>
            <a:endParaRPr kumimoji="1" lang="ja-JP" altLang="en-US" dirty="0"/>
          </a:p>
        </p:txBody>
      </p:sp>
      <p:sp>
        <p:nvSpPr>
          <p:cNvPr id="12" name="table_3">
            <a:extLst>
              <a:ext uri="{FF2B5EF4-FFF2-40B4-BE49-F238E27FC236}">
                <a16:creationId xmlns:a16="http://schemas.microsoft.com/office/drawing/2014/main" id="{52670C0F-B4AA-D1C3-D7DC-24145553CE74}"/>
              </a:ext>
            </a:extLst>
          </p:cNvPr>
          <p:cNvSpPr>
            <a:spLocks noGrp="1"/>
          </p:cNvSpPr>
          <p:nvPr>
            <p:ph type="tbl" sz="quarter" idx="21"/>
          </p:nvPr>
        </p:nvSpPr>
        <p:spPr>
          <a:xfrm>
            <a:off x="589400" y="5340605"/>
            <a:ext cx="9199450" cy="725769"/>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6" name="comment">
            <a:extLst>
              <a:ext uri="{FF2B5EF4-FFF2-40B4-BE49-F238E27FC236}">
                <a16:creationId xmlns:a16="http://schemas.microsoft.com/office/drawing/2014/main" id="{F776985B-6BE4-864C-17AD-CC2E8A8E1A97}"/>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1479492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aily_basic_v2_no_comment">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3584267"/>
            <a:ext cx="8443764" cy="72576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0F7D2069-A591-4242-AB7A-5D40B0C97D1B}"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85856"/>
            <a:ext cx="8726050" cy="2784180"/>
          </a:xfrm>
          <a:prstGeom prst="rect">
            <a:avLst/>
          </a:prstGeom>
        </p:spPr>
        <p:txBody>
          <a:bodyPr/>
          <a:lstStyle/>
          <a:p>
            <a:endParaRPr kumimoji="1" lang="ja-JP" altLang="en-US"/>
          </a:p>
        </p:txBody>
      </p:sp>
      <p:sp>
        <p:nvSpPr>
          <p:cNvPr id="9" name="table_2">
            <a:extLst>
              <a:ext uri="{FF2B5EF4-FFF2-40B4-BE49-F238E27FC236}">
                <a16:creationId xmlns:a16="http://schemas.microsoft.com/office/drawing/2014/main" id="{165985BB-09F4-32A1-CFA9-C242367363BD}"/>
              </a:ext>
            </a:extLst>
          </p:cNvPr>
          <p:cNvSpPr>
            <a:spLocks noGrp="1"/>
          </p:cNvSpPr>
          <p:nvPr>
            <p:ph type="tbl" sz="quarter" idx="20"/>
          </p:nvPr>
        </p:nvSpPr>
        <p:spPr>
          <a:xfrm>
            <a:off x="589400" y="4462436"/>
            <a:ext cx="8443764" cy="725769"/>
          </a:xfrm>
          <a:prstGeom prst="rect">
            <a:avLst/>
          </a:prstGeom>
        </p:spPr>
        <p:txBody>
          <a:bodyPr/>
          <a:lstStyle/>
          <a:p>
            <a:endParaRPr kumimoji="1" lang="ja-JP" altLang="en-US" dirty="0"/>
          </a:p>
        </p:txBody>
      </p:sp>
      <p:sp>
        <p:nvSpPr>
          <p:cNvPr id="12" name="table_3">
            <a:extLst>
              <a:ext uri="{FF2B5EF4-FFF2-40B4-BE49-F238E27FC236}">
                <a16:creationId xmlns:a16="http://schemas.microsoft.com/office/drawing/2014/main" id="{52670C0F-B4AA-D1C3-D7DC-24145553CE74}"/>
              </a:ext>
            </a:extLst>
          </p:cNvPr>
          <p:cNvSpPr>
            <a:spLocks noGrp="1"/>
          </p:cNvSpPr>
          <p:nvPr>
            <p:ph type="tbl" sz="quarter" idx="21"/>
          </p:nvPr>
        </p:nvSpPr>
        <p:spPr>
          <a:xfrm>
            <a:off x="589400" y="5340605"/>
            <a:ext cx="9199450" cy="725769"/>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98925844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ec_kpi_v2">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937442"/>
            <a:ext cx="8726050" cy="177502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8A85527C-8B05-45F3-BA18-6D546C4D4DA4}"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2503104"/>
            <a:ext cx="8726050" cy="2320636"/>
          </a:xfrm>
          <a:prstGeom prst="rect">
            <a:avLst/>
          </a:prstGeom>
        </p:spPr>
        <p:txBody>
          <a:bodyPr/>
          <a:lstStyle/>
          <a:p>
            <a:endParaRPr kumimoji="1" lang="ja-JP" altLang="en-US" dirty="0"/>
          </a:p>
        </p:txBody>
      </p:sp>
      <p:sp>
        <p:nvSpPr>
          <p:cNvPr id="9" name="table_2">
            <a:extLst>
              <a:ext uri="{FF2B5EF4-FFF2-40B4-BE49-F238E27FC236}">
                <a16:creationId xmlns:a16="http://schemas.microsoft.com/office/drawing/2014/main" id="{165985BB-09F4-32A1-CFA9-C242367363BD}"/>
              </a:ext>
            </a:extLst>
          </p:cNvPr>
          <p:cNvSpPr>
            <a:spLocks noGrp="1"/>
          </p:cNvSpPr>
          <p:nvPr>
            <p:ph type="tbl" sz="quarter" idx="20"/>
          </p:nvPr>
        </p:nvSpPr>
        <p:spPr>
          <a:xfrm>
            <a:off x="624717" y="4457701"/>
            <a:ext cx="8726050" cy="1677328"/>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6" name="comment">
            <a:extLst>
              <a:ext uri="{FF2B5EF4-FFF2-40B4-BE49-F238E27FC236}">
                <a16:creationId xmlns:a16="http://schemas.microsoft.com/office/drawing/2014/main" id="{04050084-A8AF-E1B6-B820-43A6EF46F840}"/>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02078476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ec_kpi_v2_no_comment">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937442"/>
            <a:ext cx="8726050" cy="177502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8A85527C-8B05-45F3-BA18-6D546C4D4DA4}"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2503104"/>
            <a:ext cx="8726050" cy="2320636"/>
          </a:xfrm>
          <a:prstGeom prst="rect">
            <a:avLst/>
          </a:prstGeom>
        </p:spPr>
        <p:txBody>
          <a:bodyPr/>
          <a:lstStyle/>
          <a:p>
            <a:endParaRPr kumimoji="1" lang="ja-JP" altLang="en-US" dirty="0"/>
          </a:p>
        </p:txBody>
      </p:sp>
      <p:sp>
        <p:nvSpPr>
          <p:cNvPr id="9" name="table_2">
            <a:extLst>
              <a:ext uri="{FF2B5EF4-FFF2-40B4-BE49-F238E27FC236}">
                <a16:creationId xmlns:a16="http://schemas.microsoft.com/office/drawing/2014/main" id="{165985BB-09F4-32A1-CFA9-C242367363BD}"/>
              </a:ext>
            </a:extLst>
          </p:cNvPr>
          <p:cNvSpPr>
            <a:spLocks noGrp="1"/>
          </p:cNvSpPr>
          <p:nvPr>
            <p:ph type="tbl" sz="quarter" idx="20"/>
          </p:nvPr>
        </p:nvSpPr>
        <p:spPr>
          <a:xfrm>
            <a:off x="624717" y="4457701"/>
            <a:ext cx="8726050" cy="1677328"/>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78019022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ec_cart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937441"/>
            <a:ext cx="8726050" cy="2571071"/>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A8FD0B11-9424-45B0-BBE5-DC34A9A5B752}"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3688088"/>
            <a:ext cx="8726050" cy="2556948"/>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7" name="comment">
            <a:extLst>
              <a:ext uri="{FF2B5EF4-FFF2-40B4-BE49-F238E27FC236}">
                <a16:creationId xmlns:a16="http://schemas.microsoft.com/office/drawing/2014/main" id="{9F592A3F-2835-400E-597A-577129C87F4A}"/>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765062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ec_cart_v2_no_comment">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937441"/>
            <a:ext cx="8726050" cy="2571071"/>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A8FD0B11-9424-45B0-BBE5-DC34A9A5B752}"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3688088"/>
            <a:ext cx="8726050" cy="2556948"/>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316748251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ec_cart_abandonment_v2">
    <p:spTree>
      <p:nvGrpSpPr>
        <p:cNvPr id="1" name=""/>
        <p:cNvGrpSpPr/>
        <p:nvPr/>
      </p:nvGrpSpPr>
      <p:grpSpPr>
        <a:xfrm>
          <a:off x="0" y="0"/>
          <a:ext cx="0" cy="0"/>
          <a:chOff x="0" y="0"/>
          <a:chExt cx="0" cy="0"/>
        </a:xfrm>
      </p:grpSpPr>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859879"/>
            <a:ext cx="8726050" cy="2961458"/>
          </a:xfrm>
          <a:prstGeom prst="rect">
            <a:avLst/>
          </a:prstGeom>
        </p:spPr>
        <p:txBody>
          <a:bodyPr/>
          <a:lstStyle/>
          <a:p>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3354198"/>
            <a:ext cx="8726050" cy="2812664"/>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D25F74B0-D790-44FB-9531-E9DE68002076}"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6" name="comment">
            <a:extLst>
              <a:ext uri="{FF2B5EF4-FFF2-40B4-BE49-F238E27FC236}">
                <a16:creationId xmlns:a16="http://schemas.microsoft.com/office/drawing/2014/main" id="{284ECB05-7714-3265-31A9-A36693651C9A}"/>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18055836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ec_cart_abandonment_v2_no_comment">
    <p:spTree>
      <p:nvGrpSpPr>
        <p:cNvPr id="1" name=""/>
        <p:cNvGrpSpPr/>
        <p:nvPr/>
      </p:nvGrpSpPr>
      <p:grpSpPr>
        <a:xfrm>
          <a:off x="0" y="0"/>
          <a:ext cx="0" cy="0"/>
          <a:chOff x="0" y="0"/>
          <a:chExt cx="0" cy="0"/>
        </a:xfrm>
      </p:grpSpPr>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859879"/>
            <a:ext cx="8726050" cy="2961458"/>
          </a:xfrm>
          <a:prstGeom prst="rect">
            <a:avLst/>
          </a:prstGeom>
        </p:spPr>
        <p:txBody>
          <a:bodyPr/>
          <a:lstStyle/>
          <a:p>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3354198"/>
            <a:ext cx="8726050" cy="2812664"/>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D25F74B0-D790-44FB-9531-E9DE68002076}"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312893516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monthly_device_category_v2">
    <p:spTree>
      <p:nvGrpSpPr>
        <p:cNvPr id="1" name=""/>
        <p:cNvGrpSpPr/>
        <p:nvPr/>
      </p:nvGrpSpPr>
      <p:grpSpPr>
        <a:xfrm>
          <a:off x="0" y="0"/>
          <a:ext cx="0" cy="0"/>
          <a:chOff x="0" y="0"/>
          <a:chExt cx="0" cy="0"/>
        </a:xfrm>
      </p:grpSpPr>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937442"/>
            <a:ext cx="8726050" cy="2961458"/>
          </a:xfrm>
          <a:prstGeom prst="rect">
            <a:avLst/>
          </a:prstGeom>
        </p:spPr>
        <p:txBody>
          <a:bodyPr/>
          <a:lstStyle/>
          <a:p>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3601129"/>
            <a:ext cx="8726050" cy="2491558"/>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41148F5-2335-4380-BF61-CB623A00DD9B}"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7" name="comment">
            <a:extLst>
              <a:ext uri="{FF2B5EF4-FFF2-40B4-BE49-F238E27FC236}">
                <a16:creationId xmlns:a16="http://schemas.microsoft.com/office/drawing/2014/main" id="{BAF2F480-2285-ECB2-7559-B2B3E3D78CB5}"/>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24812489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monthly_device_category_v2_no_comment">
    <p:spTree>
      <p:nvGrpSpPr>
        <p:cNvPr id="1" name=""/>
        <p:cNvGrpSpPr/>
        <p:nvPr/>
      </p:nvGrpSpPr>
      <p:grpSpPr>
        <a:xfrm>
          <a:off x="0" y="0"/>
          <a:ext cx="0" cy="0"/>
          <a:chOff x="0" y="0"/>
          <a:chExt cx="0" cy="0"/>
        </a:xfrm>
      </p:grpSpPr>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937442"/>
            <a:ext cx="8726050" cy="2961458"/>
          </a:xfrm>
          <a:prstGeom prst="rect">
            <a:avLst/>
          </a:prstGeom>
        </p:spPr>
        <p:txBody>
          <a:bodyPr/>
          <a:lstStyle/>
          <a:p>
            <a:endParaRPr kumimoji="1" lang="ja-JP" altLang="en-US" dirty="0"/>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624717" y="3601129"/>
            <a:ext cx="8726050" cy="2491558"/>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41148F5-2335-4380-BF61-CB623A00DD9B}"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266837759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ec_channel_summary_v2">
    <p:spTree>
      <p:nvGrpSpPr>
        <p:cNvPr id="1" name=""/>
        <p:cNvGrpSpPr/>
        <p:nvPr/>
      </p:nvGrpSpPr>
      <p:grpSpPr>
        <a:xfrm>
          <a:off x="0" y="0"/>
          <a:ext cx="0" cy="0"/>
          <a:chOff x="0" y="0"/>
          <a:chExt cx="0" cy="0"/>
        </a:xfrm>
      </p:grpSpPr>
      <p:sp>
        <p:nvSpPr>
          <p:cNvPr id="11" name="graph_1">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937442"/>
            <a:ext cx="4328283" cy="522942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4E37DE7A-E45F-4D81-8C6F-531D4F58FD3C}"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6" name="graph_2">
            <a:extLst>
              <a:ext uri="{FF2B5EF4-FFF2-40B4-BE49-F238E27FC236}">
                <a16:creationId xmlns:a16="http://schemas.microsoft.com/office/drawing/2014/main" id="{CEF633F6-5BF9-C537-9D03-465D58ABF671}"/>
              </a:ext>
            </a:extLst>
          </p:cNvPr>
          <p:cNvSpPr>
            <a:spLocks noGrp="1"/>
          </p:cNvSpPr>
          <p:nvPr>
            <p:ph type="chart" sz="quarter" idx="18"/>
          </p:nvPr>
        </p:nvSpPr>
        <p:spPr>
          <a:xfrm>
            <a:off x="5092700" y="937442"/>
            <a:ext cx="4328283" cy="5229420"/>
          </a:xfrm>
          <a:prstGeom prst="rect">
            <a:avLst/>
          </a:prstGeom>
        </p:spPr>
        <p:txBody>
          <a:bodyPr/>
          <a:lstStyle/>
          <a:p>
            <a:endParaRPr kumimoji="1" lang="ja-JP" altLang="en-US" dirty="0"/>
          </a:p>
        </p:txBody>
      </p:sp>
      <p:sp>
        <p:nvSpPr>
          <p:cNvPr id="7" name="comment">
            <a:extLst>
              <a:ext uri="{FF2B5EF4-FFF2-40B4-BE49-F238E27FC236}">
                <a16:creationId xmlns:a16="http://schemas.microsoft.com/office/drawing/2014/main" id="{AF9C2EC2-2E12-6B8B-87A7-CE9419649E6C}"/>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13120316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ec_channel_summary_v2_no_comment">
    <p:spTree>
      <p:nvGrpSpPr>
        <p:cNvPr id="1" name=""/>
        <p:cNvGrpSpPr/>
        <p:nvPr/>
      </p:nvGrpSpPr>
      <p:grpSpPr>
        <a:xfrm>
          <a:off x="0" y="0"/>
          <a:ext cx="0" cy="0"/>
          <a:chOff x="0" y="0"/>
          <a:chExt cx="0" cy="0"/>
        </a:xfrm>
      </p:grpSpPr>
      <p:sp>
        <p:nvSpPr>
          <p:cNvPr id="11" name="graph_1">
            <a:extLst>
              <a:ext uri="{FF2B5EF4-FFF2-40B4-BE49-F238E27FC236}">
                <a16:creationId xmlns:a16="http://schemas.microsoft.com/office/drawing/2014/main" id="{03C2C06A-ABC2-65CC-02CB-C15972158C49}"/>
              </a:ext>
            </a:extLst>
          </p:cNvPr>
          <p:cNvSpPr>
            <a:spLocks noGrp="1"/>
          </p:cNvSpPr>
          <p:nvPr>
            <p:ph type="chart" sz="quarter" idx="17"/>
          </p:nvPr>
        </p:nvSpPr>
        <p:spPr>
          <a:xfrm>
            <a:off x="624717" y="937442"/>
            <a:ext cx="4328283" cy="522942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4E37DE7A-E45F-4D81-8C6F-531D4F58FD3C}"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DBAD7E64-49AC-A9E6-AB21-56B703E49898}"/>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6" name="graph_2">
            <a:extLst>
              <a:ext uri="{FF2B5EF4-FFF2-40B4-BE49-F238E27FC236}">
                <a16:creationId xmlns:a16="http://schemas.microsoft.com/office/drawing/2014/main" id="{CEF633F6-5BF9-C537-9D03-465D58ABF671}"/>
              </a:ext>
            </a:extLst>
          </p:cNvPr>
          <p:cNvSpPr>
            <a:spLocks noGrp="1"/>
          </p:cNvSpPr>
          <p:nvPr>
            <p:ph type="chart" sz="quarter" idx="18"/>
          </p:nvPr>
        </p:nvSpPr>
        <p:spPr>
          <a:xfrm>
            <a:off x="5092700" y="937442"/>
            <a:ext cx="4328283" cy="5229420"/>
          </a:xfrm>
          <a:prstGeom prst="rect">
            <a:avLst/>
          </a:prstGeom>
        </p:spPr>
        <p:txBody>
          <a:bodyPr/>
          <a:lstStyle/>
          <a:p>
            <a:endParaRPr kumimoji="1" lang="ja-JP" altLang="en-US" dirty="0"/>
          </a:p>
        </p:txBody>
      </p:sp>
    </p:spTree>
    <p:extLst>
      <p:ext uri="{BB962C8B-B14F-4D97-AF65-F5344CB8AC3E}">
        <p14:creationId xmlns:p14="http://schemas.microsoft.com/office/powerpoint/2010/main" val="213900466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monthly_basic_v2">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3584267"/>
            <a:ext cx="8726710" cy="130176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8" name="table_2">
            <a:extLst>
              <a:ext uri="{FF2B5EF4-FFF2-40B4-BE49-F238E27FC236}">
                <a16:creationId xmlns:a16="http://schemas.microsoft.com/office/drawing/2014/main" id="{6A5C14E4-C9F1-F5B4-D229-76AF34A368CB}"/>
              </a:ext>
            </a:extLst>
          </p:cNvPr>
          <p:cNvSpPr>
            <a:spLocks noGrp="1"/>
          </p:cNvSpPr>
          <p:nvPr>
            <p:ph type="tbl" sz="quarter" idx="16"/>
          </p:nvPr>
        </p:nvSpPr>
        <p:spPr>
          <a:xfrm>
            <a:off x="589400" y="4970308"/>
            <a:ext cx="8726710" cy="1301769"/>
          </a:xfrm>
          <a:prstGeom prst="rect">
            <a:avLst/>
          </a:prstGeom>
        </p:spPr>
        <p:txBody>
          <a:bodyPr/>
          <a:lstStyle/>
          <a:p>
            <a:endParaRPr kumimoji="1" lang="ja-JP" altLang="en-US" dirty="0"/>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85856"/>
            <a:ext cx="8726050" cy="2784180"/>
          </a:xfrm>
          <a:prstGeom prst="rect">
            <a:avLst/>
          </a:prstGeom>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7" name="comment">
            <a:extLst>
              <a:ext uri="{FF2B5EF4-FFF2-40B4-BE49-F238E27FC236}">
                <a16:creationId xmlns:a16="http://schemas.microsoft.com/office/drawing/2014/main" id="{95D2078F-7F6B-7EAF-7AAC-5178117E42A6}"/>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16890903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onthly_basic_v2_no_comment">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3584267"/>
            <a:ext cx="8726710" cy="130176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8" name="table_2">
            <a:extLst>
              <a:ext uri="{FF2B5EF4-FFF2-40B4-BE49-F238E27FC236}">
                <a16:creationId xmlns:a16="http://schemas.microsoft.com/office/drawing/2014/main" id="{6A5C14E4-C9F1-F5B4-D229-76AF34A368CB}"/>
              </a:ext>
            </a:extLst>
          </p:cNvPr>
          <p:cNvSpPr>
            <a:spLocks noGrp="1"/>
          </p:cNvSpPr>
          <p:nvPr>
            <p:ph type="tbl" sz="quarter" idx="16"/>
          </p:nvPr>
        </p:nvSpPr>
        <p:spPr>
          <a:xfrm>
            <a:off x="589400" y="4970308"/>
            <a:ext cx="8726710" cy="1301769"/>
          </a:xfrm>
          <a:prstGeom prst="rect">
            <a:avLst/>
          </a:prstGeom>
        </p:spPr>
        <p:txBody>
          <a:bodyPr/>
          <a:lstStyle/>
          <a:p>
            <a:endParaRPr kumimoji="1" lang="ja-JP" altLang="en-US" dirty="0"/>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85856"/>
            <a:ext cx="8726050" cy="2784180"/>
          </a:xfrm>
          <a:prstGeom prst="rect">
            <a:avLst/>
          </a:prstGeom>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406518047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age_v2">
    <p:spTree>
      <p:nvGrpSpPr>
        <p:cNvPr id="1" name=""/>
        <p:cNvGrpSpPr/>
        <p:nvPr/>
      </p:nvGrpSpPr>
      <p:grpSpPr>
        <a:xfrm>
          <a:off x="0" y="0"/>
          <a:ext cx="0" cy="0"/>
          <a:chOff x="0" y="0"/>
          <a:chExt cx="0" cy="0"/>
        </a:xfrm>
      </p:grpSpPr>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4011930" y="977899"/>
            <a:ext cx="5304182" cy="4189059"/>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77899"/>
            <a:ext cx="3113919" cy="4908551"/>
          </a:xfrm>
          <a:prstGeom prst="rect">
            <a:avLst/>
          </a:prstGeom>
        </p:spPr>
        <p:txBody>
          <a:bodyPr/>
          <a:lstStyle/>
          <a:p>
            <a:endParaRPr kumimoji="1" lang="ja-JP" altLang="en-US"/>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4743940" y="5192295"/>
            <a:ext cx="3840161" cy="592000"/>
          </a:xfrm>
          <a:prstGeom prst="rect">
            <a:avLst/>
          </a:prstGeom>
        </p:spPr>
        <p:txBody>
          <a:bodyPr/>
          <a:lstStyle>
            <a:lvl1pPr marL="0" indent="0">
              <a:spcBef>
                <a:spcPts val="0"/>
              </a:spcBef>
              <a:buNone/>
              <a:defRPr sz="1000">
                <a:latin typeface="+mj-lt"/>
              </a:defRPr>
            </a:lvl1pPr>
          </a:lstStyle>
          <a:p>
            <a:pPr lvl="0"/>
            <a:endParaRPr kumimoji="1" lang="ja-JP" altLang="en-US"/>
          </a:p>
        </p:txBody>
      </p:sp>
      <p:sp>
        <p:nvSpPr>
          <p:cNvPr id="3" name="スライド番号プレースホルダー 2">
            <a:extLst>
              <a:ext uri="{FF2B5EF4-FFF2-40B4-BE49-F238E27FC236}">
                <a16:creationId xmlns:a16="http://schemas.microsoft.com/office/drawing/2014/main" id="{56388462-34E5-CB04-36C6-48EBEAE0D773}"/>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22DB8A0F-A954-6C2A-B056-AA11151234A4}"/>
              </a:ext>
            </a:extLst>
          </p:cNvPr>
          <p:cNvSpPr>
            <a:spLocks noGrp="1"/>
          </p:cNvSpPr>
          <p:nvPr>
            <p:ph type="dt" sz="half" idx="16"/>
          </p:nvPr>
        </p:nvSpPr>
        <p:spPr>
          <a:xfrm>
            <a:off x="681038" y="6356350"/>
            <a:ext cx="2228850" cy="365125"/>
          </a:xfrm>
          <a:prstGeom prst="rect">
            <a:avLst/>
          </a:prstGeom>
        </p:spPr>
        <p:txBody>
          <a:bodyPr/>
          <a:lstStyle/>
          <a:p>
            <a:fld id="{1C9646CF-3BA8-49D2-9054-9691A53BA7F2}"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4D3E658A-4A6C-14B3-41DB-BBBE3374E5FC}"/>
              </a:ext>
            </a:extLst>
          </p:cNvPr>
          <p:cNvSpPr>
            <a:spLocks noGrp="1"/>
          </p:cNvSpPr>
          <p:nvPr>
            <p:ph type="ftr" sz="quarter" idx="17"/>
          </p:nvPr>
        </p:nvSpPr>
        <p:spPr/>
        <p:txBody>
          <a:bodyPr/>
          <a:lstStyle/>
          <a:p>
            <a:endParaRPr kumimoji="1" lang="ja-JP" altLang="en-US"/>
          </a:p>
        </p:txBody>
      </p:sp>
      <p:sp>
        <p:nvSpPr>
          <p:cNvPr id="8" name="page_title">
            <a:extLst>
              <a:ext uri="{FF2B5EF4-FFF2-40B4-BE49-F238E27FC236}">
                <a16:creationId xmlns:a16="http://schemas.microsoft.com/office/drawing/2014/main" id="{9DCBF160-3A58-10FF-C094-A9836B075E02}"/>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A5D4C766-821D-CC43-1A97-C68D01BAF69C}"/>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84066392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page_v2_no_comment">
    <p:spTree>
      <p:nvGrpSpPr>
        <p:cNvPr id="1" name=""/>
        <p:cNvGrpSpPr/>
        <p:nvPr/>
      </p:nvGrpSpPr>
      <p:grpSpPr>
        <a:xfrm>
          <a:off x="0" y="0"/>
          <a:ext cx="0" cy="0"/>
          <a:chOff x="0" y="0"/>
          <a:chExt cx="0" cy="0"/>
        </a:xfrm>
      </p:grpSpPr>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4011930" y="977899"/>
            <a:ext cx="5304182" cy="4189059"/>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977899"/>
            <a:ext cx="3113919" cy="4908551"/>
          </a:xfrm>
          <a:prstGeom prst="rect">
            <a:avLst/>
          </a:prstGeom>
        </p:spPr>
        <p:txBody>
          <a:bodyPr/>
          <a:lstStyle/>
          <a:p>
            <a:endParaRPr kumimoji="1" lang="ja-JP" altLang="en-US"/>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4743940" y="5192295"/>
            <a:ext cx="3840161" cy="592000"/>
          </a:xfrm>
          <a:prstGeom prst="rect">
            <a:avLst/>
          </a:prstGeom>
        </p:spPr>
        <p:txBody>
          <a:bodyPr/>
          <a:lstStyle>
            <a:lvl1pPr marL="0" indent="0">
              <a:spcBef>
                <a:spcPts val="0"/>
              </a:spcBef>
              <a:buNone/>
              <a:defRPr sz="1000">
                <a:latin typeface="+mj-lt"/>
              </a:defRPr>
            </a:lvl1pPr>
          </a:lstStyle>
          <a:p>
            <a:pPr lvl="0"/>
            <a:endParaRPr kumimoji="1" lang="ja-JP" altLang="en-US"/>
          </a:p>
        </p:txBody>
      </p:sp>
      <p:sp>
        <p:nvSpPr>
          <p:cNvPr id="3" name="スライド番号プレースホルダー 2">
            <a:extLst>
              <a:ext uri="{FF2B5EF4-FFF2-40B4-BE49-F238E27FC236}">
                <a16:creationId xmlns:a16="http://schemas.microsoft.com/office/drawing/2014/main" id="{56388462-34E5-CB04-36C6-48EBEAE0D773}"/>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22DB8A0F-A954-6C2A-B056-AA11151234A4}"/>
              </a:ext>
            </a:extLst>
          </p:cNvPr>
          <p:cNvSpPr>
            <a:spLocks noGrp="1"/>
          </p:cNvSpPr>
          <p:nvPr>
            <p:ph type="dt" sz="half" idx="16"/>
          </p:nvPr>
        </p:nvSpPr>
        <p:spPr>
          <a:xfrm>
            <a:off x="681038" y="6356350"/>
            <a:ext cx="2228850" cy="365125"/>
          </a:xfrm>
          <a:prstGeom prst="rect">
            <a:avLst/>
          </a:prstGeom>
        </p:spPr>
        <p:txBody>
          <a:bodyPr/>
          <a:lstStyle/>
          <a:p>
            <a:fld id="{1C9646CF-3BA8-49D2-9054-9691A53BA7F2}"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4D3E658A-4A6C-14B3-41DB-BBBE3374E5FC}"/>
              </a:ext>
            </a:extLst>
          </p:cNvPr>
          <p:cNvSpPr>
            <a:spLocks noGrp="1"/>
          </p:cNvSpPr>
          <p:nvPr>
            <p:ph type="ftr" sz="quarter" idx="17"/>
          </p:nvPr>
        </p:nvSpPr>
        <p:spPr/>
        <p:txBody>
          <a:bodyPr/>
          <a:lstStyle/>
          <a:p>
            <a:endParaRPr kumimoji="1" lang="ja-JP" altLang="en-US"/>
          </a:p>
        </p:txBody>
      </p:sp>
      <p:sp>
        <p:nvSpPr>
          <p:cNvPr id="8" name="page_title">
            <a:extLst>
              <a:ext uri="{FF2B5EF4-FFF2-40B4-BE49-F238E27FC236}">
                <a16:creationId xmlns:a16="http://schemas.microsoft.com/office/drawing/2014/main" id="{9DCBF160-3A58-10FF-C094-A9836B075E02}"/>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152626767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able_big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1085855"/>
            <a:ext cx="8726710" cy="514868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1C88358-4676-4A7A-8E0A-EA2769BD25D4}"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ECD3269E-100B-A558-3EC0-19F67647572B}"/>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157265234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able_big_v2_no_comment">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1085855"/>
            <a:ext cx="8726710" cy="514868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1C88358-4676-4A7A-8E0A-EA2769BD25D4}"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20168011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graph_big_v2">
    <p:spTree>
      <p:nvGrpSpPr>
        <p:cNvPr id="1" name=""/>
        <p:cNvGrpSpPr/>
        <p:nvPr/>
      </p:nvGrpSpPr>
      <p:grpSpPr>
        <a:xfrm>
          <a:off x="0" y="0"/>
          <a:ext cx="0" cy="0"/>
          <a:chOff x="0" y="0"/>
          <a:chExt cx="0" cy="0"/>
        </a:xfrm>
      </p:grpSpPr>
      <p:sp>
        <p:nvSpPr>
          <p:cNvPr id="12" name="graph">
            <a:extLst>
              <a:ext uri="{FF2B5EF4-FFF2-40B4-BE49-F238E27FC236}">
                <a16:creationId xmlns:a16="http://schemas.microsoft.com/office/drawing/2014/main" id="{40247CAB-DF00-0192-7741-0AB4A3D68095}"/>
              </a:ext>
            </a:extLst>
          </p:cNvPr>
          <p:cNvSpPr>
            <a:spLocks noGrp="1"/>
          </p:cNvSpPr>
          <p:nvPr>
            <p:ph type="chart" sz="quarter" idx="17"/>
          </p:nvPr>
        </p:nvSpPr>
        <p:spPr>
          <a:xfrm>
            <a:off x="589400" y="1085856"/>
            <a:ext cx="8726050" cy="514868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55DCDF47-C861-4A84-878D-AED249085F2E}"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319E60C2-99D0-9BD1-313A-8C9F22ABBC0A}"/>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94860681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graph_big_v2_no_comment">
    <p:spTree>
      <p:nvGrpSpPr>
        <p:cNvPr id="1" name=""/>
        <p:cNvGrpSpPr/>
        <p:nvPr/>
      </p:nvGrpSpPr>
      <p:grpSpPr>
        <a:xfrm>
          <a:off x="0" y="0"/>
          <a:ext cx="0" cy="0"/>
          <a:chOff x="0" y="0"/>
          <a:chExt cx="0" cy="0"/>
        </a:xfrm>
      </p:grpSpPr>
      <p:sp>
        <p:nvSpPr>
          <p:cNvPr id="12" name="graph">
            <a:extLst>
              <a:ext uri="{FF2B5EF4-FFF2-40B4-BE49-F238E27FC236}">
                <a16:creationId xmlns:a16="http://schemas.microsoft.com/office/drawing/2014/main" id="{40247CAB-DF00-0192-7741-0AB4A3D68095}"/>
              </a:ext>
            </a:extLst>
          </p:cNvPr>
          <p:cNvSpPr>
            <a:spLocks noGrp="1"/>
          </p:cNvSpPr>
          <p:nvPr>
            <p:ph type="chart" sz="quarter" idx="17"/>
          </p:nvPr>
        </p:nvSpPr>
        <p:spPr>
          <a:xfrm>
            <a:off x="589400" y="1085856"/>
            <a:ext cx="8726050" cy="514868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55DCDF47-C861-4A84-878D-AED249085F2E}"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page_title">
            <a:extLst>
              <a:ext uri="{FF2B5EF4-FFF2-40B4-BE49-F238E27FC236}">
                <a16:creationId xmlns:a16="http://schemas.microsoft.com/office/drawing/2014/main" id="{B6DE10DF-6371-0662-CD3E-118A5FADD637}"/>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406294099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ec_attribute_v2">
    <p:spTree>
      <p:nvGrpSpPr>
        <p:cNvPr id="1" name=""/>
        <p:cNvGrpSpPr/>
        <p:nvPr/>
      </p:nvGrpSpPr>
      <p:grpSpPr>
        <a:xfrm>
          <a:off x="0" y="0"/>
          <a:ext cx="0" cy="0"/>
          <a:chOff x="0" y="0"/>
          <a:chExt cx="0" cy="0"/>
        </a:xfrm>
      </p:grpSpPr>
      <p:sp>
        <p:nvSpPr>
          <p:cNvPr id="21" name="graph1">
            <a:extLst>
              <a:ext uri="{FF2B5EF4-FFF2-40B4-BE49-F238E27FC236}">
                <a16:creationId xmlns:a16="http://schemas.microsoft.com/office/drawing/2014/main" id="{FB15A292-5B86-771F-25AC-2E6A33588636}"/>
              </a:ext>
            </a:extLst>
          </p:cNvPr>
          <p:cNvSpPr>
            <a:spLocks noGrp="1"/>
          </p:cNvSpPr>
          <p:nvPr>
            <p:ph type="chart" sz="quarter" idx="15"/>
          </p:nvPr>
        </p:nvSpPr>
        <p:spPr>
          <a:xfrm>
            <a:off x="561101" y="1068672"/>
            <a:ext cx="8783798" cy="1970775"/>
          </a:xfrm>
          <a:prstGeom prst="rect">
            <a:avLst/>
          </a:prstGeom>
        </p:spPr>
        <p:txBody>
          <a:bodyPr/>
          <a:lstStyle/>
          <a:p>
            <a:endParaRPr kumimoji="1" lang="ja-JP" altLang="en-US" dirty="0"/>
          </a:p>
        </p:txBody>
      </p:sp>
      <p:sp>
        <p:nvSpPr>
          <p:cNvPr id="4" name="graph_title_2">
            <a:extLst>
              <a:ext uri="{FF2B5EF4-FFF2-40B4-BE49-F238E27FC236}">
                <a16:creationId xmlns:a16="http://schemas.microsoft.com/office/drawing/2014/main" id="{D2C94AC1-7069-6080-A24C-9D06967FD785}"/>
              </a:ext>
            </a:extLst>
          </p:cNvPr>
          <p:cNvSpPr>
            <a:spLocks noGrp="1"/>
          </p:cNvSpPr>
          <p:nvPr>
            <p:ph type="body" sz="quarter" idx="21"/>
          </p:nvPr>
        </p:nvSpPr>
        <p:spPr>
          <a:xfrm>
            <a:off x="348166" y="3436651"/>
            <a:ext cx="2243716" cy="417600"/>
          </a:xfrm>
          <a:prstGeom prst="rect">
            <a:avLst/>
          </a:prstGeom>
        </p:spPr>
        <p:txBody>
          <a:bodyPr anchor="ctr"/>
          <a:lstStyle>
            <a:lvl1pPr marL="0" indent="0" algn="ctr">
              <a:buNone/>
              <a:defRPr sz="1600" b="1"/>
            </a:lvl1pPr>
          </a:lstStyle>
          <a:p>
            <a:pPr lvl="0"/>
            <a:endParaRPr kumimoji="1" lang="ja-JP" altLang="en-US" dirty="0"/>
          </a:p>
        </p:txBody>
      </p:sp>
      <p:sp>
        <p:nvSpPr>
          <p:cNvPr id="8" name="graph_title_1">
            <a:extLst>
              <a:ext uri="{FF2B5EF4-FFF2-40B4-BE49-F238E27FC236}">
                <a16:creationId xmlns:a16="http://schemas.microsoft.com/office/drawing/2014/main" id="{0D8C2BA8-89E4-8092-AD34-316DCA2245B6}"/>
              </a:ext>
            </a:extLst>
          </p:cNvPr>
          <p:cNvSpPr>
            <a:spLocks noGrp="1"/>
          </p:cNvSpPr>
          <p:nvPr>
            <p:ph type="body" sz="quarter" idx="22"/>
          </p:nvPr>
        </p:nvSpPr>
        <p:spPr>
          <a:xfrm>
            <a:off x="348165" y="979562"/>
            <a:ext cx="2243717" cy="417727"/>
          </a:xfrm>
          <a:prstGeom prst="rect">
            <a:avLst/>
          </a:prstGeom>
        </p:spPr>
        <p:txBody>
          <a:bodyPr anchor="ctr"/>
          <a:lstStyle>
            <a:lvl1pPr marL="0" indent="0" algn="ctr">
              <a:buNone/>
              <a:defRPr sz="1600" b="1"/>
            </a:lvl1pPr>
          </a:lstStyle>
          <a:p>
            <a:pPr lvl="0"/>
            <a:endParaRPr kumimoji="1" lang="ja-JP" altLang="en-US" dirty="0"/>
          </a:p>
        </p:txBody>
      </p:sp>
      <p:sp>
        <p:nvSpPr>
          <p:cNvPr id="6" name="graph2">
            <a:extLst>
              <a:ext uri="{FF2B5EF4-FFF2-40B4-BE49-F238E27FC236}">
                <a16:creationId xmlns:a16="http://schemas.microsoft.com/office/drawing/2014/main" id="{3597A15B-386A-84DC-2606-E47774F74BD0}"/>
              </a:ext>
            </a:extLst>
          </p:cNvPr>
          <p:cNvSpPr>
            <a:spLocks noGrp="1"/>
          </p:cNvSpPr>
          <p:nvPr>
            <p:ph type="chart" sz="quarter" idx="20"/>
          </p:nvPr>
        </p:nvSpPr>
        <p:spPr>
          <a:xfrm>
            <a:off x="247650" y="3855329"/>
            <a:ext cx="9304916" cy="2253275"/>
          </a:xfrm>
          <a:prstGeom prst="rect">
            <a:avLst/>
          </a:prstGeom>
        </p:spPr>
        <p:txBody>
          <a:bodyPr/>
          <a:lstStyle/>
          <a:p>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7366465" y="2817142"/>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5469265" y="2817142"/>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2655022" y="2817142"/>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736168" y="2817142"/>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12" name="page_title">
            <a:extLst>
              <a:ext uri="{FF2B5EF4-FFF2-40B4-BE49-F238E27FC236}">
                <a16:creationId xmlns:a16="http://schemas.microsoft.com/office/drawing/2014/main" id="{0EC09DC8-DDBE-6593-D700-BDB346514BE1}"/>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14" name="日付プレースホルダー 3">
            <a:extLst>
              <a:ext uri="{FF2B5EF4-FFF2-40B4-BE49-F238E27FC236}">
                <a16:creationId xmlns:a16="http://schemas.microsoft.com/office/drawing/2014/main" id="{5220A102-1D5B-BAEE-13AA-76B9014CF9E6}"/>
              </a:ext>
            </a:extLst>
          </p:cNvPr>
          <p:cNvSpPr>
            <a:spLocks noGrp="1"/>
          </p:cNvSpPr>
          <p:nvPr>
            <p:ph type="dt" sz="half" idx="14"/>
          </p:nvPr>
        </p:nvSpPr>
        <p:spPr>
          <a:xfrm>
            <a:off x="681038" y="6356350"/>
            <a:ext cx="2228850" cy="365125"/>
          </a:xfrm>
          <a:prstGeom prst="rect">
            <a:avLst/>
          </a:prstGeom>
        </p:spPr>
        <p:txBody>
          <a:bodyPr/>
          <a:lstStyle/>
          <a:p>
            <a:fld id="{D74AAAC2-22EF-4264-A9CE-8AC96BB93DF3}" type="datetime1">
              <a:rPr kumimoji="1" lang="ja-JP" altLang="en-US" smtClean="0"/>
              <a:t>2025/7/30</a:t>
            </a:fld>
            <a:endParaRPr kumimoji="1" lang="ja-JP" altLang="en-US"/>
          </a:p>
        </p:txBody>
      </p:sp>
      <p:sp>
        <p:nvSpPr>
          <p:cNvPr id="15" name="フッター プレースホルダー 4">
            <a:extLst>
              <a:ext uri="{FF2B5EF4-FFF2-40B4-BE49-F238E27FC236}">
                <a16:creationId xmlns:a16="http://schemas.microsoft.com/office/drawing/2014/main" id="{9343C9EB-8957-CFCF-1236-FD8C337C5B23}"/>
              </a:ext>
            </a:extLst>
          </p:cNvPr>
          <p:cNvSpPr>
            <a:spLocks noGrp="1"/>
          </p:cNvSpPr>
          <p:nvPr>
            <p:ph type="ftr" sz="quarter" idx="23"/>
          </p:nvPr>
        </p:nvSpPr>
        <p:spPr>
          <a:xfrm>
            <a:off x="3281363" y="6356350"/>
            <a:ext cx="3343275" cy="365125"/>
          </a:xfrm>
        </p:spPr>
        <p:txBody>
          <a:bodyPr/>
          <a:lstStyle/>
          <a:p>
            <a:endParaRPr kumimoji="1" lang="ja-JP" altLang="en-US"/>
          </a:p>
        </p:txBody>
      </p:sp>
      <p:sp>
        <p:nvSpPr>
          <p:cNvPr id="16" name="スライド番号プレースホルダー 2">
            <a:extLst>
              <a:ext uri="{FF2B5EF4-FFF2-40B4-BE49-F238E27FC236}">
                <a16:creationId xmlns:a16="http://schemas.microsoft.com/office/drawing/2014/main" id="{3AAF0E2B-F91C-8951-2A15-82809D535E65}"/>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17" name="caption">
            <a:extLst>
              <a:ext uri="{FF2B5EF4-FFF2-40B4-BE49-F238E27FC236}">
                <a16:creationId xmlns:a16="http://schemas.microsoft.com/office/drawing/2014/main" id="{C3E7EB98-A216-9170-7576-E04216F1F721}"/>
              </a:ext>
            </a:extLst>
          </p:cNvPr>
          <p:cNvSpPr>
            <a:spLocks noGrp="1"/>
          </p:cNvSpPr>
          <p:nvPr>
            <p:ph type="body" sz="quarter" idx="24"/>
          </p:nvPr>
        </p:nvSpPr>
        <p:spPr>
          <a:xfrm>
            <a:off x="7448043" y="5814877"/>
            <a:ext cx="2243716" cy="417600"/>
          </a:xfrm>
          <a:prstGeom prst="rect">
            <a:avLst/>
          </a:prstGeom>
        </p:spPr>
        <p:txBody>
          <a:bodyPr anchor="ctr"/>
          <a:lstStyle>
            <a:lvl1pPr marL="0" indent="0" algn="l">
              <a:buNone/>
              <a:defRPr sz="900" b="1"/>
            </a:lvl1pPr>
          </a:lstStyle>
          <a:p>
            <a:pPr lvl="0"/>
            <a:endParaRPr kumimoji="1" lang="ja-JP" altLang="en-US" dirty="0"/>
          </a:p>
        </p:txBody>
      </p:sp>
      <p:sp>
        <p:nvSpPr>
          <p:cNvPr id="2" name="comment">
            <a:extLst>
              <a:ext uri="{FF2B5EF4-FFF2-40B4-BE49-F238E27FC236}">
                <a16:creationId xmlns:a16="http://schemas.microsoft.com/office/drawing/2014/main" id="{FC1D6266-B256-A906-7FAF-550978633616}"/>
              </a:ext>
            </a:extLst>
          </p:cNvPr>
          <p:cNvSpPr>
            <a:spLocks noGrp="1"/>
          </p:cNvSpPr>
          <p:nvPr>
            <p:ph type="body" sz="quarter" idx="25"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25379132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ec_attribute_v2_no_comment">
    <p:spTree>
      <p:nvGrpSpPr>
        <p:cNvPr id="1" name=""/>
        <p:cNvGrpSpPr/>
        <p:nvPr/>
      </p:nvGrpSpPr>
      <p:grpSpPr>
        <a:xfrm>
          <a:off x="0" y="0"/>
          <a:ext cx="0" cy="0"/>
          <a:chOff x="0" y="0"/>
          <a:chExt cx="0" cy="0"/>
        </a:xfrm>
      </p:grpSpPr>
      <p:sp>
        <p:nvSpPr>
          <p:cNvPr id="21" name="graph1">
            <a:extLst>
              <a:ext uri="{FF2B5EF4-FFF2-40B4-BE49-F238E27FC236}">
                <a16:creationId xmlns:a16="http://schemas.microsoft.com/office/drawing/2014/main" id="{FB15A292-5B86-771F-25AC-2E6A33588636}"/>
              </a:ext>
            </a:extLst>
          </p:cNvPr>
          <p:cNvSpPr>
            <a:spLocks noGrp="1"/>
          </p:cNvSpPr>
          <p:nvPr>
            <p:ph type="chart" sz="quarter" idx="15"/>
          </p:nvPr>
        </p:nvSpPr>
        <p:spPr>
          <a:xfrm>
            <a:off x="561101" y="1068672"/>
            <a:ext cx="8783798" cy="1970775"/>
          </a:xfrm>
          <a:prstGeom prst="rect">
            <a:avLst/>
          </a:prstGeom>
        </p:spPr>
        <p:txBody>
          <a:bodyPr/>
          <a:lstStyle/>
          <a:p>
            <a:endParaRPr kumimoji="1" lang="ja-JP" altLang="en-US" dirty="0"/>
          </a:p>
        </p:txBody>
      </p:sp>
      <p:sp>
        <p:nvSpPr>
          <p:cNvPr id="4" name="graph_title_2">
            <a:extLst>
              <a:ext uri="{FF2B5EF4-FFF2-40B4-BE49-F238E27FC236}">
                <a16:creationId xmlns:a16="http://schemas.microsoft.com/office/drawing/2014/main" id="{D2C94AC1-7069-6080-A24C-9D06967FD785}"/>
              </a:ext>
            </a:extLst>
          </p:cNvPr>
          <p:cNvSpPr>
            <a:spLocks noGrp="1"/>
          </p:cNvSpPr>
          <p:nvPr>
            <p:ph type="body" sz="quarter" idx="21"/>
          </p:nvPr>
        </p:nvSpPr>
        <p:spPr>
          <a:xfrm>
            <a:off x="348166" y="3436651"/>
            <a:ext cx="2243716" cy="417600"/>
          </a:xfrm>
          <a:prstGeom prst="rect">
            <a:avLst/>
          </a:prstGeom>
        </p:spPr>
        <p:txBody>
          <a:bodyPr anchor="ctr"/>
          <a:lstStyle>
            <a:lvl1pPr marL="0" indent="0" algn="ctr">
              <a:buNone/>
              <a:defRPr sz="1600" b="1"/>
            </a:lvl1pPr>
          </a:lstStyle>
          <a:p>
            <a:pPr lvl="0"/>
            <a:endParaRPr kumimoji="1" lang="ja-JP" altLang="en-US" dirty="0"/>
          </a:p>
        </p:txBody>
      </p:sp>
      <p:sp>
        <p:nvSpPr>
          <p:cNvPr id="8" name="graph_title_1">
            <a:extLst>
              <a:ext uri="{FF2B5EF4-FFF2-40B4-BE49-F238E27FC236}">
                <a16:creationId xmlns:a16="http://schemas.microsoft.com/office/drawing/2014/main" id="{0D8C2BA8-89E4-8092-AD34-316DCA2245B6}"/>
              </a:ext>
            </a:extLst>
          </p:cNvPr>
          <p:cNvSpPr>
            <a:spLocks noGrp="1"/>
          </p:cNvSpPr>
          <p:nvPr>
            <p:ph type="body" sz="quarter" idx="22"/>
          </p:nvPr>
        </p:nvSpPr>
        <p:spPr>
          <a:xfrm>
            <a:off x="348165" y="979562"/>
            <a:ext cx="2243717" cy="417727"/>
          </a:xfrm>
          <a:prstGeom prst="rect">
            <a:avLst/>
          </a:prstGeom>
        </p:spPr>
        <p:txBody>
          <a:bodyPr anchor="ctr"/>
          <a:lstStyle>
            <a:lvl1pPr marL="0" indent="0" algn="ctr">
              <a:buNone/>
              <a:defRPr sz="1600" b="1"/>
            </a:lvl1pPr>
          </a:lstStyle>
          <a:p>
            <a:pPr lvl="0"/>
            <a:endParaRPr kumimoji="1" lang="ja-JP" altLang="en-US" dirty="0"/>
          </a:p>
        </p:txBody>
      </p:sp>
      <p:sp>
        <p:nvSpPr>
          <p:cNvPr id="6" name="graph2">
            <a:extLst>
              <a:ext uri="{FF2B5EF4-FFF2-40B4-BE49-F238E27FC236}">
                <a16:creationId xmlns:a16="http://schemas.microsoft.com/office/drawing/2014/main" id="{3597A15B-386A-84DC-2606-E47774F74BD0}"/>
              </a:ext>
            </a:extLst>
          </p:cNvPr>
          <p:cNvSpPr>
            <a:spLocks noGrp="1"/>
          </p:cNvSpPr>
          <p:nvPr>
            <p:ph type="chart" sz="quarter" idx="20"/>
          </p:nvPr>
        </p:nvSpPr>
        <p:spPr>
          <a:xfrm>
            <a:off x="247650" y="3855329"/>
            <a:ext cx="9304916" cy="2253275"/>
          </a:xfrm>
          <a:prstGeom prst="rect">
            <a:avLst/>
          </a:prstGeom>
        </p:spPr>
        <p:txBody>
          <a:bodyPr/>
          <a:lstStyle/>
          <a:p>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7366465" y="2817142"/>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5469265" y="2817142"/>
            <a:ext cx="1897200"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2655022" y="2817142"/>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736168" y="2817142"/>
            <a:ext cx="1897697" cy="370164"/>
          </a:xfrm>
          <a:prstGeom prst="rect">
            <a:avLst/>
          </a:prstGeom>
        </p:spPr>
        <p:txBody>
          <a:bodyPr anchor="ctr"/>
          <a:lstStyle>
            <a:lvl1pPr marL="0" indent="0" algn="ctr">
              <a:buNone/>
              <a:defRPr sz="1400" b="1"/>
            </a:lvl1pPr>
          </a:lstStyle>
          <a:p>
            <a:pPr lvl="0"/>
            <a:endParaRPr kumimoji="1" lang="ja-JP" altLang="en-US" dirty="0"/>
          </a:p>
        </p:txBody>
      </p:sp>
      <p:sp>
        <p:nvSpPr>
          <p:cNvPr id="12" name="page_title">
            <a:extLst>
              <a:ext uri="{FF2B5EF4-FFF2-40B4-BE49-F238E27FC236}">
                <a16:creationId xmlns:a16="http://schemas.microsoft.com/office/drawing/2014/main" id="{0EC09DC8-DDBE-6593-D700-BDB346514BE1}"/>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14" name="日付プレースホルダー 3">
            <a:extLst>
              <a:ext uri="{FF2B5EF4-FFF2-40B4-BE49-F238E27FC236}">
                <a16:creationId xmlns:a16="http://schemas.microsoft.com/office/drawing/2014/main" id="{5220A102-1D5B-BAEE-13AA-76B9014CF9E6}"/>
              </a:ext>
            </a:extLst>
          </p:cNvPr>
          <p:cNvSpPr>
            <a:spLocks noGrp="1"/>
          </p:cNvSpPr>
          <p:nvPr>
            <p:ph type="dt" sz="half" idx="14"/>
          </p:nvPr>
        </p:nvSpPr>
        <p:spPr>
          <a:xfrm>
            <a:off x="681038" y="6356350"/>
            <a:ext cx="2228850" cy="365125"/>
          </a:xfrm>
          <a:prstGeom prst="rect">
            <a:avLst/>
          </a:prstGeom>
        </p:spPr>
        <p:txBody>
          <a:bodyPr/>
          <a:lstStyle/>
          <a:p>
            <a:fld id="{D74AAAC2-22EF-4264-A9CE-8AC96BB93DF3}" type="datetime1">
              <a:rPr kumimoji="1" lang="ja-JP" altLang="en-US" smtClean="0"/>
              <a:t>2025/7/30</a:t>
            </a:fld>
            <a:endParaRPr kumimoji="1" lang="ja-JP" altLang="en-US"/>
          </a:p>
        </p:txBody>
      </p:sp>
      <p:sp>
        <p:nvSpPr>
          <p:cNvPr id="15" name="フッター プレースホルダー 4">
            <a:extLst>
              <a:ext uri="{FF2B5EF4-FFF2-40B4-BE49-F238E27FC236}">
                <a16:creationId xmlns:a16="http://schemas.microsoft.com/office/drawing/2014/main" id="{9343C9EB-8957-CFCF-1236-FD8C337C5B23}"/>
              </a:ext>
            </a:extLst>
          </p:cNvPr>
          <p:cNvSpPr>
            <a:spLocks noGrp="1"/>
          </p:cNvSpPr>
          <p:nvPr>
            <p:ph type="ftr" sz="quarter" idx="23"/>
          </p:nvPr>
        </p:nvSpPr>
        <p:spPr>
          <a:xfrm>
            <a:off x="3281363" y="6356350"/>
            <a:ext cx="3343275" cy="365125"/>
          </a:xfrm>
        </p:spPr>
        <p:txBody>
          <a:bodyPr/>
          <a:lstStyle/>
          <a:p>
            <a:endParaRPr kumimoji="1" lang="ja-JP" altLang="en-US"/>
          </a:p>
        </p:txBody>
      </p:sp>
      <p:sp>
        <p:nvSpPr>
          <p:cNvPr id="16" name="スライド番号プレースホルダー 2">
            <a:extLst>
              <a:ext uri="{FF2B5EF4-FFF2-40B4-BE49-F238E27FC236}">
                <a16:creationId xmlns:a16="http://schemas.microsoft.com/office/drawing/2014/main" id="{3AAF0E2B-F91C-8951-2A15-82809D535E65}"/>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17" name="caption">
            <a:extLst>
              <a:ext uri="{FF2B5EF4-FFF2-40B4-BE49-F238E27FC236}">
                <a16:creationId xmlns:a16="http://schemas.microsoft.com/office/drawing/2014/main" id="{C3E7EB98-A216-9170-7576-E04216F1F721}"/>
              </a:ext>
            </a:extLst>
          </p:cNvPr>
          <p:cNvSpPr>
            <a:spLocks noGrp="1"/>
          </p:cNvSpPr>
          <p:nvPr>
            <p:ph type="body" sz="quarter" idx="24"/>
          </p:nvPr>
        </p:nvSpPr>
        <p:spPr>
          <a:xfrm>
            <a:off x="7448043" y="5814877"/>
            <a:ext cx="2243716" cy="417600"/>
          </a:xfrm>
          <a:prstGeom prst="rect">
            <a:avLst/>
          </a:prstGeom>
        </p:spPr>
        <p:txBody>
          <a:bodyPr anchor="ctr"/>
          <a:lstStyle>
            <a:lvl1pPr marL="0" indent="0" algn="l">
              <a:buNone/>
              <a:defRPr sz="900" b="1"/>
            </a:lvl1pPr>
          </a:lstStyle>
          <a:p>
            <a:pPr lvl="0"/>
            <a:endParaRPr kumimoji="1" lang="ja-JP" altLang="en-US" dirty="0"/>
          </a:p>
        </p:txBody>
      </p:sp>
    </p:spTree>
    <p:extLst>
      <p:ext uri="{BB962C8B-B14F-4D97-AF65-F5344CB8AC3E}">
        <p14:creationId xmlns:p14="http://schemas.microsoft.com/office/powerpoint/2010/main" val="133982854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ummary_key_event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41403"/>
            <a:ext cx="8726710" cy="542385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dirty="0"/>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4147127" y="6598364"/>
            <a:ext cx="5237020" cy="246221"/>
          </a:xfrm>
          <a:prstGeom prst="rect">
            <a:avLst/>
          </a:prstGeom>
          <a:noFill/>
        </p:spPr>
        <p:txBody>
          <a:bodyPr wrap="square" rtlCol="0">
            <a:spAutoFit/>
          </a:bodyPr>
          <a:lstStyle/>
          <a:p>
            <a:pPr algn="l"/>
            <a:endParaRPr kumimoji="1" lang="ja-JP" altLang="en-US" sz="1000" b="0" dirty="0"/>
          </a:p>
        </p:txBody>
      </p:sp>
      <p:sp>
        <p:nvSpPr>
          <p:cNvPr id="8" name="page_title">
            <a:extLst>
              <a:ext uri="{FF2B5EF4-FFF2-40B4-BE49-F238E27FC236}">
                <a16:creationId xmlns:a16="http://schemas.microsoft.com/office/drawing/2014/main" id="{10EDB305-127E-2A2A-988B-F5FA5A5C265E}"/>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417884255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gender_v2">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2889268" y="1085856"/>
            <a:ext cx="6426182" cy="3234682"/>
          </a:xfrm>
          <a:prstGeom prst="rect">
            <a:avLst/>
          </a:prstGeom>
        </p:spPr>
        <p:txBody>
          <a:bodyPr/>
          <a:lstStyle/>
          <a:p>
            <a:endParaRPr kumimoji="1" lang="ja-JP" altLang="en-US"/>
          </a:p>
        </p:txBody>
      </p:sp>
      <p:sp>
        <p:nvSpPr>
          <p:cNvPr id="8" name="box_m">
            <a:extLst>
              <a:ext uri="{FF2B5EF4-FFF2-40B4-BE49-F238E27FC236}">
                <a16:creationId xmlns:a16="http://schemas.microsoft.com/office/drawing/2014/main" id="{5D17B3B2-85FF-B192-8109-E7E648CDC2DA}"/>
              </a:ext>
            </a:extLst>
          </p:cNvPr>
          <p:cNvSpPr/>
          <p:nvPr/>
        </p:nvSpPr>
        <p:spPr>
          <a:xfrm>
            <a:off x="539750" y="1175385"/>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box_f">
            <a:extLst>
              <a:ext uri="{FF2B5EF4-FFF2-40B4-BE49-F238E27FC236}">
                <a16:creationId xmlns:a16="http://schemas.microsoft.com/office/drawing/2014/main" id="{6CC01625-DF2D-0579-F9E5-ECC6A06B8D9D}"/>
              </a:ext>
            </a:extLst>
          </p:cNvPr>
          <p:cNvSpPr/>
          <p:nvPr/>
        </p:nvSpPr>
        <p:spPr>
          <a:xfrm>
            <a:off x="539750" y="2650524"/>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924935" y="1332906"/>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690356" y="1876976"/>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924935" y="2814159"/>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690355" y="3307155"/>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4" name="text">
            <a:extLst>
              <a:ext uri="{FF2B5EF4-FFF2-40B4-BE49-F238E27FC236}">
                <a16:creationId xmlns:a16="http://schemas.microsoft.com/office/drawing/2014/main" id="{76284C83-2827-15CA-D1BD-B09608489E36}"/>
              </a:ext>
            </a:extLst>
          </p:cNvPr>
          <p:cNvSpPr>
            <a:spLocks noGrp="1"/>
          </p:cNvSpPr>
          <p:nvPr>
            <p:ph type="body" sz="quarter" idx="20"/>
          </p:nvPr>
        </p:nvSpPr>
        <p:spPr>
          <a:xfrm>
            <a:off x="5475289" y="4345875"/>
            <a:ext cx="3840161" cy="592000"/>
          </a:xfrm>
          <a:prstGeom prst="rect">
            <a:avLst/>
          </a:prstGeom>
        </p:spPr>
        <p:txBody>
          <a:bodyPr/>
          <a:lstStyle>
            <a:lvl1pPr marL="0" indent="0" algn="r">
              <a:spcBef>
                <a:spcPts val="0"/>
              </a:spcBef>
              <a:buNone/>
              <a:defRPr sz="1000">
                <a:latin typeface="+mj-lt"/>
              </a:defRPr>
            </a:lvl1pPr>
          </a:lstStyle>
          <a:p>
            <a:pPr lvl="0"/>
            <a:endParaRPr kumimoji="1" lang="ja-JP" altLang="en-US"/>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sp>
        <p:nvSpPr>
          <p:cNvPr id="15" name="page_title">
            <a:extLst>
              <a:ext uri="{FF2B5EF4-FFF2-40B4-BE49-F238E27FC236}">
                <a16:creationId xmlns:a16="http://schemas.microsoft.com/office/drawing/2014/main" id="{4DF63695-542F-7B17-32CB-A7D6B98EF3B6}"/>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892BABE0-3D14-5C64-2C45-EBF51AA76CE6}"/>
              </a:ext>
            </a:extLst>
          </p:cNvPr>
          <p:cNvSpPr>
            <a:spLocks noGrp="1"/>
          </p:cNvSpPr>
          <p:nvPr>
            <p:ph type="body" sz="quarter" idx="24"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4944570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gender_v2_no_comment">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2889268" y="1085856"/>
            <a:ext cx="6426182" cy="3234682"/>
          </a:xfrm>
          <a:prstGeom prst="rect">
            <a:avLst/>
          </a:prstGeom>
        </p:spPr>
        <p:txBody>
          <a:bodyPr/>
          <a:lstStyle/>
          <a:p>
            <a:endParaRPr kumimoji="1" lang="ja-JP" altLang="en-US"/>
          </a:p>
        </p:txBody>
      </p:sp>
      <p:sp>
        <p:nvSpPr>
          <p:cNvPr id="8" name="box_m">
            <a:extLst>
              <a:ext uri="{FF2B5EF4-FFF2-40B4-BE49-F238E27FC236}">
                <a16:creationId xmlns:a16="http://schemas.microsoft.com/office/drawing/2014/main" id="{5D17B3B2-85FF-B192-8109-E7E648CDC2DA}"/>
              </a:ext>
            </a:extLst>
          </p:cNvPr>
          <p:cNvSpPr/>
          <p:nvPr/>
        </p:nvSpPr>
        <p:spPr>
          <a:xfrm>
            <a:off x="539750" y="1175385"/>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12" name="box_f">
            <a:extLst>
              <a:ext uri="{FF2B5EF4-FFF2-40B4-BE49-F238E27FC236}">
                <a16:creationId xmlns:a16="http://schemas.microsoft.com/office/drawing/2014/main" id="{6CC01625-DF2D-0579-F9E5-ECC6A06B8D9D}"/>
              </a:ext>
            </a:extLst>
          </p:cNvPr>
          <p:cNvSpPr/>
          <p:nvPr/>
        </p:nvSpPr>
        <p:spPr>
          <a:xfrm>
            <a:off x="539750" y="2650524"/>
            <a:ext cx="2198911" cy="133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9" name="gender_m">
            <a:extLst>
              <a:ext uri="{FF2B5EF4-FFF2-40B4-BE49-F238E27FC236}">
                <a16:creationId xmlns:a16="http://schemas.microsoft.com/office/drawing/2014/main" id="{031B078C-8CFC-1BD0-1CB3-E4EDC3D40545}"/>
              </a:ext>
            </a:extLst>
          </p:cNvPr>
          <p:cNvSpPr>
            <a:spLocks noGrp="1"/>
          </p:cNvSpPr>
          <p:nvPr>
            <p:ph type="body" sz="quarter" idx="16"/>
          </p:nvPr>
        </p:nvSpPr>
        <p:spPr>
          <a:xfrm>
            <a:off x="924935" y="1332906"/>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0" name="percent_m">
            <a:extLst>
              <a:ext uri="{FF2B5EF4-FFF2-40B4-BE49-F238E27FC236}">
                <a16:creationId xmlns:a16="http://schemas.microsoft.com/office/drawing/2014/main" id="{C9B07411-263F-21AA-248E-F99838CCBA50}"/>
              </a:ext>
            </a:extLst>
          </p:cNvPr>
          <p:cNvSpPr>
            <a:spLocks noGrp="1"/>
          </p:cNvSpPr>
          <p:nvPr>
            <p:ph type="body" sz="quarter" idx="17"/>
          </p:nvPr>
        </p:nvSpPr>
        <p:spPr>
          <a:xfrm>
            <a:off x="690356" y="1876976"/>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11" name="gender_f">
            <a:extLst>
              <a:ext uri="{FF2B5EF4-FFF2-40B4-BE49-F238E27FC236}">
                <a16:creationId xmlns:a16="http://schemas.microsoft.com/office/drawing/2014/main" id="{2E89A69E-DF7B-AABA-B4FC-B2D1C409B868}"/>
              </a:ext>
            </a:extLst>
          </p:cNvPr>
          <p:cNvSpPr>
            <a:spLocks noGrp="1"/>
          </p:cNvSpPr>
          <p:nvPr>
            <p:ph type="body" sz="quarter" idx="18"/>
          </p:nvPr>
        </p:nvSpPr>
        <p:spPr>
          <a:xfrm>
            <a:off x="924935" y="2814159"/>
            <a:ext cx="1428538" cy="370164"/>
          </a:xfrm>
          <a:prstGeom prst="rect">
            <a:avLst/>
          </a:prstGeom>
        </p:spPr>
        <p:txBody>
          <a:bodyPr anchor="ctr"/>
          <a:lstStyle>
            <a:lvl1pPr marL="0" indent="0" algn="ctr">
              <a:buNone/>
              <a:defRPr sz="1400" b="1"/>
            </a:lvl1pPr>
          </a:lstStyle>
          <a:p>
            <a:pPr lvl="0"/>
            <a:endParaRPr kumimoji="1" lang="ja-JP" altLang="en-US" dirty="0"/>
          </a:p>
        </p:txBody>
      </p:sp>
      <p:sp>
        <p:nvSpPr>
          <p:cNvPr id="13" name="percent_f">
            <a:extLst>
              <a:ext uri="{FF2B5EF4-FFF2-40B4-BE49-F238E27FC236}">
                <a16:creationId xmlns:a16="http://schemas.microsoft.com/office/drawing/2014/main" id="{A4F2304C-4D8E-F286-106B-9F90CCEA1328}"/>
              </a:ext>
            </a:extLst>
          </p:cNvPr>
          <p:cNvSpPr>
            <a:spLocks noGrp="1"/>
          </p:cNvSpPr>
          <p:nvPr>
            <p:ph type="body" sz="quarter" idx="19"/>
          </p:nvPr>
        </p:nvSpPr>
        <p:spPr>
          <a:xfrm>
            <a:off x="690355" y="3307155"/>
            <a:ext cx="1897697" cy="554120"/>
          </a:xfrm>
          <a:prstGeom prst="rect">
            <a:avLst/>
          </a:prstGeom>
        </p:spPr>
        <p:txBody>
          <a:bodyPr anchor="ctr"/>
          <a:lstStyle>
            <a:lvl1pPr marL="0" indent="0" algn="ctr">
              <a:buNone/>
              <a:defRPr sz="2400" b="1"/>
            </a:lvl1pPr>
          </a:lstStyle>
          <a:p>
            <a:pPr lvl="0"/>
            <a:endParaRPr kumimoji="1" lang="ja-JP" altLang="en-US" dirty="0"/>
          </a:p>
        </p:txBody>
      </p:sp>
      <p:sp>
        <p:nvSpPr>
          <p:cNvPr id="4" name="text">
            <a:extLst>
              <a:ext uri="{FF2B5EF4-FFF2-40B4-BE49-F238E27FC236}">
                <a16:creationId xmlns:a16="http://schemas.microsoft.com/office/drawing/2014/main" id="{76284C83-2827-15CA-D1BD-B09608489E36}"/>
              </a:ext>
            </a:extLst>
          </p:cNvPr>
          <p:cNvSpPr>
            <a:spLocks noGrp="1"/>
          </p:cNvSpPr>
          <p:nvPr>
            <p:ph type="body" sz="quarter" idx="20"/>
          </p:nvPr>
        </p:nvSpPr>
        <p:spPr>
          <a:xfrm>
            <a:off x="5475289" y="4345875"/>
            <a:ext cx="3840161" cy="592000"/>
          </a:xfrm>
          <a:prstGeom prst="rect">
            <a:avLst/>
          </a:prstGeom>
        </p:spPr>
        <p:txBody>
          <a:bodyPr/>
          <a:lstStyle>
            <a:lvl1pPr marL="0" indent="0" algn="r">
              <a:spcBef>
                <a:spcPts val="0"/>
              </a:spcBef>
              <a:buNone/>
              <a:defRPr sz="1000">
                <a:latin typeface="+mj-lt"/>
              </a:defRPr>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sp>
        <p:nvSpPr>
          <p:cNvPr id="15" name="page_title">
            <a:extLst>
              <a:ext uri="{FF2B5EF4-FFF2-40B4-BE49-F238E27FC236}">
                <a16:creationId xmlns:a16="http://schemas.microsoft.com/office/drawing/2014/main" id="{4DF63695-542F-7B17-32CB-A7D6B98EF3B6}"/>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115973828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ai_suggest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06764"/>
            <a:ext cx="8726710" cy="5458496"/>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1624AB9C-EA45-41CE-A68A-F7B0AE2DC4F8}"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6" name="page_title">
            <a:extLst>
              <a:ext uri="{FF2B5EF4-FFF2-40B4-BE49-F238E27FC236}">
                <a16:creationId xmlns:a16="http://schemas.microsoft.com/office/drawing/2014/main" id="{73F9934C-7C8E-0D20-062D-76B10925887A}"/>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182864535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mpare_2graph_custom_v2">
    <p:spTree>
      <p:nvGrpSpPr>
        <p:cNvPr id="1" name=""/>
        <p:cNvGrpSpPr/>
        <p:nvPr/>
      </p:nvGrpSpPr>
      <p:grpSpPr>
        <a:xfrm>
          <a:off x="0" y="0"/>
          <a:ext cx="0" cy="0"/>
          <a:chOff x="0" y="0"/>
          <a:chExt cx="0" cy="0"/>
        </a:xfrm>
      </p:grpSpPr>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61102" y="1595236"/>
            <a:ext cx="4182838" cy="4189059"/>
          </a:xfrm>
          <a:prstGeom prst="rect">
            <a:avLst/>
          </a:prstGeom>
        </p:spPr>
        <p:txBody>
          <a:bodyPr/>
          <a:lstStyle/>
          <a:p>
            <a:endParaRPr kumimoji="1" lang="ja-JP" altLang="en-US" dirty="0"/>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561102" y="959063"/>
            <a:ext cx="8783798"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4" name="スライド番号プレースホルダー 3">
            <a:extLst>
              <a:ext uri="{FF2B5EF4-FFF2-40B4-BE49-F238E27FC236}">
                <a16:creationId xmlns:a16="http://schemas.microsoft.com/office/drawing/2014/main" id="{9977EA0D-37E6-392A-8C90-9C5A0B069CF5}"/>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AEAE3740-A2B2-CA53-7FD5-7548FF629D6E}"/>
              </a:ext>
            </a:extLst>
          </p:cNvPr>
          <p:cNvSpPr>
            <a:spLocks noGrp="1"/>
          </p:cNvSpPr>
          <p:nvPr>
            <p:ph type="dt" sz="half" idx="16"/>
          </p:nvPr>
        </p:nvSpPr>
        <p:spPr>
          <a:xfrm>
            <a:off x="681038" y="6356350"/>
            <a:ext cx="2228850" cy="365125"/>
          </a:xfrm>
          <a:prstGeom prst="rect">
            <a:avLst/>
          </a:prstGeom>
        </p:spPr>
        <p:txBody>
          <a:bodyPr/>
          <a:lstStyle/>
          <a:p>
            <a:fld id="{FD48D30A-9082-46EE-9184-A83C8D5C9A90}" type="datetime1">
              <a:rPr kumimoji="1" lang="ja-JP" altLang="en-US" smtClean="0"/>
              <a:t>2025/7/30</a:t>
            </a:fld>
            <a:endParaRPr kumimoji="1" lang="ja-JP" altLang="en-US"/>
          </a:p>
        </p:txBody>
      </p:sp>
      <p:sp>
        <p:nvSpPr>
          <p:cNvPr id="8" name="フッター プレースホルダー 7">
            <a:extLst>
              <a:ext uri="{FF2B5EF4-FFF2-40B4-BE49-F238E27FC236}">
                <a16:creationId xmlns:a16="http://schemas.microsoft.com/office/drawing/2014/main" id="{7871EE09-284C-0615-18BF-728808BAB43D}"/>
              </a:ext>
            </a:extLst>
          </p:cNvPr>
          <p:cNvSpPr>
            <a:spLocks noGrp="1"/>
          </p:cNvSpPr>
          <p:nvPr>
            <p:ph type="ftr" sz="quarter" idx="17"/>
          </p:nvPr>
        </p:nvSpPr>
        <p:spPr/>
        <p:txBody>
          <a:bodyPr/>
          <a:lstStyle/>
          <a:p>
            <a:endParaRPr kumimoji="1" lang="ja-JP" altLang="en-US"/>
          </a:p>
        </p:txBody>
      </p:sp>
      <p:sp>
        <p:nvSpPr>
          <p:cNvPr id="9" name="graph2">
            <a:extLst>
              <a:ext uri="{FF2B5EF4-FFF2-40B4-BE49-F238E27FC236}">
                <a16:creationId xmlns:a16="http://schemas.microsoft.com/office/drawing/2014/main" id="{1DC438BC-F3F4-0B7F-A286-B81266AC1745}"/>
              </a:ext>
            </a:extLst>
          </p:cNvPr>
          <p:cNvSpPr>
            <a:spLocks noGrp="1"/>
          </p:cNvSpPr>
          <p:nvPr>
            <p:ph type="chart" sz="quarter" idx="18"/>
          </p:nvPr>
        </p:nvSpPr>
        <p:spPr>
          <a:xfrm>
            <a:off x="5162062" y="1595236"/>
            <a:ext cx="4182838" cy="4189059"/>
          </a:xfrm>
          <a:prstGeom prst="rect">
            <a:avLst/>
          </a:prstGeom>
        </p:spPr>
        <p:txBody>
          <a:bodyPr/>
          <a:lstStyle/>
          <a:p>
            <a:endParaRPr kumimoji="1" lang="ja-JP" altLang="en-US" dirty="0"/>
          </a:p>
        </p:txBody>
      </p:sp>
      <p:sp>
        <p:nvSpPr>
          <p:cNvPr id="11" name="page_title">
            <a:extLst>
              <a:ext uri="{FF2B5EF4-FFF2-40B4-BE49-F238E27FC236}">
                <a16:creationId xmlns:a16="http://schemas.microsoft.com/office/drawing/2014/main" id="{73FCAECD-0EC4-E4C2-0DBB-B8397ABDDB39}"/>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70858031-570D-CEEB-36B7-4EDC1990BB76}"/>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32786817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mpare_2graph_custom_v2_no_comment">
    <p:spTree>
      <p:nvGrpSpPr>
        <p:cNvPr id="1" name=""/>
        <p:cNvGrpSpPr/>
        <p:nvPr/>
      </p:nvGrpSpPr>
      <p:grpSpPr>
        <a:xfrm>
          <a:off x="0" y="0"/>
          <a:ext cx="0" cy="0"/>
          <a:chOff x="0" y="0"/>
          <a:chExt cx="0" cy="0"/>
        </a:xfrm>
      </p:grpSpPr>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561102" y="1595236"/>
            <a:ext cx="4182838" cy="4189059"/>
          </a:xfrm>
          <a:prstGeom prst="rect">
            <a:avLst/>
          </a:prstGeom>
        </p:spPr>
        <p:txBody>
          <a:bodyPr/>
          <a:lstStyle/>
          <a:p>
            <a:endParaRPr kumimoji="1" lang="ja-JP" altLang="en-US" dirty="0"/>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561102" y="959063"/>
            <a:ext cx="8783798"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4" name="スライド番号プレースホルダー 3">
            <a:extLst>
              <a:ext uri="{FF2B5EF4-FFF2-40B4-BE49-F238E27FC236}">
                <a16:creationId xmlns:a16="http://schemas.microsoft.com/office/drawing/2014/main" id="{9977EA0D-37E6-392A-8C90-9C5A0B069CF5}"/>
              </a:ext>
            </a:extLst>
          </p:cNvPr>
          <p:cNvSpPr>
            <a:spLocks noGrp="1"/>
          </p:cNvSpPr>
          <p:nvPr>
            <p:ph type="sldNum" sz="quarter" idx="15"/>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6" name="日付プレースホルダー 5">
            <a:extLst>
              <a:ext uri="{FF2B5EF4-FFF2-40B4-BE49-F238E27FC236}">
                <a16:creationId xmlns:a16="http://schemas.microsoft.com/office/drawing/2014/main" id="{AEAE3740-A2B2-CA53-7FD5-7548FF629D6E}"/>
              </a:ext>
            </a:extLst>
          </p:cNvPr>
          <p:cNvSpPr>
            <a:spLocks noGrp="1"/>
          </p:cNvSpPr>
          <p:nvPr>
            <p:ph type="dt" sz="half" idx="16"/>
          </p:nvPr>
        </p:nvSpPr>
        <p:spPr>
          <a:xfrm>
            <a:off x="681038" y="6356350"/>
            <a:ext cx="2228850" cy="365125"/>
          </a:xfrm>
          <a:prstGeom prst="rect">
            <a:avLst/>
          </a:prstGeom>
        </p:spPr>
        <p:txBody>
          <a:bodyPr/>
          <a:lstStyle/>
          <a:p>
            <a:fld id="{FD48D30A-9082-46EE-9184-A83C8D5C9A90}" type="datetime1">
              <a:rPr kumimoji="1" lang="ja-JP" altLang="en-US" smtClean="0"/>
              <a:t>2025/7/30</a:t>
            </a:fld>
            <a:endParaRPr kumimoji="1" lang="ja-JP" altLang="en-US"/>
          </a:p>
        </p:txBody>
      </p:sp>
      <p:sp>
        <p:nvSpPr>
          <p:cNvPr id="8" name="フッター プレースホルダー 7">
            <a:extLst>
              <a:ext uri="{FF2B5EF4-FFF2-40B4-BE49-F238E27FC236}">
                <a16:creationId xmlns:a16="http://schemas.microsoft.com/office/drawing/2014/main" id="{7871EE09-284C-0615-18BF-728808BAB43D}"/>
              </a:ext>
            </a:extLst>
          </p:cNvPr>
          <p:cNvSpPr>
            <a:spLocks noGrp="1"/>
          </p:cNvSpPr>
          <p:nvPr>
            <p:ph type="ftr" sz="quarter" idx="17"/>
          </p:nvPr>
        </p:nvSpPr>
        <p:spPr/>
        <p:txBody>
          <a:bodyPr/>
          <a:lstStyle/>
          <a:p>
            <a:endParaRPr kumimoji="1" lang="ja-JP" altLang="en-US"/>
          </a:p>
        </p:txBody>
      </p:sp>
      <p:sp>
        <p:nvSpPr>
          <p:cNvPr id="9" name="graph2">
            <a:extLst>
              <a:ext uri="{FF2B5EF4-FFF2-40B4-BE49-F238E27FC236}">
                <a16:creationId xmlns:a16="http://schemas.microsoft.com/office/drawing/2014/main" id="{1DC438BC-F3F4-0B7F-A286-B81266AC1745}"/>
              </a:ext>
            </a:extLst>
          </p:cNvPr>
          <p:cNvSpPr>
            <a:spLocks noGrp="1"/>
          </p:cNvSpPr>
          <p:nvPr>
            <p:ph type="chart" sz="quarter" idx="18"/>
          </p:nvPr>
        </p:nvSpPr>
        <p:spPr>
          <a:xfrm>
            <a:off x="5162062" y="1595236"/>
            <a:ext cx="4182838" cy="4189059"/>
          </a:xfrm>
          <a:prstGeom prst="rect">
            <a:avLst/>
          </a:prstGeom>
        </p:spPr>
        <p:txBody>
          <a:bodyPr/>
          <a:lstStyle/>
          <a:p>
            <a:endParaRPr kumimoji="1" lang="ja-JP" altLang="en-US" dirty="0"/>
          </a:p>
        </p:txBody>
      </p:sp>
      <p:sp>
        <p:nvSpPr>
          <p:cNvPr id="11" name="page_title">
            <a:extLst>
              <a:ext uri="{FF2B5EF4-FFF2-40B4-BE49-F238E27FC236}">
                <a16:creationId xmlns:a16="http://schemas.microsoft.com/office/drawing/2014/main" id="{73FCAECD-0EC4-E4C2-0DBB-B8397ABDDB39}"/>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251479897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able_big_custom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1496292"/>
            <a:ext cx="8726710" cy="4395872"/>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FF46E68-58F9-E8B6-1247-22A3B15078B8}"/>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F9D279B2-58F4-9633-8D54-F7631F44555D}"/>
              </a:ext>
            </a:extLst>
          </p:cNvPr>
          <p:cNvSpPr>
            <a:spLocks noGrp="1"/>
          </p:cNvSpPr>
          <p:nvPr>
            <p:ph type="dt" sz="half" idx="15"/>
          </p:nvPr>
        </p:nvSpPr>
        <p:spPr>
          <a:xfrm>
            <a:off x="681038" y="6356350"/>
            <a:ext cx="2228850" cy="365125"/>
          </a:xfrm>
          <a:prstGeom prst="rect">
            <a:avLst/>
          </a:prstGeom>
        </p:spPr>
        <p:txBody>
          <a:bodyPr/>
          <a:lstStyle/>
          <a:p>
            <a:fld id="{5D30740B-75D4-430A-8EDA-0CCC665F1A5B}"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0C23F2DA-FB34-7DA8-FAA4-167AEFDEF2DE}"/>
              </a:ext>
            </a:extLst>
          </p:cNvPr>
          <p:cNvSpPr>
            <a:spLocks noGrp="1"/>
          </p:cNvSpPr>
          <p:nvPr>
            <p:ph type="ftr" sz="quarter" idx="16"/>
          </p:nvPr>
        </p:nvSpPr>
        <p:spPr/>
        <p:txBody>
          <a:bodyPr/>
          <a:lstStyle/>
          <a:p>
            <a:endParaRPr kumimoji="1" lang="ja-JP" altLang="en-US"/>
          </a:p>
        </p:txBody>
      </p:sp>
      <p:sp>
        <p:nvSpPr>
          <p:cNvPr id="8" name="text">
            <a:extLst>
              <a:ext uri="{FF2B5EF4-FFF2-40B4-BE49-F238E27FC236}">
                <a16:creationId xmlns:a16="http://schemas.microsoft.com/office/drawing/2014/main" id="{668035FC-DB99-590A-6A5D-F75B6EE00B20}"/>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9" name="page_title">
            <a:extLst>
              <a:ext uri="{FF2B5EF4-FFF2-40B4-BE49-F238E27FC236}">
                <a16:creationId xmlns:a16="http://schemas.microsoft.com/office/drawing/2014/main" id="{025F3F09-020C-2B9A-60A9-B359CE1D84CF}"/>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2" name="comment">
            <a:extLst>
              <a:ext uri="{FF2B5EF4-FFF2-40B4-BE49-F238E27FC236}">
                <a16:creationId xmlns:a16="http://schemas.microsoft.com/office/drawing/2014/main" id="{4B5F1211-5010-4524-51E0-3393EAB9914F}"/>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53383072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able_big_custom_v2_no_comment">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1496292"/>
            <a:ext cx="8726710" cy="4395872"/>
          </a:xfrm>
          <a:prstGeom prst="rect">
            <a:avLst/>
          </a:prstGeom>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FF46E68-58F9-E8B6-1247-22A3B15078B8}"/>
              </a:ext>
            </a:extLst>
          </p:cNvPr>
          <p:cNvSpPr>
            <a:spLocks noGrp="1"/>
          </p:cNvSpPr>
          <p:nvPr>
            <p:ph type="sldNum" sz="quarter" idx="14"/>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5" name="日付プレースホルダー 4">
            <a:extLst>
              <a:ext uri="{FF2B5EF4-FFF2-40B4-BE49-F238E27FC236}">
                <a16:creationId xmlns:a16="http://schemas.microsoft.com/office/drawing/2014/main" id="{F9D279B2-58F4-9633-8D54-F7631F44555D}"/>
              </a:ext>
            </a:extLst>
          </p:cNvPr>
          <p:cNvSpPr>
            <a:spLocks noGrp="1"/>
          </p:cNvSpPr>
          <p:nvPr>
            <p:ph type="dt" sz="half" idx="15"/>
          </p:nvPr>
        </p:nvSpPr>
        <p:spPr>
          <a:xfrm>
            <a:off x="681038" y="6356350"/>
            <a:ext cx="2228850" cy="365125"/>
          </a:xfrm>
          <a:prstGeom prst="rect">
            <a:avLst/>
          </a:prstGeom>
        </p:spPr>
        <p:txBody>
          <a:bodyPr/>
          <a:lstStyle/>
          <a:p>
            <a:fld id="{5D30740B-75D4-430A-8EDA-0CCC665F1A5B}"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0C23F2DA-FB34-7DA8-FAA4-167AEFDEF2DE}"/>
              </a:ext>
            </a:extLst>
          </p:cNvPr>
          <p:cNvSpPr>
            <a:spLocks noGrp="1"/>
          </p:cNvSpPr>
          <p:nvPr>
            <p:ph type="ftr" sz="quarter" idx="16"/>
          </p:nvPr>
        </p:nvSpPr>
        <p:spPr/>
        <p:txBody>
          <a:bodyPr/>
          <a:lstStyle/>
          <a:p>
            <a:endParaRPr kumimoji="1" lang="ja-JP" altLang="en-US"/>
          </a:p>
        </p:txBody>
      </p:sp>
      <p:sp>
        <p:nvSpPr>
          <p:cNvPr id="8" name="text">
            <a:extLst>
              <a:ext uri="{FF2B5EF4-FFF2-40B4-BE49-F238E27FC236}">
                <a16:creationId xmlns:a16="http://schemas.microsoft.com/office/drawing/2014/main" id="{668035FC-DB99-590A-6A5D-F75B6EE00B20}"/>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9" name="page_title">
            <a:extLst>
              <a:ext uri="{FF2B5EF4-FFF2-40B4-BE49-F238E27FC236}">
                <a16:creationId xmlns:a16="http://schemas.microsoft.com/office/drawing/2014/main" id="{025F3F09-020C-2B9A-60A9-B359CE1D84CF}"/>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3332852243"/>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able_basic_custom_v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61102" y="1640516"/>
            <a:ext cx="8726710" cy="3860871"/>
          </a:xfrm>
          <a:prstGeom prst="rect">
            <a:avLst/>
          </a:prstGeom>
        </p:spPr>
        <p:txBody>
          <a:bodyPr/>
          <a:lstStyle/>
          <a:p>
            <a:endParaRPr kumimoji="1" lang="ja-JP" altLang="en-US"/>
          </a:p>
        </p:txBody>
      </p:sp>
      <p:sp>
        <p:nvSpPr>
          <p:cNvPr id="8" name="日付プレースホルダー 7">
            <a:extLst>
              <a:ext uri="{FF2B5EF4-FFF2-40B4-BE49-F238E27FC236}">
                <a16:creationId xmlns:a16="http://schemas.microsoft.com/office/drawing/2014/main" id="{E1FCE6B3-794C-16AE-FC55-35C20E702CBF}"/>
              </a:ext>
            </a:extLst>
          </p:cNvPr>
          <p:cNvSpPr>
            <a:spLocks noGrp="1"/>
          </p:cNvSpPr>
          <p:nvPr>
            <p:ph type="dt" sz="half" idx="14"/>
          </p:nvPr>
        </p:nvSpPr>
        <p:spPr>
          <a:xfrm>
            <a:off x="681038" y="6356350"/>
            <a:ext cx="2228850" cy="365125"/>
          </a:xfrm>
          <a:prstGeom prst="rect">
            <a:avLst/>
          </a:prstGeom>
        </p:spPr>
        <p:txBody>
          <a:bodyPr/>
          <a:lstStyle/>
          <a:p>
            <a:fld id="{0A60F5A7-E34F-4EFE-902D-E0F4CB8DC731}" type="datetime1">
              <a:rPr kumimoji="1" lang="ja-JP" altLang="en-US" smtClean="0"/>
              <a:t>2025/7/30</a:t>
            </a:fld>
            <a:endParaRPr kumimoji="1" lang="ja-JP" altLang="en-US"/>
          </a:p>
        </p:txBody>
      </p:sp>
      <p:sp>
        <p:nvSpPr>
          <p:cNvPr id="9" name="フッター プレースホルダー 8">
            <a:extLst>
              <a:ext uri="{FF2B5EF4-FFF2-40B4-BE49-F238E27FC236}">
                <a16:creationId xmlns:a16="http://schemas.microsoft.com/office/drawing/2014/main" id="{F41C040E-FDFC-DCB3-77C7-66A680BECE6D}"/>
              </a:ext>
            </a:extLst>
          </p:cNvPr>
          <p:cNvSpPr>
            <a:spLocks noGrp="1"/>
          </p:cNvSpPr>
          <p:nvPr>
            <p:ph type="ftr" sz="quarter" idx="15"/>
          </p:nvPr>
        </p:nvSpPr>
        <p:spPr/>
        <p:txBody>
          <a:bodyPr/>
          <a:lstStyle/>
          <a:p>
            <a:endParaRPr kumimoji="1" lang="ja-JP" altLang="en-US"/>
          </a:p>
        </p:txBody>
      </p:sp>
      <p:sp>
        <p:nvSpPr>
          <p:cNvPr id="10" name="スライド番号プレースホルダー 9">
            <a:extLst>
              <a:ext uri="{FF2B5EF4-FFF2-40B4-BE49-F238E27FC236}">
                <a16:creationId xmlns:a16="http://schemas.microsoft.com/office/drawing/2014/main" id="{50DAE741-D5EB-904B-6EC2-A4B6FC316B69}"/>
              </a:ext>
            </a:extLst>
          </p:cNvPr>
          <p:cNvSpPr>
            <a:spLocks noGrp="1"/>
          </p:cNvSpPr>
          <p:nvPr>
            <p:ph type="sldNum" sz="quarter" idx="16"/>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text">
            <a:extLst>
              <a:ext uri="{FF2B5EF4-FFF2-40B4-BE49-F238E27FC236}">
                <a16:creationId xmlns:a16="http://schemas.microsoft.com/office/drawing/2014/main" id="{889C65C6-90AE-2AED-827F-AAB3F176EEC5}"/>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5" name="page_title">
            <a:extLst>
              <a:ext uri="{FF2B5EF4-FFF2-40B4-BE49-F238E27FC236}">
                <a16:creationId xmlns:a16="http://schemas.microsoft.com/office/drawing/2014/main" id="{188CD24E-58A9-121A-B175-E1B429951FDD}"/>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
        <p:nvSpPr>
          <p:cNvPr id="3" name="comment">
            <a:extLst>
              <a:ext uri="{FF2B5EF4-FFF2-40B4-BE49-F238E27FC236}">
                <a16:creationId xmlns:a16="http://schemas.microsoft.com/office/drawing/2014/main" id="{E3992328-317D-5FC6-0FA4-5728D590E151}"/>
              </a:ext>
            </a:extLst>
          </p:cNvPr>
          <p:cNvSpPr>
            <a:spLocks noGrp="1"/>
          </p:cNvSpPr>
          <p:nvPr>
            <p:ph type="body" sz="quarter" idx="22" hasCustomPrompt="1"/>
          </p:nvPr>
        </p:nvSpPr>
        <p:spPr>
          <a:xfrm>
            <a:off x="589400" y="6331204"/>
            <a:ext cx="8726712" cy="477244"/>
          </a:xfrm>
          <a:prstGeom prst="rect">
            <a:avLst/>
          </a:prstGeom>
          <a:solidFill>
            <a:srgbClr val="FFF9E9"/>
          </a:solidFill>
          <a:ln w="22225">
            <a:solidFill>
              <a:srgbClr val="DAC148"/>
            </a:solidFill>
          </a:ln>
        </p:spPr>
        <p:txBody>
          <a:bodyPr/>
          <a:lstStyle>
            <a:lvl1pPr marL="0" indent="0">
              <a:spcBef>
                <a:spcPts val="100"/>
              </a:spcBef>
              <a:buNone/>
              <a:defRPr sz="1200"/>
            </a:lvl1pPr>
          </a:lstStyle>
          <a:p>
            <a:pPr lvl="0"/>
            <a:r>
              <a:rPr kumimoji="1" lang="ja-JP" altLang="en-US" dirty="0"/>
              <a:t>コメント記載欄</a:t>
            </a:r>
            <a:endParaRPr kumimoji="1" lang="en-US" altLang="ja-JP" dirty="0"/>
          </a:p>
          <a:p>
            <a:pPr lvl="0"/>
            <a:endParaRPr kumimoji="1" lang="en-US" altLang="ja-JP" dirty="0"/>
          </a:p>
          <a:p>
            <a:pPr lvl="0"/>
            <a:endParaRPr kumimoji="1" lang="ja-JP" altLang="en-US" dirty="0"/>
          </a:p>
        </p:txBody>
      </p:sp>
    </p:spTree>
    <p:extLst>
      <p:ext uri="{BB962C8B-B14F-4D97-AF65-F5344CB8AC3E}">
        <p14:creationId xmlns:p14="http://schemas.microsoft.com/office/powerpoint/2010/main" val="289350389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able_basic_custom_v2_no_comment">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61102" y="1640516"/>
            <a:ext cx="8726710" cy="3860871"/>
          </a:xfrm>
          <a:prstGeom prst="rect">
            <a:avLst/>
          </a:prstGeom>
        </p:spPr>
        <p:txBody>
          <a:bodyPr/>
          <a:lstStyle/>
          <a:p>
            <a:endParaRPr kumimoji="1" lang="ja-JP" altLang="en-US"/>
          </a:p>
        </p:txBody>
      </p:sp>
      <p:sp>
        <p:nvSpPr>
          <p:cNvPr id="8" name="日付プレースホルダー 7">
            <a:extLst>
              <a:ext uri="{FF2B5EF4-FFF2-40B4-BE49-F238E27FC236}">
                <a16:creationId xmlns:a16="http://schemas.microsoft.com/office/drawing/2014/main" id="{E1FCE6B3-794C-16AE-FC55-35C20E702CBF}"/>
              </a:ext>
            </a:extLst>
          </p:cNvPr>
          <p:cNvSpPr>
            <a:spLocks noGrp="1"/>
          </p:cNvSpPr>
          <p:nvPr>
            <p:ph type="dt" sz="half" idx="14"/>
          </p:nvPr>
        </p:nvSpPr>
        <p:spPr>
          <a:xfrm>
            <a:off x="681038" y="6356350"/>
            <a:ext cx="2228850" cy="365125"/>
          </a:xfrm>
          <a:prstGeom prst="rect">
            <a:avLst/>
          </a:prstGeom>
        </p:spPr>
        <p:txBody>
          <a:bodyPr/>
          <a:lstStyle/>
          <a:p>
            <a:fld id="{0A60F5A7-E34F-4EFE-902D-E0F4CB8DC731}" type="datetime1">
              <a:rPr kumimoji="1" lang="ja-JP" altLang="en-US" smtClean="0"/>
              <a:t>2025/7/30</a:t>
            </a:fld>
            <a:endParaRPr kumimoji="1" lang="ja-JP" altLang="en-US"/>
          </a:p>
        </p:txBody>
      </p:sp>
      <p:sp>
        <p:nvSpPr>
          <p:cNvPr id="9" name="フッター プレースホルダー 8">
            <a:extLst>
              <a:ext uri="{FF2B5EF4-FFF2-40B4-BE49-F238E27FC236}">
                <a16:creationId xmlns:a16="http://schemas.microsoft.com/office/drawing/2014/main" id="{F41C040E-FDFC-DCB3-77C7-66A680BECE6D}"/>
              </a:ext>
            </a:extLst>
          </p:cNvPr>
          <p:cNvSpPr>
            <a:spLocks noGrp="1"/>
          </p:cNvSpPr>
          <p:nvPr>
            <p:ph type="ftr" sz="quarter" idx="15"/>
          </p:nvPr>
        </p:nvSpPr>
        <p:spPr/>
        <p:txBody>
          <a:bodyPr/>
          <a:lstStyle/>
          <a:p>
            <a:endParaRPr kumimoji="1" lang="ja-JP" altLang="en-US"/>
          </a:p>
        </p:txBody>
      </p:sp>
      <p:sp>
        <p:nvSpPr>
          <p:cNvPr id="10" name="スライド番号プレースホルダー 9">
            <a:extLst>
              <a:ext uri="{FF2B5EF4-FFF2-40B4-BE49-F238E27FC236}">
                <a16:creationId xmlns:a16="http://schemas.microsoft.com/office/drawing/2014/main" id="{50DAE741-D5EB-904B-6EC2-A4B6FC316B69}"/>
              </a:ext>
            </a:extLst>
          </p:cNvPr>
          <p:cNvSpPr>
            <a:spLocks noGrp="1"/>
          </p:cNvSpPr>
          <p:nvPr>
            <p:ph type="sldNum" sz="quarter" idx="16"/>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4" name="text">
            <a:extLst>
              <a:ext uri="{FF2B5EF4-FFF2-40B4-BE49-F238E27FC236}">
                <a16:creationId xmlns:a16="http://schemas.microsoft.com/office/drawing/2014/main" id="{889C65C6-90AE-2AED-827F-AAB3F176EEC5}"/>
              </a:ext>
            </a:extLst>
          </p:cNvPr>
          <p:cNvSpPr>
            <a:spLocks noGrp="1"/>
          </p:cNvSpPr>
          <p:nvPr>
            <p:ph type="body" sz="quarter" idx="17"/>
          </p:nvPr>
        </p:nvSpPr>
        <p:spPr>
          <a:xfrm>
            <a:off x="589400" y="959063"/>
            <a:ext cx="8726710" cy="406529"/>
          </a:xfrm>
          <a:prstGeom prst="rect">
            <a:avLst/>
          </a:prstGeom>
          <a:solidFill>
            <a:schemeClr val="bg2"/>
          </a:solidFill>
        </p:spPr>
        <p:txBody>
          <a:bodyPr anchor="ctr"/>
          <a:lstStyle>
            <a:lvl1pPr marL="0" indent="0">
              <a:spcBef>
                <a:spcPts val="0"/>
              </a:spcBef>
              <a:buNone/>
              <a:defRPr sz="1400">
                <a:latin typeface="+mj-lt"/>
              </a:defRPr>
            </a:lvl1pPr>
          </a:lstStyle>
          <a:p>
            <a:pPr lvl="0"/>
            <a:endParaRPr kumimoji="1" lang="ja-JP" altLang="en-US" dirty="0"/>
          </a:p>
        </p:txBody>
      </p:sp>
      <p:sp>
        <p:nvSpPr>
          <p:cNvPr id="5" name="page_title">
            <a:extLst>
              <a:ext uri="{FF2B5EF4-FFF2-40B4-BE49-F238E27FC236}">
                <a16:creationId xmlns:a16="http://schemas.microsoft.com/office/drawing/2014/main" id="{188CD24E-58A9-121A-B175-E1B429951FDD}"/>
              </a:ext>
            </a:extLst>
          </p:cNvPr>
          <p:cNvSpPr>
            <a:spLocks noGrp="1"/>
          </p:cNvSpPr>
          <p:nvPr>
            <p:ph type="body" sz="quarter" idx="10"/>
          </p:nvPr>
        </p:nvSpPr>
        <p:spPr>
          <a:xfrm>
            <a:off x="186635" y="392740"/>
            <a:ext cx="9602215" cy="365125"/>
          </a:xfrm>
          <a:prstGeom prst="rect">
            <a:avLst/>
          </a:prstGeom>
          <a:solidFill>
            <a:schemeClr val="accent6">
              <a:lumMod val="75000"/>
              <a:lumOff val="25000"/>
            </a:schemeClr>
          </a:solidFill>
        </p:spPr>
        <p:txBody>
          <a:bodyPr anchor="ctr"/>
          <a:lstStyle>
            <a:lvl1pPr marL="0" indent="0">
              <a:buNone/>
              <a:defRPr sz="180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3310723904"/>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_summary">
    <p:spTree>
      <p:nvGrpSpPr>
        <p:cNvPr id="1" name=""/>
        <p:cNvGrpSpPr/>
        <p:nvPr/>
      </p:nvGrpSpPr>
      <p:grpSpPr>
        <a:xfrm>
          <a:off x="0" y="0"/>
          <a:ext cx="0" cy="0"/>
          <a:chOff x="0" y="0"/>
          <a:chExt cx="0" cy="0"/>
        </a:xfrm>
      </p:grpSpPr>
      <p:sp>
        <p:nvSpPr>
          <p:cNvPr id="4" name="contents">
            <a:extLst>
              <a:ext uri="{FF2B5EF4-FFF2-40B4-BE49-F238E27FC236}">
                <a16:creationId xmlns:a16="http://schemas.microsoft.com/office/drawing/2014/main" id="{71B6D6ED-191C-FF6D-6968-73C5FB87642B}"/>
              </a:ext>
            </a:extLst>
          </p:cNvPr>
          <p:cNvSpPr>
            <a:spLocks noGrp="1"/>
          </p:cNvSpPr>
          <p:nvPr>
            <p:ph type="tbl" sz="quarter" idx="10"/>
          </p:nvPr>
        </p:nvSpPr>
        <p:spPr>
          <a:xfrm>
            <a:off x="1355670" y="3493454"/>
            <a:ext cx="3868264" cy="1608792"/>
          </a:xfrm>
          <a:prstGeom prst="rect">
            <a:avLst/>
          </a:prstGeom>
        </p:spPr>
        <p:txBody>
          <a:bodyPr/>
          <a:lstStyle>
            <a:lvl1pPr marL="0" indent="0" algn="ctr">
              <a:buFontTx/>
              <a:buNone/>
              <a:defRPr/>
            </a:lvl1pPr>
          </a:lstStyle>
          <a:p>
            <a:endParaRPr kumimoji="1" lang="ja-JP" altLang="en-US"/>
          </a:p>
        </p:txBody>
      </p:sp>
      <p:sp>
        <p:nvSpPr>
          <p:cNvPr id="2" name="スライド番号プレースホルダー 1">
            <a:extLst>
              <a:ext uri="{FF2B5EF4-FFF2-40B4-BE49-F238E27FC236}">
                <a16:creationId xmlns:a16="http://schemas.microsoft.com/office/drawing/2014/main" id="{25371411-E224-8916-CF73-CCDDE7525C65}"/>
              </a:ext>
            </a:extLst>
          </p:cNvPr>
          <p:cNvSpPr>
            <a:spLocks noGrp="1"/>
          </p:cNvSpPr>
          <p:nvPr>
            <p:ph type="sldNum" sz="quarter" idx="12"/>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3" name="日付プレースホルダー 2">
            <a:extLst>
              <a:ext uri="{FF2B5EF4-FFF2-40B4-BE49-F238E27FC236}">
                <a16:creationId xmlns:a16="http://schemas.microsoft.com/office/drawing/2014/main" id="{3E6CE73D-7648-5701-4D50-1677D2219EC1}"/>
              </a:ext>
            </a:extLst>
          </p:cNvPr>
          <p:cNvSpPr>
            <a:spLocks noGrp="1"/>
          </p:cNvSpPr>
          <p:nvPr>
            <p:ph type="dt" sz="half" idx="13"/>
          </p:nvPr>
        </p:nvSpPr>
        <p:spPr>
          <a:xfrm>
            <a:off x="681038" y="6356350"/>
            <a:ext cx="2228850" cy="365125"/>
          </a:xfrm>
          <a:prstGeom prst="rect">
            <a:avLst/>
          </a:prstGeom>
        </p:spPr>
        <p:txBody>
          <a:bodyPr/>
          <a:lstStyle/>
          <a:p>
            <a:fld id="{823A2473-763F-426D-95BE-21E59B9920F3}"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EB9646FB-8F2F-1376-5AA3-8CAF2914BB24}"/>
              </a:ext>
            </a:extLst>
          </p:cNvPr>
          <p:cNvSpPr>
            <a:spLocks noGrp="1"/>
          </p:cNvSpPr>
          <p:nvPr>
            <p:ph type="ftr" sz="quarter" idx="14"/>
          </p:nvPr>
        </p:nvSpPr>
        <p:spPr/>
        <p:txBody>
          <a:bodyPr/>
          <a:lstStyle/>
          <a:p>
            <a:endParaRPr kumimoji="1" lang="ja-JP" altLang="en-US"/>
          </a:p>
        </p:txBody>
      </p:sp>
      <p:cxnSp>
        <p:nvCxnSpPr>
          <p:cNvPr id="8" name="直線コネクタ 7">
            <a:extLst>
              <a:ext uri="{FF2B5EF4-FFF2-40B4-BE49-F238E27FC236}">
                <a16:creationId xmlns:a16="http://schemas.microsoft.com/office/drawing/2014/main" id="{35CC5283-E194-C155-4D75-6F4F21252426}"/>
              </a:ext>
            </a:extLst>
          </p:cNvPr>
          <p:cNvCxnSpPr>
            <a:cxnSpLocks noGrp="1" noRot="1" noMove="1" noResize="1" noEditPoints="1" noAdjustHandles="1" noChangeArrowheads="1" noChangeShapeType="1"/>
          </p:cNvCxnSpPr>
          <p:nvPr userDrawn="1"/>
        </p:nvCxnSpPr>
        <p:spPr>
          <a:xfrm>
            <a:off x="1126836" y="1793424"/>
            <a:ext cx="7629237" cy="0"/>
          </a:xfrm>
          <a:prstGeom prst="line">
            <a:avLst/>
          </a:prstGeom>
          <a:ln w="9525">
            <a:solidFill>
              <a:schemeClr val="accent6">
                <a:lumMod val="75000"/>
                <a:lumOff val="25000"/>
              </a:schemeClr>
            </a:solidFill>
          </a:ln>
        </p:spPr>
        <p:style>
          <a:lnRef idx="3">
            <a:schemeClr val="accent4"/>
          </a:lnRef>
          <a:fillRef idx="0">
            <a:schemeClr val="accent4"/>
          </a:fillRef>
          <a:effectRef idx="2">
            <a:schemeClr val="accent4"/>
          </a:effectRef>
          <a:fontRef idx="minor">
            <a:schemeClr val="tx1"/>
          </a:fontRef>
        </p:style>
      </p:cxnSp>
      <p:sp>
        <p:nvSpPr>
          <p:cNvPr id="6" name="page_title_1">
            <a:extLst>
              <a:ext uri="{FF2B5EF4-FFF2-40B4-BE49-F238E27FC236}">
                <a16:creationId xmlns:a16="http://schemas.microsoft.com/office/drawing/2014/main" id="{0694C7B5-E30D-DB73-3F0D-EC58FFA06612}"/>
              </a:ext>
            </a:extLst>
          </p:cNvPr>
          <p:cNvSpPr>
            <a:spLocks noGrp="1"/>
          </p:cNvSpPr>
          <p:nvPr>
            <p:ph type="body" sz="quarter" idx="15"/>
          </p:nvPr>
        </p:nvSpPr>
        <p:spPr>
          <a:xfrm>
            <a:off x="1355670" y="1325647"/>
            <a:ext cx="7194661" cy="434665"/>
          </a:xfrm>
          <a:prstGeom prst="rect">
            <a:avLst/>
          </a:prstGeom>
          <a:noFill/>
          <a:ln>
            <a:noFill/>
          </a:ln>
        </p:spPr>
        <p:txBody>
          <a:bodyPr anchor="ctr"/>
          <a:lstStyle>
            <a:lvl1pPr marL="0" indent="0" algn="l">
              <a:buNone/>
              <a:defRPr sz="1800" b="1">
                <a:solidFill>
                  <a:schemeClr val="tx1"/>
                </a:solidFill>
              </a:defRPr>
            </a:lvl1pPr>
          </a:lstStyle>
          <a:p>
            <a:pPr lvl="0"/>
            <a:endParaRPr kumimoji="1" lang="ja-JP" altLang="en-US" dirty="0"/>
          </a:p>
        </p:txBody>
      </p:sp>
      <p:sp>
        <p:nvSpPr>
          <p:cNvPr id="16" name="page_title_2">
            <a:extLst>
              <a:ext uri="{FF2B5EF4-FFF2-40B4-BE49-F238E27FC236}">
                <a16:creationId xmlns:a16="http://schemas.microsoft.com/office/drawing/2014/main" id="{9447FCFF-25CC-9859-A574-43B22C0E8A47}"/>
              </a:ext>
            </a:extLst>
          </p:cNvPr>
          <p:cNvSpPr>
            <a:spLocks noGrp="1"/>
          </p:cNvSpPr>
          <p:nvPr>
            <p:ph type="body" sz="quarter" idx="16"/>
          </p:nvPr>
        </p:nvSpPr>
        <p:spPr>
          <a:xfrm>
            <a:off x="1355671" y="2041183"/>
            <a:ext cx="7194661" cy="973231"/>
          </a:xfrm>
          <a:prstGeom prst="rect">
            <a:avLst/>
          </a:prstGeom>
          <a:noFill/>
          <a:ln>
            <a:noFill/>
          </a:ln>
        </p:spPr>
        <p:txBody>
          <a:bodyPr anchor="ctr"/>
          <a:lstStyle>
            <a:lvl1pPr marL="0" indent="0" algn="l">
              <a:buNone/>
              <a:defRPr sz="3600" b="1">
                <a:solidFill>
                  <a:schemeClr val="tx1"/>
                </a:solidFill>
              </a:defRPr>
            </a:lvl1pPr>
          </a:lstStyle>
          <a:p>
            <a:pPr lvl="0"/>
            <a:endParaRPr kumimoji="1" lang="ja-JP" altLang="en-US" dirty="0"/>
          </a:p>
        </p:txBody>
      </p:sp>
      <p:sp>
        <p:nvSpPr>
          <p:cNvPr id="9" name="date_background">
            <a:extLst>
              <a:ext uri="{FF2B5EF4-FFF2-40B4-BE49-F238E27FC236}">
                <a16:creationId xmlns:a16="http://schemas.microsoft.com/office/drawing/2014/main" id="{791B9260-B78C-925C-F75E-9CC334FE506B}"/>
              </a:ext>
            </a:extLst>
          </p:cNvPr>
          <p:cNvSpPr>
            <a:spLocks noGrp="1"/>
          </p:cNvSpPr>
          <p:nvPr>
            <p:ph type="body" sz="quarter" idx="17"/>
          </p:nvPr>
        </p:nvSpPr>
        <p:spPr>
          <a:xfrm>
            <a:off x="4433454" y="3916110"/>
            <a:ext cx="4765964" cy="2101327"/>
          </a:xfrm>
          <a:prstGeom prst="rect">
            <a:avLst/>
          </a:prstGeom>
          <a:noFill/>
          <a:ln>
            <a:noFill/>
          </a:ln>
        </p:spPr>
        <p:txBody>
          <a:bodyPr anchor="ctr"/>
          <a:lstStyle>
            <a:lvl1pPr marL="0" indent="0" algn="r">
              <a:buNone/>
              <a:defRPr sz="12000" b="1">
                <a:solidFill>
                  <a:srgbClr val="D9E6FF"/>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2255129410"/>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ummary_month_over_month_b">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3496469" y="899699"/>
            <a:ext cx="6041231" cy="3341251"/>
          </a:xfrm>
          <a:prstGeom prst="rect">
            <a:avLst/>
          </a:prstGeom>
        </p:spPr>
        <p:txBody>
          <a:bodyPr/>
          <a:lstStyle/>
          <a:p>
            <a:endParaRPr kumimoji="1" lang="ja-JP" altLang="en-US" dirty="0"/>
          </a:p>
        </p:txBody>
      </p:sp>
      <p:sp>
        <p:nvSpPr>
          <p:cNvPr id="27" name="donuts_1">
            <a:extLst>
              <a:ext uri="{FF2B5EF4-FFF2-40B4-BE49-F238E27FC236}">
                <a16:creationId xmlns:a16="http://schemas.microsoft.com/office/drawing/2014/main" id="{C14D1393-DF27-B36E-3C23-4BBE025A87C3}"/>
              </a:ext>
            </a:extLst>
          </p:cNvPr>
          <p:cNvSpPr>
            <a:spLocks noGrp="1"/>
          </p:cNvSpPr>
          <p:nvPr>
            <p:ph type="pic" sz="quarter" idx="26"/>
          </p:nvPr>
        </p:nvSpPr>
        <p:spPr>
          <a:xfrm>
            <a:off x="1199825" y="1340173"/>
            <a:ext cx="2487937" cy="2162230"/>
          </a:xfrm>
          <a:prstGeom prst="rect">
            <a:avLst/>
          </a:prstGeom>
        </p:spPr>
        <p:txBody>
          <a:bodyPr/>
          <a:lstStyle/>
          <a:p>
            <a:endParaRPr kumimoji="1" lang="ja-JP" altLang="en-US" dirty="0"/>
          </a:p>
        </p:txBody>
      </p:sp>
      <p:sp>
        <p:nvSpPr>
          <p:cNvPr id="9" name="date">
            <a:extLst>
              <a:ext uri="{FF2B5EF4-FFF2-40B4-BE49-F238E27FC236}">
                <a16:creationId xmlns:a16="http://schemas.microsoft.com/office/drawing/2014/main" id="{031B078C-8CFC-1BD0-1CB3-E4EDC3D40545}"/>
              </a:ext>
            </a:extLst>
          </p:cNvPr>
          <p:cNvSpPr>
            <a:spLocks noGrp="1"/>
          </p:cNvSpPr>
          <p:nvPr>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sp>
        <p:nvSpPr>
          <p:cNvPr id="11" name="subtitle_2_e">
            <a:extLst>
              <a:ext uri="{FF2B5EF4-FFF2-40B4-BE49-F238E27FC236}">
                <a16:creationId xmlns:a16="http://schemas.microsoft.com/office/drawing/2014/main" id="{2E89A69E-DF7B-AABA-B4FC-B2D1C409B868}"/>
              </a:ext>
            </a:extLst>
          </p:cNvPr>
          <p:cNvSpPr>
            <a:spLocks noGrp="1"/>
          </p:cNvSpPr>
          <p:nvPr>
            <p:ph type="body" sz="quarter" idx="18"/>
          </p:nvPr>
        </p:nvSpPr>
        <p:spPr>
          <a:xfrm>
            <a:off x="358486" y="4042076"/>
            <a:ext cx="1757748" cy="292882"/>
          </a:xfrm>
          <a:prstGeom prst="rect">
            <a:avLst/>
          </a:prstGeom>
        </p:spPr>
        <p:txBody>
          <a:bodyPr lIns="90000" anchor="ctr"/>
          <a:lstStyle>
            <a:lvl1pPr marL="0" indent="0" algn="l">
              <a:buNone/>
              <a:defRPr sz="1600" b="1">
                <a:latin typeface="Arial" panose="020B0604020202020204" pitchFamily="34" charset="0"/>
                <a:cs typeface="Arial" panose="020B0604020202020204" pitchFamily="34" charset="0"/>
              </a:defRPr>
            </a:lvl1pPr>
          </a:lstStyle>
          <a:p>
            <a:pPr lvl="0"/>
            <a:endParaRPr kumimoji="1" lang="ja-JP" altLang="en-US" dirty="0"/>
          </a:p>
        </p:txBody>
      </p:sp>
      <p:sp>
        <p:nvSpPr>
          <p:cNvPr id="13" name="top_3">
            <a:extLst>
              <a:ext uri="{FF2B5EF4-FFF2-40B4-BE49-F238E27FC236}">
                <a16:creationId xmlns:a16="http://schemas.microsoft.com/office/drawing/2014/main" id="{A4F2304C-4D8E-F286-106B-9F90CCEA1328}"/>
              </a:ext>
            </a:extLst>
          </p:cNvPr>
          <p:cNvSpPr>
            <a:spLocks noGrp="1"/>
          </p:cNvSpPr>
          <p:nvPr>
            <p:ph type="body" sz="quarter" idx="19"/>
          </p:nvPr>
        </p:nvSpPr>
        <p:spPr>
          <a:xfrm>
            <a:off x="365908" y="4739479"/>
            <a:ext cx="1758066" cy="1456735"/>
          </a:xfrm>
          <a:prstGeom prst="rect">
            <a:avLst/>
          </a:prstGeom>
        </p:spPr>
        <p:txBody>
          <a:bodyPr lIns="90000" anchor="t" anchorCtr="0"/>
          <a:lstStyle>
            <a:lvl1pPr marL="0" indent="0" algn="l">
              <a:buNone/>
              <a:defRPr sz="1600" b="1"/>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cxnSp>
        <p:nvCxnSpPr>
          <p:cNvPr id="7" name="connector_1">
            <a:extLst>
              <a:ext uri="{FF2B5EF4-FFF2-40B4-BE49-F238E27FC236}">
                <a16:creationId xmlns:a16="http://schemas.microsoft.com/office/drawing/2014/main" id="{92D79D48-F44B-0DDB-8DCD-4128A7874F8C}"/>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donuts_2">
            <a:extLst>
              <a:ext uri="{FF2B5EF4-FFF2-40B4-BE49-F238E27FC236}">
                <a16:creationId xmlns:a16="http://schemas.microsoft.com/office/drawing/2014/main" id="{18D4EAF1-154B-0521-B6FC-BBCBC9D6D5E8}"/>
              </a:ext>
            </a:extLst>
          </p:cNvPr>
          <p:cNvSpPr>
            <a:spLocks noGrp="1"/>
          </p:cNvSpPr>
          <p:nvPr>
            <p:ph type="pic" sz="quarter" idx="24"/>
          </p:nvPr>
        </p:nvSpPr>
        <p:spPr>
          <a:xfrm>
            <a:off x="7345768" y="4360859"/>
            <a:ext cx="2487937" cy="2149599"/>
          </a:xfrm>
          <a:prstGeom prst="rect">
            <a:avLst/>
          </a:prstGeom>
        </p:spPr>
        <p:txBody>
          <a:bodyPr/>
          <a:lstStyle/>
          <a:p>
            <a:endParaRPr kumimoji="1" lang="ja-JP" altLang="en-US" dirty="0"/>
          </a:p>
        </p:txBody>
      </p:sp>
      <p:sp>
        <p:nvSpPr>
          <p:cNvPr id="18" name="map">
            <a:extLst>
              <a:ext uri="{FF2B5EF4-FFF2-40B4-BE49-F238E27FC236}">
                <a16:creationId xmlns:a16="http://schemas.microsoft.com/office/drawing/2014/main" id="{81B7DC62-E416-E9E5-D3BA-6A12D5FCDB62}"/>
              </a:ext>
            </a:extLst>
          </p:cNvPr>
          <p:cNvSpPr>
            <a:spLocks noGrp="1"/>
          </p:cNvSpPr>
          <p:nvPr>
            <p:ph type="pic" sz="quarter" idx="25"/>
          </p:nvPr>
        </p:nvSpPr>
        <p:spPr>
          <a:xfrm>
            <a:off x="1760763" y="4049774"/>
            <a:ext cx="3224374" cy="2608655"/>
          </a:xfrm>
          <a:prstGeom prst="rect">
            <a:avLst/>
          </a:prstGeom>
        </p:spPr>
        <p:txBody>
          <a:bodyPr/>
          <a:lstStyle/>
          <a:p>
            <a:endParaRPr kumimoji="1" lang="ja-JP" altLang="en-US"/>
          </a:p>
        </p:txBody>
      </p:sp>
      <p:cxnSp>
        <p:nvCxnSpPr>
          <p:cNvPr id="22" name="connector_2">
            <a:extLst>
              <a:ext uri="{FF2B5EF4-FFF2-40B4-BE49-F238E27FC236}">
                <a16:creationId xmlns:a16="http://schemas.microsoft.com/office/drawing/2014/main" id="{B159D97F-2D23-269F-255D-AC1419BC92B4}"/>
              </a:ext>
            </a:extLst>
          </p:cNvPr>
          <p:cNvCxnSpPr>
            <a:cxnSpLocks noGrp="1" noRot="1" noMove="1" noResize="1" noEditPoints="1" noAdjustHandles="1" noChangeArrowheads="1" noChangeShapeType="1"/>
          </p:cNvCxnSpPr>
          <p:nvPr userDrawn="1"/>
        </p:nvCxnSpPr>
        <p:spPr>
          <a:xfrm flipH="1">
            <a:off x="358775" y="3848575"/>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connector_3">
            <a:extLst>
              <a:ext uri="{FF2B5EF4-FFF2-40B4-BE49-F238E27FC236}">
                <a16:creationId xmlns:a16="http://schemas.microsoft.com/office/drawing/2014/main" id="{BECF596B-D7E7-52D7-F3B7-E0E7825280C0}"/>
              </a:ext>
            </a:extLst>
          </p:cNvPr>
          <p:cNvCxnSpPr>
            <a:cxnSpLocks noGrp="1" noRot="1" noMove="1" noResize="1" noEditPoints="1" noAdjustHandles="1" noChangeArrowheads="1" noChangeShapeType="1"/>
          </p:cNvCxnSpPr>
          <p:nvPr userDrawn="1"/>
        </p:nvCxnSpPr>
        <p:spPr>
          <a:xfrm>
            <a:off x="5110019" y="4159262"/>
            <a:ext cx="0" cy="2278455"/>
          </a:xfrm>
          <a:prstGeom prst="line">
            <a:avLst/>
          </a:prstGeom>
          <a:ln w="9525"/>
        </p:spPr>
        <p:style>
          <a:lnRef idx="1">
            <a:schemeClr val="dk1"/>
          </a:lnRef>
          <a:fillRef idx="0">
            <a:schemeClr val="dk1"/>
          </a:fillRef>
          <a:effectRef idx="0">
            <a:schemeClr val="dk1"/>
          </a:effectRef>
          <a:fontRef idx="minor">
            <a:schemeClr val="tx1"/>
          </a:fontRef>
        </p:style>
      </p:cxnSp>
      <p:sp>
        <p:nvSpPr>
          <p:cNvPr id="28" name="subtitle_1_e">
            <a:extLst>
              <a:ext uri="{FF2B5EF4-FFF2-40B4-BE49-F238E27FC236}">
                <a16:creationId xmlns:a16="http://schemas.microsoft.com/office/drawing/2014/main" id="{1617D783-17B5-0AA3-1310-DB78D794ED89}"/>
              </a:ext>
            </a:extLst>
          </p:cNvPr>
          <p:cNvSpPr>
            <a:spLocks noGrp="1"/>
          </p:cNvSpPr>
          <p:nvPr>
            <p:ph type="body" sz="quarter" idx="27"/>
          </p:nvPr>
        </p:nvSpPr>
        <p:spPr>
          <a:xfrm>
            <a:off x="358775" y="875805"/>
            <a:ext cx="1853728" cy="292880"/>
          </a:xfrm>
          <a:prstGeom prst="rect">
            <a:avLst/>
          </a:prstGeom>
        </p:spPr>
        <p:txBody>
          <a:bodyPr lIns="90000" anchor="ctr"/>
          <a:lstStyle>
            <a:lvl1pPr marL="0" indent="0" algn="l">
              <a:buNone/>
              <a:defRPr sz="1600" b="1">
                <a:latin typeface="Arial" panose="020B0604020202020204" pitchFamily="34" charset="0"/>
                <a:cs typeface="Arial" panose="020B0604020202020204" pitchFamily="34" charset="0"/>
              </a:defRPr>
            </a:lvl1pPr>
          </a:lstStyle>
          <a:p>
            <a:pPr lvl="0"/>
            <a:endParaRPr kumimoji="1" lang="ja-JP" altLang="en-US" dirty="0"/>
          </a:p>
        </p:txBody>
      </p:sp>
      <p:sp>
        <p:nvSpPr>
          <p:cNvPr id="29" name="subtitle_3_e">
            <a:extLst>
              <a:ext uri="{FF2B5EF4-FFF2-40B4-BE49-F238E27FC236}">
                <a16:creationId xmlns:a16="http://schemas.microsoft.com/office/drawing/2014/main" id="{9C8795B4-92FD-C3CA-3B2D-2791680E85D1}"/>
              </a:ext>
            </a:extLst>
          </p:cNvPr>
          <p:cNvSpPr>
            <a:spLocks noGrp="1"/>
          </p:cNvSpPr>
          <p:nvPr>
            <p:ph type="body" sz="quarter" idx="28"/>
          </p:nvPr>
        </p:nvSpPr>
        <p:spPr>
          <a:xfrm>
            <a:off x="5268202" y="4049774"/>
            <a:ext cx="1780843" cy="284772"/>
          </a:xfrm>
          <a:prstGeom prst="rect">
            <a:avLst/>
          </a:prstGeom>
        </p:spPr>
        <p:txBody>
          <a:bodyPr lIns="90000" anchor="ctr"/>
          <a:lstStyle>
            <a:lvl1pPr marL="0" indent="0" algn="l">
              <a:buNone/>
              <a:defRPr sz="1600" b="1">
                <a:latin typeface="Arial" panose="020B0604020202020204" pitchFamily="34" charset="0"/>
                <a:cs typeface="Arial" panose="020B0604020202020204" pitchFamily="34" charset="0"/>
              </a:defRPr>
            </a:lvl1pPr>
          </a:lstStyle>
          <a:p>
            <a:pPr lvl="0"/>
            <a:endParaRPr kumimoji="1" lang="ja-JP" altLang="en-US" dirty="0"/>
          </a:p>
        </p:txBody>
      </p:sp>
      <p:sp>
        <p:nvSpPr>
          <p:cNvPr id="30" name="subtitle_3_j">
            <a:extLst>
              <a:ext uri="{FF2B5EF4-FFF2-40B4-BE49-F238E27FC236}">
                <a16:creationId xmlns:a16="http://schemas.microsoft.com/office/drawing/2014/main" id="{FB445A43-1221-A29C-7878-F10A03E338EB}"/>
              </a:ext>
            </a:extLst>
          </p:cNvPr>
          <p:cNvSpPr>
            <a:spLocks noGrp="1"/>
          </p:cNvSpPr>
          <p:nvPr>
            <p:ph type="body" sz="quarter" idx="29"/>
          </p:nvPr>
        </p:nvSpPr>
        <p:spPr>
          <a:xfrm>
            <a:off x="5268202" y="4456034"/>
            <a:ext cx="1428538" cy="160764"/>
          </a:xfrm>
          <a:prstGeom prst="rect">
            <a:avLst/>
          </a:prstGeom>
        </p:spPr>
        <p:txBody>
          <a:bodyPr lIns="90000" anchor="ctr"/>
          <a:lstStyle>
            <a:lvl1pPr marL="0" indent="0" algn="l">
              <a:buNone/>
              <a:defRPr sz="1000" b="1"/>
            </a:lvl1pPr>
          </a:lstStyle>
          <a:p>
            <a:pPr lvl="0"/>
            <a:endParaRPr kumimoji="1" lang="ja-JP" altLang="en-US" dirty="0"/>
          </a:p>
        </p:txBody>
      </p:sp>
      <p:sp>
        <p:nvSpPr>
          <p:cNvPr id="32" name="subtitle_1_j">
            <a:extLst>
              <a:ext uri="{FF2B5EF4-FFF2-40B4-BE49-F238E27FC236}">
                <a16:creationId xmlns:a16="http://schemas.microsoft.com/office/drawing/2014/main" id="{E9372816-A6E8-D7C2-5303-6CA0331B8B48}"/>
              </a:ext>
            </a:extLst>
          </p:cNvPr>
          <p:cNvSpPr>
            <a:spLocks noGrp="1"/>
          </p:cNvSpPr>
          <p:nvPr>
            <p:ph type="body" sz="quarter" idx="30"/>
          </p:nvPr>
        </p:nvSpPr>
        <p:spPr>
          <a:xfrm>
            <a:off x="358775" y="1347627"/>
            <a:ext cx="1428538" cy="160764"/>
          </a:xfrm>
          <a:prstGeom prst="rect">
            <a:avLst/>
          </a:prstGeom>
        </p:spPr>
        <p:txBody>
          <a:bodyPr lIns="90000" anchor="ctr"/>
          <a:lstStyle>
            <a:lvl1pPr marL="0" indent="0" algn="l">
              <a:buNone/>
              <a:defRPr sz="1000" b="1"/>
            </a:lvl1pPr>
          </a:lstStyle>
          <a:p>
            <a:pPr lvl="0"/>
            <a:endParaRPr kumimoji="1" lang="ja-JP" altLang="en-US" dirty="0"/>
          </a:p>
        </p:txBody>
      </p:sp>
      <p:sp>
        <p:nvSpPr>
          <p:cNvPr id="33" name="subtitle_2_j">
            <a:extLst>
              <a:ext uri="{FF2B5EF4-FFF2-40B4-BE49-F238E27FC236}">
                <a16:creationId xmlns:a16="http://schemas.microsoft.com/office/drawing/2014/main" id="{E095DA24-F467-18EB-64D0-F6E0E9317498}"/>
              </a:ext>
            </a:extLst>
          </p:cNvPr>
          <p:cNvSpPr>
            <a:spLocks noGrp="1"/>
          </p:cNvSpPr>
          <p:nvPr>
            <p:ph type="body" sz="quarter" idx="31"/>
          </p:nvPr>
        </p:nvSpPr>
        <p:spPr>
          <a:xfrm>
            <a:off x="358486" y="4453219"/>
            <a:ext cx="1428538" cy="160764"/>
          </a:xfrm>
          <a:prstGeom prst="rect">
            <a:avLst/>
          </a:prstGeom>
        </p:spPr>
        <p:txBody>
          <a:bodyPr lIns="90000" anchor="ctr"/>
          <a:lstStyle>
            <a:lvl1pPr marL="0" indent="0" algn="l">
              <a:buNone/>
              <a:defRPr sz="1000" b="1"/>
            </a:lvl1pPr>
          </a:lstStyle>
          <a:p>
            <a:pPr lvl="0"/>
            <a:endParaRPr kumimoji="1" lang="ja-JP" altLang="en-US" dirty="0"/>
          </a:p>
        </p:txBody>
      </p:sp>
      <p:sp>
        <p:nvSpPr>
          <p:cNvPr id="2" name="gender_total">
            <a:extLst>
              <a:ext uri="{FF2B5EF4-FFF2-40B4-BE49-F238E27FC236}">
                <a16:creationId xmlns:a16="http://schemas.microsoft.com/office/drawing/2014/main" id="{FECB72E0-554F-7C23-88A4-D414BBF84E16}"/>
              </a:ext>
            </a:extLst>
          </p:cNvPr>
          <p:cNvSpPr>
            <a:spLocks noGrp="1"/>
          </p:cNvSpPr>
          <p:nvPr>
            <p:ph type="body" sz="quarter" idx="32"/>
          </p:nvPr>
        </p:nvSpPr>
        <p:spPr>
          <a:xfrm>
            <a:off x="356672" y="1629786"/>
            <a:ext cx="1647304" cy="1456735"/>
          </a:xfrm>
          <a:prstGeom prst="rect">
            <a:avLst/>
          </a:prstGeom>
        </p:spPr>
        <p:txBody>
          <a:bodyPr lIns="90000" anchor="t" anchorCtr="0"/>
          <a:lstStyle>
            <a:lvl1pPr marL="0" indent="0" algn="l">
              <a:buNone/>
              <a:defRPr sz="1600" b="1"/>
            </a:lvl1pPr>
          </a:lstStyle>
          <a:p>
            <a:pPr lvl="0"/>
            <a:endParaRPr kumimoji="1" lang="ja-JP" altLang="en-US" dirty="0"/>
          </a:p>
        </p:txBody>
      </p:sp>
      <p:sp>
        <p:nvSpPr>
          <p:cNvPr id="4" name="device_top_3">
            <a:extLst>
              <a:ext uri="{FF2B5EF4-FFF2-40B4-BE49-F238E27FC236}">
                <a16:creationId xmlns:a16="http://schemas.microsoft.com/office/drawing/2014/main" id="{771FDBDD-A745-5E97-C4A2-A934A18FE6E0}"/>
              </a:ext>
            </a:extLst>
          </p:cNvPr>
          <p:cNvSpPr>
            <a:spLocks noGrp="1"/>
          </p:cNvSpPr>
          <p:nvPr>
            <p:ph type="body" sz="quarter" idx="33"/>
          </p:nvPr>
        </p:nvSpPr>
        <p:spPr>
          <a:xfrm>
            <a:off x="5269170" y="4739478"/>
            <a:ext cx="2388741" cy="1456735"/>
          </a:xfrm>
          <a:prstGeom prst="rect">
            <a:avLst/>
          </a:prstGeom>
        </p:spPr>
        <p:txBody>
          <a:bodyPr lIns="90000" anchor="t" anchorCtr="0"/>
          <a:lstStyle>
            <a:lvl1pPr marL="0" indent="0" algn="l">
              <a:buNone/>
              <a:defRPr sz="1600" b="1"/>
            </a:lvl1pPr>
          </a:lstStyle>
          <a:p>
            <a:pPr lvl="0"/>
            <a:endParaRPr kumimoji="1" lang="ja-JP" altLang="en-US" dirty="0"/>
          </a:p>
        </p:txBody>
      </p:sp>
      <p:sp>
        <p:nvSpPr>
          <p:cNvPr id="8" name="caption">
            <a:extLst>
              <a:ext uri="{FF2B5EF4-FFF2-40B4-BE49-F238E27FC236}">
                <a16:creationId xmlns:a16="http://schemas.microsoft.com/office/drawing/2014/main" id="{E504BA81-7899-6828-9904-C3C2D1339FC9}"/>
              </a:ext>
            </a:extLst>
          </p:cNvPr>
          <p:cNvSpPr>
            <a:spLocks noGrp="1"/>
          </p:cNvSpPr>
          <p:nvPr>
            <p:ph type="body" sz="quarter" idx="20"/>
          </p:nvPr>
        </p:nvSpPr>
        <p:spPr>
          <a:xfrm>
            <a:off x="358486" y="3547621"/>
            <a:ext cx="3176110" cy="229836"/>
          </a:xfrm>
          <a:prstGeom prst="rect">
            <a:avLst/>
          </a:prstGeom>
        </p:spPr>
        <p:txBody>
          <a:bodyPr lIns="90000" anchor="ctr" anchorCtr="0"/>
          <a:lstStyle>
            <a:lvl1pPr marL="0" indent="0" algn="l">
              <a:spcBef>
                <a:spcPts val="0"/>
              </a:spcBef>
              <a:buNone/>
              <a:defRPr sz="700">
                <a:latin typeface="+mn-lt"/>
              </a:defRPr>
            </a:lvl1pPr>
          </a:lstStyle>
          <a:p>
            <a:pPr lvl="0"/>
            <a:endParaRPr kumimoji="1" lang="ja-JP" altLang="en-US" dirty="0"/>
          </a:p>
        </p:txBody>
      </p:sp>
      <p:sp>
        <p:nvSpPr>
          <p:cNvPr id="10" name="donuts_icon_1">
            <a:extLst>
              <a:ext uri="{FF2B5EF4-FFF2-40B4-BE49-F238E27FC236}">
                <a16:creationId xmlns:a16="http://schemas.microsoft.com/office/drawing/2014/main" id="{268BD3F0-29E9-116B-55B8-CC89093AAECB}"/>
              </a:ext>
            </a:extLst>
          </p:cNvPr>
          <p:cNvSpPr>
            <a:spLocks noGrp="1"/>
          </p:cNvSpPr>
          <p:nvPr>
            <p:ph type="pic" sz="quarter" idx="34"/>
          </p:nvPr>
        </p:nvSpPr>
        <p:spPr>
          <a:xfrm>
            <a:off x="2173769" y="2151288"/>
            <a:ext cx="540000" cy="540000"/>
          </a:xfrm>
          <a:prstGeom prst="rect">
            <a:avLst/>
          </a:prstGeom>
        </p:spPr>
        <p:txBody>
          <a:bodyPr/>
          <a:lstStyle>
            <a:lvl1pPr>
              <a:defRPr lang="ja-JP" altLang="en-US" dirty="0"/>
            </a:lvl1pPr>
          </a:lstStyle>
          <a:p>
            <a:endParaRPr kumimoji="1" lang="ja-JP" altLang="en-US" dirty="0"/>
          </a:p>
        </p:txBody>
      </p:sp>
      <p:sp>
        <p:nvSpPr>
          <p:cNvPr id="12" name="donuts_icon_2">
            <a:extLst>
              <a:ext uri="{FF2B5EF4-FFF2-40B4-BE49-F238E27FC236}">
                <a16:creationId xmlns:a16="http://schemas.microsoft.com/office/drawing/2014/main" id="{42122BE4-C287-A710-A4FA-4F8C4470BC49}"/>
              </a:ext>
            </a:extLst>
          </p:cNvPr>
          <p:cNvSpPr>
            <a:spLocks noGrp="1"/>
          </p:cNvSpPr>
          <p:nvPr>
            <p:ph type="pic" sz="quarter" idx="35"/>
          </p:nvPr>
        </p:nvSpPr>
        <p:spPr>
          <a:xfrm>
            <a:off x="8319736" y="5160317"/>
            <a:ext cx="540000" cy="540000"/>
          </a:xfrm>
          <a:prstGeom prst="rect">
            <a:avLst/>
          </a:prstGeom>
        </p:spPr>
        <p:txBody>
          <a:bodyPr/>
          <a:lstStyle/>
          <a:p>
            <a:endParaRPr kumimoji="1" lang="ja-JP" altLang="en-US" dirty="0"/>
          </a:p>
        </p:txBody>
      </p:sp>
      <p:sp>
        <p:nvSpPr>
          <p:cNvPr id="14" name="legend_blue_1_1">
            <a:extLst>
              <a:ext uri="{FF2B5EF4-FFF2-40B4-BE49-F238E27FC236}">
                <a16:creationId xmlns:a16="http://schemas.microsoft.com/office/drawing/2014/main" id="{7A108BF1-C4F6-5340-E81A-B2019A14D4D5}"/>
              </a:ext>
            </a:extLst>
          </p:cNvPr>
          <p:cNvSpPr>
            <a:spLocks noGrp="1" noRot="1" noMove="1" noResize="1" noEditPoints="1" noAdjustHandles="1" noChangeArrowheads="1" noChangeShapeType="1"/>
          </p:cNvSpPr>
          <p:nvPr userDrawn="1"/>
        </p:nvSpPr>
        <p:spPr>
          <a:xfrm>
            <a:off x="8698512" y="1245600"/>
            <a:ext cx="108000" cy="108000"/>
          </a:xfrm>
          <a:prstGeom prst="rect">
            <a:avLst/>
          </a:prstGeom>
          <a:solidFill>
            <a:srgbClr val="0017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legend_1_1">
            <a:extLst>
              <a:ext uri="{FF2B5EF4-FFF2-40B4-BE49-F238E27FC236}">
                <a16:creationId xmlns:a16="http://schemas.microsoft.com/office/drawing/2014/main" id="{92469F83-E1D9-6B51-3A1E-91134B2BFCE3}"/>
              </a:ext>
            </a:extLst>
          </p:cNvPr>
          <p:cNvSpPr>
            <a:spLocks noGrp="1"/>
          </p:cNvSpPr>
          <p:nvPr>
            <p:ph type="body" sz="quarter" idx="36"/>
          </p:nvPr>
        </p:nvSpPr>
        <p:spPr>
          <a:xfrm>
            <a:off x="8841981" y="1245600"/>
            <a:ext cx="345600" cy="107977"/>
          </a:xfrm>
          <a:prstGeom prst="rect">
            <a:avLst/>
          </a:prstGeom>
        </p:spPr>
        <p:txBody>
          <a:bodyPr lIns="0" tIns="0" rIns="0" bIns="0" anchor="ctr"/>
          <a:lstStyle>
            <a:lvl1pPr marL="0" indent="0" algn="l">
              <a:buNone/>
              <a:defRPr sz="700" b="0"/>
            </a:lvl1pPr>
          </a:lstStyle>
          <a:p>
            <a:pPr lvl="0"/>
            <a:endParaRPr kumimoji="1" lang="ja-JP" altLang="en-US" dirty="0"/>
          </a:p>
        </p:txBody>
      </p:sp>
      <p:sp>
        <p:nvSpPr>
          <p:cNvPr id="16" name="legend_blue_1_2">
            <a:extLst>
              <a:ext uri="{FF2B5EF4-FFF2-40B4-BE49-F238E27FC236}">
                <a16:creationId xmlns:a16="http://schemas.microsoft.com/office/drawing/2014/main" id="{DA45E840-C3BD-9E25-ED36-7B6CE45FB9DC}"/>
              </a:ext>
            </a:extLst>
          </p:cNvPr>
          <p:cNvSpPr>
            <a:spLocks noGrp="1" noRot="1" noMove="1" noResize="1" noEditPoints="1" noAdjustHandles="1" noChangeArrowheads="1" noChangeShapeType="1"/>
          </p:cNvSpPr>
          <p:nvPr userDrawn="1"/>
        </p:nvSpPr>
        <p:spPr>
          <a:xfrm>
            <a:off x="9148989" y="1245600"/>
            <a:ext cx="108000" cy="108000"/>
          </a:xfrm>
          <a:prstGeom prst="rect">
            <a:avLst/>
          </a:prstGeom>
          <a:solidFill>
            <a:srgbClr val="9DB7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legend_1_2">
            <a:extLst>
              <a:ext uri="{FF2B5EF4-FFF2-40B4-BE49-F238E27FC236}">
                <a16:creationId xmlns:a16="http://schemas.microsoft.com/office/drawing/2014/main" id="{C65A6301-78CB-4C98-DEDF-D6BAA9385FA3}"/>
              </a:ext>
            </a:extLst>
          </p:cNvPr>
          <p:cNvSpPr>
            <a:spLocks noGrp="1"/>
          </p:cNvSpPr>
          <p:nvPr>
            <p:ph type="body" sz="quarter" idx="37"/>
          </p:nvPr>
        </p:nvSpPr>
        <p:spPr>
          <a:xfrm>
            <a:off x="9292460" y="1245600"/>
            <a:ext cx="343896" cy="108000"/>
          </a:xfrm>
          <a:prstGeom prst="rect">
            <a:avLst/>
          </a:prstGeom>
        </p:spPr>
        <p:txBody>
          <a:bodyPr lIns="0" tIns="0" rIns="0" bIns="0" anchor="ctr"/>
          <a:lstStyle>
            <a:lvl1pPr marL="0" indent="0" algn="l">
              <a:buNone/>
              <a:defRPr sz="700" b="0"/>
            </a:lvl1pPr>
          </a:lstStyle>
          <a:p>
            <a:pPr lvl="0"/>
            <a:endParaRPr kumimoji="1" lang="en-US" altLang="ja-JP" dirty="0"/>
          </a:p>
        </p:txBody>
      </p:sp>
      <p:sp>
        <p:nvSpPr>
          <p:cNvPr id="20" name="legend_blue_2_1">
            <a:extLst>
              <a:ext uri="{FF2B5EF4-FFF2-40B4-BE49-F238E27FC236}">
                <a16:creationId xmlns:a16="http://schemas.microsoft.com/office/drawing/2014/main" id="{C4768B4F-366B-95A0-F013-E5F3990809F6}"/>
              </a:ext>
            </a:extLst>
          </p:cNvPr>
          <p:cNvSpPr>
            <a:spLocks noGrp="1" noRot="1" noMove="1" noResize="1" noEditPoints="1" noAdjustHandles="1" noChangeArrowheads="1" noChangeShapeType="1"/>
          </p:cNvSpPr>
          <p:nvPr userDrawn="1"/>
        </p:nvSpPr>
        <p:spPr>
          <a:xfrm>
            <a:off x="5389200" y="6141600"/>
            <a:ext cx="108000" cy="108000"/>
          </a:xfrm>
          <a:prstGeom prst="rect">
            <a:avLst/>
          </a:prstGeom>
          <a:solidFill>
            <a:srgbClr val="0017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legend_2_1">
            <a:extLst>
              <a:ext uri="{FF2B5EF4-FFF2-40B4-BE49-F238E27FC236}">
                <a16:creationId xmlns:a16="http://schemas.microsoft.com/office/drawing/2014/main" id="{15A00789-5D87-B3ED-C4E8-174B9DB95121}"/>
              </a:ext>
            </a:extLst>
          </p:cNvPr>
          <p:cNvSpPr>
            <a:spLocks noGrp="1"/>
          </p:cNvSpPr>
          <p:nvPr>
            <p:ph type="body" sz="quarter" idx="38"/>
          </p:nvPr>
        </p:nvSpPr>
        <p:spPr>
          <a:xfrm>
            <a:off x="5544000" y="6156000"/>
            <a:ext cx="903849" cy="110223"/>
          </a:xfrm>
          <a:prstGeom prst="rect">
            <a:avLst/>
          </a:prstGeom>
        </p:spPr>
        <p:txBody>
          <a:bodyPr lIns="0" tIns="0" rIns="0" bIns="0" anchor="ctr"/>
          <a:lstStyle>
            <a:lvl1pPr marL="0" indent="0" algn="l">
              <a:buNone/>
              <a:defRPr sz="700" b="0"/>
            </a:lvl1pPr>
          </a:lstStyle>
          <a:p>
            <a:pPr lvl="0"/>
            <a:endParaRPr kumimoji="1" lang="ja-JP" altLang="en-US" dirty="0"/>
          </a:p>
        </p:txBody>
      </p:sp>
      <p:sp>
        <p:nvSpPr>
          <p:cNvPr id="25" name="legend_blue_2_2">
            <a:extLst>
              <a:ext uri="{FF2B5EF4-FFF2-40B4-BE49-F238E27FC236}">
                <a16:creationId xmlns:a16="http://schemas.microsoft.com/office/drawing/2014/main" id="{13647292-6030-FBFA-345F-D31265E5C266}"/>
              </a:ext>
            </a:extLst>
          </p:cNvPr>
          <p:cNvSpPr>
            <a:spLocks noGrp="1" noRot="1" noMove="1" noResize="1" noEditPoints="1" noAdjustHandles="1" noChangeArrowheads="1" noChangeShapeType="1"/>
          </p:cNvSpPr>
          <p:nvPr userDrawn="1"/>
        </p:nvSpPr>
        <p:spPr>
          <a:xfrm>
            <a:off x="6343200" y="6141600"/>
            <a:ext cx="108000" cy="108000"/>
          </a:xfrm>
          <a:prstGeom prst="rect">
            <a:avLst/>
          </a:prstGeom>
          <a:solidFill>
            <a:srgbClr val="4979F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legend_2_2">
            <a:extLst>
              <a:ext uri="{FF2B5EF4-FFF2-40B4-BE49-F238E27FC236}">
                <a16:creationId xmlns:a16="http://schemas.microsoft.com/office/drawing/2014/main" id="{90B4C194-BAB7-29E9-CDB6-685B4E5726EC}"/>
              </a:ext>
            </a:extLst>
          </p:cNvPr>
          <p:cNvSpPr>
            <a:spLocks noGrp="1"/>
          </p:cNvSpPr>
          <p:nvPr>
            <p:ph type="body" sz="quarter" idx="39"/>
          </p:nvPr>
        </p:nvSpPr>
        <p:spPr>
          <a:xfrm>
            <a:off x="6498000" y="6156000"/>
            <a:ext cx="962789" cy="113905"/>
          </a:xfrm>
          <a:prstGeom prst="rect">
            <a:avLst/>
          </a:prstGeom>
        </p:spPr>
        <p:txBody>
          <a:bodyPr lIns="0" tIns="0" rIns="0" bIns="0" anchor="ctr"/>
          <a:lstStyle>
            <a:lvl1pPr marL="0" indent="0" algn="l">
              <a:buNone/>
              <a:defRPr sz="700" b="0"/>
            </a:lvl1pPr>
          </a:lstStyle>
          <a:p>
            <a:pPr lvl="0"/>
            <a:endParaRPr kumimoji="1" lang="en-US" altLang="ja-JP" dirty="0"/>
          </a:p>
        </p:txBody>
      </p:sp>
      <p:sp>
        <p:nvSpPr>
          <p:cNvPr id="31" name="legend_blue_2_3">
            <a:extLst>
              <a:ext uri="{FF2B5EF4-FFF2-40B4-BE49-F238E27FC236}">
                <a16:creationId xmlns:a16="http://schemas.microsoft.com/office/drawing/2014/main" id="{4CEAAB86-B79A-C08F-E5A3-2FAEE8295F3A}"/>
              </a:ext>
            </a:extLst>
          </p:cNvPr>
          <p:cNvSpPr>
            <a:spLocks noGrp="1" noRot="1" noMove="1" noResize="1" noEditPoints="1" noAdjustHandles="1" noChangeArrowheads="1" noChangeShapeType="1"/>
          </p:cNvSpPr>
          <p:nvPr userDrawn="1"/>
        </p:nvSpPr>
        <p:spPr>
          <a:xfrm>
            <a:off x="7329600" y="6141600"/>
            <a:ext cx="108000" cy="108000"/>
          </a:xfrm>
          <a:prstGeom prst="rect">
            <a:avLst/>
          </a:prstGeom>
          <a:solidFill>
            <a:srgbClr val="D9E6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5" name="legend_2_3">
            <a:extLst>
              <a:ext uri="{FF2B5EF4-FFF2-40B4-BE49-F238E27FC236}">
                <a16:creationId xmlns:a16="http://schemas.microsoft.com/office/drawing/2014/main" id="{41276F5C-AA23-F0FC-31F1-118F0D0023E9}"/>
              </a:ext>
            </a:extLst>
          </p:cNvPr>
          <p:cNvSpPr>
            <a:spLocks noGrp="1"/>
          </p:cNvSpPr>
          <p:nvPr>
            <p:ph type="body" sz="quarter" idx="40"/>
          </p:nvPr>
        </p:nvSpPr>
        <p:spPr>
          <a:xfrm>
            <a:off x="7480800" y="6156000"/>
            <a:ext cx="962789" cy="113905"/>
          </a:xfrm>
          <a:prstGeom prst="rect">
            <a:avLst/>
          </a:prstGeom>
        </p:spPr>
        <p:txBody>
          <a:bodyPr lIns="0" tIns="0" rIns="0" bIns="0" anchor="ctr"/>
          <a:lstStyle>
            <a:lvl1pPr marL="0" indent="0" algn="l">
              <a:buNone/>
              <a:defRPr sz="700" b="0"/>
            </a:lvl1pPr>
          </a:lstStyle>
          <a:p>
            <a:pPr lvl="0"/>
            <a:endParaRPr kumimoji="1" lang="en-US" altLang="ja-JP" dirty="0"/>
          </a:p>
        </p:txBody>
      </p:sp>
      <p:sp>
        <p:nvSpPr>
          <p:cNvPr id="36" name="page_title">
            <a:extLst>
              <a:ext uri="{FF2B5EF4-FFF2-40B4-BE49-F238E27FC236}">
                <a16:creationId xmlns:a16="http://schemas.microsoft.com/office/drawing/2014/main" id="{8C5BA630-8FAC-3131-5518-50A2FD2F2927}"/>
              </a:ext>
            </a:extLst>
          </p:cNvPr>
          <p:cNvSpPr>
            <a:spLocks noGrp="1"/>
          </p:cNvSpPr>
          <p:nvPr>
            <p:ph type="body" sz="quarter" idx="41"/>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Tree>
    <p:extLst>
      <p:ext uri="{BB962C8B-B14F-4D97-AF65-F5344CB8AC3E}">
        <p14:creationId xmlns:p14="http://schemas.microsoft.com/office/powerpoint/2010/main" val="5458685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ummary_month_over_month_c">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3496470" y="899699"/>
            <a:ext cx="6050756" cy="3367501"/>
          </a:xfrm>
          <a:prstGeom prst="rect">
            <a:avLst/>
          </a:prstGeom>
        </p:spPr>
        <p:txBody>
          <a:bodyPr/>
          <a:lstStyle/>
          <a:p>
            <a:endParaRPr kumimoji="1" lang="ja-JP" altLang="en-US"/>
          </a:p>
        </p:txBody>
      </p:sp>
      <p:sp>
        <p:nvSpPr>
          <p:cNvPr id="27" name="donuts">
            <a:extLst>
              <a:ext uri="{FF2B5EF4-FFF2-40B4-BE49-F238E27FC236}">
                <a16:creationId xmlns:a16="http://schemas.microsoft.com/office/drawing/2014/main" id="{C14D1393-DF27-B36E-3C23-4BBE025A87C3}"/>
              </a:ext>
            </a:extLst>
          </p:cNvPr>
          <p:cNvSpPr>
            <a:spLocks noGrp="1"/>
          </p:cNvSpPr>
          <p:nvPr>
            <p:ph type="pic" sz="quarter" idx="26"/>
          </p:nvPr>
        </p:nvSpPr>
        <p:spPr>
          <a:xfrm>
            <a:off x="366408" y="1361412"/>
            <a:ext cx="2858110" cy="2162230"/>
          </a:xfrm>
          <a:prstGeom prst="rect">
            <a:avLst/>
          </a:prstGeom>
        </p:spPr>
        <p:txBody>
          <a:bodyPr/>
          <a:lstStyle/>
          <a:p>
            <a:endParaRPr kumimoji="1" lang="ja-JP" altLang="en-US" dirty="0"/>
          </a:p>
        </p:txBody>
      </p:sp>
      <p:sp>
        <p:nvSpPr>
          <p:cNvPr id="9" name="date">
            <a:extLst>
              <a:ext uri="{FF2B5EF4-FFF2-40B4-BE49-F238E27FC236}">
                <a16:creationId xmlns:a16="http://schemas.microsoft.com/office/drawing/2014/main" id="{031B078C-8CFC-1BD0-1CB3-E4EDC3D40545}"/>
              </a:ext>
            </a:extLst>
          </p:cNvPr>
          <p:cNvSpPr>
            <a:spLocks noGrp="1"/>
          </p:cNvSpPr>
          <p:nvPr>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cxnSp>
        <p:nvCxnSpPr>
          <p:cNvPr id="7" name="connector_1">
            <a:extLst>
              <a:ext uri="{FF2B5EF4-FFF2-40B4-BE49-F238E27FC236}">
                <a16:creationId xmlns:a16="http://schemas.microsoft.com/office/drawing/2014/main" id="{92D79D48-F44B-0DDB-8DCD-4128A7874F8C}"/>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subtitle_e">
            <a:extLst>
              <a:ext uri="{FF2B5EF4-FFF2-40B4-BE49-F238E27FC236}">
                <a16:creationId xmlns:a16="http://schemas.microsoft.com/office/drawing/2014/main" id="{1617D783-17B5-0AA3-1310-DB78D794ED89}"/>
              </a:ext>
            </a:extLst>
          </p:cNvPr>
          <p:cNvSpPr>
            <a:spLocks noGrp="1"/>
          </p:cNvSpPr>
          <p:nvPr>
            <p:ph type="body" sz="quarter" idx="27"/>
          </p:nvPr>
        </p:nvSpPr>
        <p:spPr>
          <a:xfrm>
            <a:off x="358775" y="892994"/>
            <a:ext cx="1853728" cy="292880"/>
          </a:xfrm>
          <a:prstGeom prst="rect">
            <a:avLst/>
          </a:prstGeom>
        </p:spPr>
        <p:txBody>
          <a:bodyPr anchor="ctr"/>
          <a:lstStyle>
            <a:lvl1pPr marL="0" indent="0" algn="l">
              <a:buNone/>
              <a:defRPr sz="1600" b="1">
                <a:latin typeface="Arial" panose="020B0604020202020204" pitchFamily="34" charset="0"/>
                <a:cs typeface="Arial" panose="020B0604020202020204" pitchFamily="34" charset="0"/>
              </a:defRPr>
            </a:lvl1pPr>
          </a:lstStyle>
          <a:p>
            <a:pPr lvl="0"/>
            <a:endParaRPr kumimoji="1" lang="ja-JP" altLang="en-US" dirty="0"/>
          </a:p>
        </p:txBody>
      </p:sp>
      <p:sp>
        <p:nvSpPr>
          <p:cNvPr id="32" name="subtitle_j">
            <a:extLst>
              <a:ext uri="{FF2B5EF4-FFF2-40B4-BE49-F238E27FC236}">
                <a16:creationId xmlns:a16="http://schemas.microsoft.com/office/drawing/2014/main" id="{E9372816-A6E8-D7C2-5303-6CA0331B8B48}"/>
              </a:ext>
            </a:extLst>
          </p:cNvPr>
          <p:cNvSpPr>
            <a:spLocks noGrp="1"/>
          </p:cNvSpPr>
          <p:nvPr>
            <p:ph type="body" sz="quarter" idx="30"/>
          </p:nvPr>
        </p:nvSpPr>
        <p:spPr>
          <a:xfrm>
            <a:off x="367837" y="1353227"/>
            <a:ext cx="1428538" cy="160764"/>
          </a:xfrm>
          <a:prstGeom prst="rect">
            <a:avLst/>
          </a:prstGeom>
        </p:spPr>
        <p:txBody>
          <a:bodyPr anchor="ctr"/>
          <a:lstStyle>
            <a:lvl1pPr marL="0" indent="0" algn="l">
              <a:buNone/>
              <a:defRPr sz="1000" b="1"/>
            </a:lvl1pPr>
          </a:lstStyle>
          <a:p>
            <a:pPr lvl="0"/>
            <a:endParaRPr kumimoji="1" lang="ja-JP" altLang="en-US" dirty="0"/>
          </a:p>
        </p:txBody>
      </p:sp>
      <p:sp>
        <p:nvSpPr>
          <p:cNvPr id="4" name="table">
            <a:extLst>
              <a:ext uri="{FF2B5EF4-FFF2-40B4-BE49-F238E27FC236}">
                <a16:creationId xmlns:a16="http://schemas.microsoft.com/office/drawing/2014/main" id="{84BE9034-23AA-CFBB-D572-02A58A3D7B41}"/>
              </a:ext>
            </a:extLst>
          </p:cNvPr>
          <p:cNvSpPr>
            <a:spLocks noGrp="1"/>
          </p:cNvSpPr>
          <p:nvPr>
            <p:ph type="tbl" sz="quarter" idx="36"/>
          </p:nvPr>
        </p:nvSpPr>
        <p:spPr>
          <a:xfrm>
            <a:off x="469607" y="4056016"/>
            <a:ext cx="9077619" cy="2293986"/>
          </a:xfrm>
          <a:prstGeom prst="rect">
            <a:avLst/>
          </a:prstGeom>
        </p:spPr>
        <p:txBody>
          <a:bodyPr/>
          <a:lstStyle>
            <a:lvl1pPr marL="0" indent="0" algn="ctr">
              <a:buFontTx/>
              <a:buNone/>
              <a:defRPr/>
            </a:lvl1pPr>
          </a:lstStyle>
          <a:p>
            <a:endParaRPr kumimoji="1" lang="ja-JP" altLang="en-US"/>
          </a:p>
        </p:txBody>
      </p:sp>
      <p:sp>
        <p:nvSpPr>
          <p:cNvPr id="2" name="table_title">
            <a:extLst>
              <a:ext uri="{FF2B5EF4-FFF2-40B4-BE49-F238E27FC236}">
                <a16:creationId xmlns:a16="http://schemas.microsoft.com/office/drawing/2014/main" id="{938BF3DA-DD8A-7A73-F1DF-8FA32565E16E}"/>
              </a:ext>
            </a:extLst>
          </p:cNvPr>
          <p:cNvSpPr>
            <a:spLocks noGrp="1"/>
          </p:cNvSpPr>
          <p:nvPr>
            <p:ph type="body" sz="quarter" idx="37"/>
          </p:nvPr>
        </p:nvSpPr>
        <p:spPr>
          <a:xfrm>
            <a:off x="358486" y="3854818"/>
            <a:ext cx="1428538" cy="160764"/>
          </a:xfrm>
          <a:prstGeom prst="rect">
            <a:avLst/>
          </a:prstGeom>
        </p:spPr>
        <p:txBody>
          <a:bodyPr anchor="ctr"/>
          <a:lstStyle>
            <a:lvl1pPr marL="0" indent="0" algn="l">
              <a:buNone/>
              <a:defRPr sz="1000" b="1"/>
            </a:lvl1pPr>
          </a:lstStyle>
          <a:p>
            <a:pPr lvl="0"/>
            <a:endParaRPr kumimoji="1" lang="ja-JP" altLang="en-US" dirty="0"/>
          </a:p>
        </p:txBody>
      </p:sp>
      <p:sp>
        <p:nvSpPr>
          <p:cNvPr id="8" name="graph_title">
            <a:extLst>
              <a:ext uri="{FF2B5EF4-FFF2-40B4-BE49-F238E27FC236}">
                <a16:creationId xmlns:a16="http://schemas.microsoft.com/office/drawing/2014/main" id="{62FCA85E-9A5D-7EBD-7E28-532CF819719D}"/>
              </a:ext>
            </a:extLst>
          </p:cNvPr>
          <p:cNvSpPr>
            <a:spLocks noGrp="1"/>
          </p:cNvSpPr>
          <p:nvPr>
            <p:ph type="body" sz="quarter" idx="38"/>
          </p:nvPr>
        </p:nvSpPr>
        <p:spPr>
          <a:xfrm>
            <a:off x="4500000" y="1069200"/>
            <a:ext cx="1428538" cy="160764"/>
          </a:xfrm>
          <a:prstGeom prst="rect">
            <a:avLst/>
          </a:prstGeom>
        </p:spPr>
        <p:txBody>
          <a:bodyPr lIns="0" anchor="ctr"/>
          <a:lstStyle>
            <a:lvl1pPr marL="0" indent="0" algn="l">
              <a:buNone/>
              <a:defRPr sz="1000" b="1"/>
            </a:lvl1pPr>
          </a:lstStyle>
          <a:p>
            <a:pPr lvl="0"/>
            <a:endParaRPr kumimoji="1" lang="ja-JP" altLang="en-US" dirty="0"/>
          </a:p>
        </p:txBody>
      </p:sp>
      <p:sp>
        <p:nvSpPr>
          <p:cNvPr id="10" name="legend_blue">
            <a:extLst>
              <a:ext uri="{FF2B5EF4-FFF2-40B4-BE49-F238E27FC236}">
                <a16:creationId xmlns:a16="http://schemas.microsoft.com/office/drawing/2014/main" id="{14D44FEF-18EE-B2CA-F073-8BF0026F74CD}"/>
              </a:ext>
            </a:extLst>
          </p:cNvPr>
          <p:cNvSpPr>
            <a:spLocks noGrp="1" noRot="1" noMove="1" noResize="1" noEditPoints="1" noAdjustHandles="1" noChangeArrowheads="1" noChangeShapeType="1"/>
          </p:cNvSpPr>
          <p:nvPr userDrawn="1"/>
        </p:nvSpPr>
        <p:spPr>
          <a:xfrm>
            <a:off x="8698512" y="1245600"/>
            <a:ext cx="108000" cy="108000"/>
          </a:xfrm>
          <a:prstGeom prst="rect">
            <a:avLst/>
          </a:prstGeom>
          <a:solidFill>
            <a:srgbClr val="0017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legend_1">
            <a:extLst>
              <a:ext uri="{FF2B5EF4-FFF2-40B4-BE49-F238E27FC236}">
                <a16:creationId xmlns:a16="http://schemas.microsoft.com/office/drawing/2014/main" id="{6B5C2335-1035-CD2D-11EC-7FD6F40F4C4C}"/>
              </a:ext>
            </a:extLst>
          </p:cNvPr>
          <p:cNvSpPr>
            <a:spLocks noGrp="1"/>
          </p:cNvSpPr>
          <p:nvPr>
            <p:ph type="body" sz="quarter" idx="39"/>
          </p:nvPr>
        </p:nvSpPr>
        <p:spPr>
          <a:xfrm>
            <a:off x="8841981" y="1245600"/>
            <a:ext cx="345600" cy="107977"/>
          </a:xfrm>
          <a:prstGeom prst="rect">
            <a:avLst/>
          </a:prstGeom>
        </p:spPr>
        <p:txBody>
          <a:bodyPr lIns="0" tIns="0" rIns="0" bIns="0" anchor="ctr"/>
          <a:lstStyle>
            <a:lvl1pPr marL="0" indent="0" algn="l">
              <a:buNone/>
              <a:defRPr sz="700" b="0"/>
            </a:lvl1pPr>
          </a:lstStyle>
          <a:p>
            <a:pPr lvl="0"/>
            <a:endParaRPr kumimoji="1" lang="ja-JP" altLang="en-US" dirty="0"/>
          </a:p>
        </p:txBody>
      </p:sp>
      <p:sp>
        <p:nvSpPr>
          <p:cNvPr id="12" name="legend_lightblue">
            <a:extLst>
              <a:ext uri="{FF2B5EF4-FFF2-40B4-BE49-F238E27FC236}">
                <a16:creationId xmlns:a16="http://schemas.microsoft.com/office/drawing/2014/main" id="{A2E54300-66C9-E4AB-7A75-E6274DCB1D96}"/>
              </a:ext>
            </a:extLst>
          </p:cNvPr>
          <p:cNvSpPr>
            <a:spLocks noGrp="1" noRot="1" noMove="1" noResize="1" noEditPoints="1" noAdjustHandles="1" noChangeArrowheads="1" noChangeShapeType="1"/>
          </p:cNvSpPr>
          <p:nvPr userDrawn="1"/>
        </p:nvSpPr>
        <p:spPr>
          <a:xfrm>
            <a:off x="9148989" y="1245600"/>
            <a:ext cx="108000" cy="108000"/>
          </a:xfrm>
          <a:prstGeom prst="rect">
            <a:avLst/>
          </a:prstGeom>
          <a:solidFill>
            <a:srgbClr val="9DB7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legend_2">
            <a:extLst>
              <a:ext uri="{FF2B5EF4-FFF2-40B4-BE49-F238E27FC236}">
                <a16:creationId xmlns:a16="http://schemas.microsoft.com/office/drawing/2014/main" id="{77E92083-DDD3-EFDC-7899-51E652EC7834}"/>
              </a:ext>
            </a:extLst>
          </p:cNvPr>
          <p:cNvSpPr>
            <a:spLocks noGrp="1"/>
          </p:cNvSpPr>
          <p:nvPr>
            <p:ph type="body" sz="quarter" idx="40"/>
          </p:nvPr>
        </p:nvSpPr>
        <p:spPr>
          <a:xfrm>
            <a:off x="9292460" y="1245600"/>
            <a:ext cx="343896" cy="108000"/>
          </a:xfrm>
          <a:prstGeom prst="rect">
            <a:avLst/>
          </a:prstGeom>
        </p:spPr>
        <p:txBody>
          <a:bodyPr lIns="0" tIns="0" rIns="0" bIns="0" anchor="ctr"/>
          <a:lstStyle>
            <a:lvl1pPr marL="0" indent="0" algn="l">
              <a:buNone/>
              <a:defRPr sz="700" b="0"/>
            </a:lvl1pPr>
          </a:lstStyle>
          <a:p>
            <a:pPr lvl="0"/>
            <a:endParaRPr kumimoji="1" lang="en-US" altLang="ja-JP" dirty="0"/>
          </a:p>
        </p:txBody>
      </p:sp>
      <p:sp>
        <p:nvSpPr>
          <p:cNvPr id="14" name="donuts_icon">
            <a:extLst>
              <a:ext uri="{FF2B5EF4-FFF2-40B4-BE49-F238E27FC236}">
                <a16:creationId xmlns:a16="http://schemas.microsoft.com/office/drawing/2014/main" id="{6EE10B9B-420D-3469-B453-B10DE130BDCB}"/>
              </a:ext>
            </a:extLst>
          </p:cNvPr>
          <p:cNvSpPr>
            <a:spLocks noGrp="1"/>
          </p:cNvSpPr>
          <p:nvPr>
            <p:ph type="pic" sz="quarter" idx="34"/>
          </p:nvPr>
        </p:nvSpPr>
        <p:spPr>
          <a:xfrm>
            <a:off x="1136192" y="2183656"/>
            <a:ext cx="540000" cy="540000"/>
          </a:xfrm>
          <a:prstGeom prst="rect">
            <a:avLst/>
          </a:prstGeom>
        </p:spPr>
        <p:txBody>
          <a:bodyPr/>
          <a:lstStyle>
            <a:lvl1pPr>
              <a:defRPr lang="ja-JP" altLang="en-US" dirty="0"/>
            </a:lvl1pPr>
          </a:lstStyle>
          <a:p>
            <a:endParaRPr kumimoji="1" lang="ja-JP" altLang="en-US" dirty="0"/>
          </a:p>
        </p:txBody>
      </p:sp>
      <p:sp>
        <p:nvSpPr>
          <p:cNvPr id="15" name="page_title">
            <a:extLst>
              <a:ext uri="{FF2B5EF4-FFF2-40B4-BE49-F238E27FC236}">
                <a16:creationId xmlns:a16="http://schemas.microsoft.com/office/drawing/2014/main" id="{830194EE-9FEF-0F36-CEBC-721E780BE581}"/>
              </a:ext>
            </a:extLst>
          </p:cNvPr>
          <p:cNvSpPr>
            <a:spLocks noGrp="1"/>
          </p:cNvSpPr>
          <p:nvPr>
            <p:ph type="body" sz="quarter" idx="24"/>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Tree>
    <p:extLst>
      <p:ext uri="{BB962C8B-B14F-4D97-AF65-F5344CB8AC3E}">
        <p14:creationId xmlns:p14="http://schemas.microsoft.com/office/powerpoint/2010/main" val="217403905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ummary_month_over_month_a">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1" y="2099536"/>
            <a:ext cx="9528462" cy="2963409"/>
          </a:xfrm>
          <a:prstGeom prst="rect">
            <a:avLst/>
          </a:prstGeom>
        </p:spPr>
        <p:txBody>
          <a:bodyPr/>
          <a:lstStyle/>
          <a:p>
            <a:endParaRPr kumimoji="1" lang="ja-JP" altLang="en-US" dirty="0"/>
          </a:p>
        </p:txBody>
      </p:sp>
      <p:sp>
        <p:nvSpPr>
          <p:cNvPr id="9" name="User">
            <a:extLst>
              <a:ext uri="{FF2B5EF4-FFF2-40B4-BE49-F238E27FC236}">
                <a16:creationId xmlns:a16="http://schemas.microsoft.com/office/drawing/2014/main" id="{031B078C-8CFC-1BD0-1CB3-E4EDC3D40545}"/>
              </a:ext>
            </a:extLst>
          </p:cNvPr>
          <p:cNvSpPr>
            <a:spLocks noGrp="1"/>
          </p:cNvSpPr>
          <p:nvPr>
            <p:ph type="body" sz="quarter" idx="16"/>
          </p:nvPr>
        </p:nvSpPr>
        <p:spPr>
          <a:xfrm>
            <a:off x="468000" y="946800"/>
            <a:ext cx="3578400" cy="244800"/>
          </a:xfrm>
          <a:prstGeom prst="rect">
            <a:avLst/>
          </a:prstGeom>
        </p:spPr>
        <p:txBody>
          <a:bodyPr lIns="0" anchor="ctr"/>
          <a:lstStyle>
            <a:lvl1pPr marL="0" indent="0" algn="l">
              <a:buNone/>
              <a:defRPr sz="1600" b="1"/>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sp>
        <p:nvSpPr>
          <p:cNvPr id="2" name="page_title">
            <a:extLst>
              <a:ext uri="{FF2B5EF4-FFF2-40B4-BE49-F238E27FC236}">
                <a16:creationId xmlns:a16="http://schemas.microsoft.com/office/drawing/2014/main" id="{2D1C1F25-EC0A-A6FF-C9B4-51FCCAD4D529}"/>
              </a:ext>
            </a:extLst>
          </p:cNvPr>
          <p:cNvSpPr>
            <a:spLocks noGrp="1"/>
          </p:cNvSpPr>
          <p:nvPr>
            <p:ph type="body" sz="quarter" idx="24"/>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
        <p:nvSpPr>
          <p:cNvPr id="16" name="gray_object_1">
            <a:extLst>
              <a:ext uri="{FF2B5EF4-FFF2-40B4-BE49-F238E27FC236}">
                <a16:creationId xmlns:a16="http://schemas.microsoft.com/office/drawing/2014/main" id="{4717A991-0FE2-74D8-AD5B-F938725B4C7C}"/>
              </a:ext>
            </a:extLst>
          </p:cNvPr>
          <p:cNvSpPr>
            <a:spLocks noGrp="1" noRot="1" noMove="1" noResize="1" noEditPoints="1" noAdjustHandles="1" noChangeArrowheads="1" noChangeShapeType="1"/>
          </p:cNvSpPr>
          <p:nvPr userDrawn="1"/>
        </p:nvSpPr>
        <p:spPr>
          <a:xfrm>
            <a:off x="468000" y="1576800"/>
            <a:ext cx="162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0" name="gray_object_3">
            <a:extLst>
              <a:ext uri="{FF2B5EF4-FFF2-40B4-BE49-F238E27FC236}">
                <a16:creationId xmlns:a16="http://schemas.microsoft.com/office/drawing/2014/main" id="{2D8F159D-8089-5F8C-4199-31BE894925D9}"/>
              </a:ext>
            </a:extLst>
          </p:cNvPr>
          <p:cNvSpPr>
            <a:spLocks noGrp="1" noRot="1" noMove="1" noResize="1" noEditPoints="1" noAdjustHandles="1" noChangeArrowheads="1" noChangeShapeType="1"/>
          </p:cNvSpPr>
          <p:nvPr userDrawn="1"/>
        </p:nvSpPr>
        <p:spPr>
          <a:xfrm>
            <a:off x="3848400" y="1576800"/>
            <a:ext cx="162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2" name="gray_object_2">
            <a:extLst>
              <a:ext uri="{FF2B5EF4-FFF2-40B4-BE49-F238E27FC236}">
                <a16:creationId xmlns:a16="http://schemas.microsoft.com/office/drawing/2014/main" id="{90A62A26-A8EB-1897-4AD1-CC865E0F431E}"/>
              </a:ext>
            </a:extLst>
          </p:cNvPr>
          <p:cNvSpPr>
            <a:spLocks noGrp="1" noRot="1" noMove="1" noResize="1" noEditPoints="1" noAdjustHandles="1" noChangeArrowheads="1" noChangeShapeType="1"/>
          </p:cNvSpPr>
          <p:nvPr userDrawn="1"/>
        </p:nvSpPr>
        <p:spPr>
          <a:xfrm>
            <a:off x="2156400" y="1576800"/>
            <a:ext cx="162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3" name="gray_object_4">
            <a:extLst>
              <a:ext uri="{FF2B5EF4-FFF2-40B4-BE49-F238E27FC236}">
                <a16:creationId xmlns:a16="http://schemas.microsoft.com/office/drawing/2014/main" id="{758542B8-01B0-AE36-30AB-5CA2535E5C38}"/>
              </a:ext>
            </a:extLst>
          </p:cNvPr>
          <p:cNvSpPr>
            <a:spLocks noGrp="1" noRot="1" noMove="1" noResize="1" noEditPoints="1" noAdjustHandles="1" noChangeArrowheads="1" noChangeShapeType="1"/>
          </p:cNvSpPr>
          <p:nvPr userDrawn="1"/>
        </p:nvSpPr>
        <p:spPr>
          <a:xfrm>
            <a:off x="6116066" y="1576800"/>
            <a:ext cx="162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4" name="gray_object_5">
            <a:extLst>
              <a:ext uri="{FF2B5EF4-FFF2-40B4-BE49-F238E27FC236}">
                <a16:creationId xmlns:a16="http://schemas.microsoft.com/office/drawing/2014/main" id="{A29033FF-94A8-EAB4-88B2-7228C12C8DFF}"/>
              </a:ext>
            </a:extLst>
          </p:cNvPr>
          <p:cNvSpPr>
            <a:spLocks noGrp="1" noRot="1" noMove="1" noResize="1" noEditPoints="1" noAdjustHandles="1" noChangeArrowheads="1" noChangeShapeType="1"/>
          </p:cNvSpPr>
          <p:nvPr userDrawn="1"/>
        </p:nvSpPr>
        <p:spPr>
          <a:xfrm>
            <a:off x="7819200" y="1576800"/>
            <a:ext cx="162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30" name="metrics_title_1">
            <a:extLst>
              <a:ext uri="{FF2B5EF4-FFF2-40B4-BE49-F238E27FC236}">
                <a16:creationId xmlns:a16="http://schemas.microsoft.com/office/drawing/2014/main" id="{1E88D422-6BB1-CAAC-279E-20C09ED47046}"/>
              </a:ext>
            </a:extLst>
          </p:cNvPr>
          <p:cNvSpPr>
            <a:spLocks noGrp="1"/>
          </p:cNvSpPr>
          <p:nvPr>
            <p:ph type="body" sz="quarter" idx="26"/>
          </p:nvPr>
        </p:nvSpPr>
        <p:spPr>
          <a:xfrm>
            <a:off x="468000" y="1368000"/>
            <a:ext cx="1540800" cy="140400"/>
          </a:xfrm>
          <a:prstGeom prst="rect">
            <a:avLst/>
          </a:prstGeom>
        </p:spPr>
        <p:txBody>
          <a:bodyPr lIns="0" anchor="ctr"/>
          <a:lstStyle>
            <a:lvl1pPr marL="0" indent="0" algn="l">
              <a:buNone/>
              <a:defRPr sz="1000" b="0"/>
            </a:lvl1pPr>
          </a:lstStyle>
          <a:p>
            <a:pPr lvl="0"/>
            <a:endParaRPr kumimoji="1" lang="ja-JP" altLang="en-US" dirty="0"/>
          </a:p>
        </p:txBody>
      </p:sp>
      <p:sp>
        <p:nvSpPr>
          <p:cNvPr id="32" name="metrics_title_3">
            <a:extLst>
              <a:ext uri="{FF2B5EF4-FFF2-40B4-BE49-F238E27FC236}">
                <a16:creationId xmlns:a16="http://schemas.microsoft.com/office/drawing/2014/main" id="{3125DF2F-245E-20CE-4D42-264A7BA1B9F2}"/>
              </a:ext>
            </a:extLst>
          </p:cNvPr>
          <p:cNvSpPr>
            <a:spLocks noGrp="1"/>
          </p:cNvSpPr>
          <p:nvPr>
            <p:ph type="body" sz="quarter" idx="28"/>
          </p:nvPr>
        </p:nvSpPr>
        <p:spPr>
          <a:xfrm>
            <a:off x="3848400" y="1368000"/>
            <a:ext cx="1540800" cy="140400"/>
          </a:xfrm>
          <a:prstGeom prst="rect">
            <a:avLst/>
          </a:prstGeom>
        </p:spPr>
        <p:txBody>
          <a:bodyPr lIns="0" anchor="ctr"/>
          <a:lstStyle>
            <a:lvl1pPr marL="0" indent="0" algn="l">
              <a:buNone/>
              <a:defRPr sz="1000" b="0"/>
            </a:lvl1pPr>
          </a:lstStyle>
          <a:p>
            <a:pPr lvl="0"/>
            <a:endParaRPr kumimoji="1" lang="ja-JP" altLang="en-US" dirty="0"/>
          </a:p>
        </p:txBody>
      </p:sp>
      <p:sp>
        <p:nvSpPr>
          <p:cNvPr id="33" name="metrics_title_4">
            <a:extLst>
              <a:ext uri="{FF2B5EF4-FFF2-40B4-BE49-F238E27FC236}">
                <a16:creationId xmlns:a16="http://schemas.microsoft.com/office/drawing/2014/main" id="{E65A2EE1-BC0E-C0E1-13E6-221F65679A20}"/>
              </a:ext>
            </a:extLst>
          </p:cNvPr>
          <p:cNvSpPr>
            <a:spLocks noGrp="1"/>
          </p:cNvSpPr>
          <p:nvPr>
            <p:ph type="body" sz="quarter" idx="29"/>
          </p:nvPr>
        </p:nvSpPr>
        <p:spPr>
          <a:xfrm>
            <a:off x="6116400" y="1368000"/>
            <a:ext cx="1540800" cy="140400"/>
          </a:xfrm>
          <a:prstGeom prst="rect">
            <a:avLst/>
          </a:prstGeom>
        </p:spPr>
        <p:txBody>
          <a:bodyPr lIns="0" anchor="ctr"/>
          <a:lstStyle>
            <a:lvl1pPr marL="0" indent="0" algn="l">
              <a:buNone/>
              <a:defRPr sz="1000" b="0"/>
            </a:lvl1pPr>
          </a:lstStyle>
          <a:p>
            <a:pPr lvl="0"/>
            <a:endParaRPr kumimoji="1" lang="ja-JP" altLang="en-US" dirty="0"/>
          </a:p>
        </p:txBody>
      </p:sp>
      <p:sp>
        <p:nvSpPr>
          <p:cNvPr id="34" name="metrics_title_5">
            <a:extLst>
              <a:ext uri="{FF2B5EF4-FFF2-40B4-BE49-F238E27FC236}">
                <a16:creationId xmlns:a16="http://schemas.microsoft.com/office/drawing/2014/main" id="{1959CC27-372B-D555-4174-1F9D97D82728}"/>
              </a:ext>
            </a:extLst>
          </p:cNvPr>
          <p:cNvSpPr>
            <a:spLocks noGrp="1"/>
          </p:cNvSpPr>
          <p:nvPr>
            <p:ph type="body" sz="quarter" idx="30"/>
          </p:nvPr>
        </p:nvSpPr>
        <p:spPr>
          <a:xfrm>
            <a:off x="7819200" y="1368000"/>
            <a:ext cx="1540800" cy="140400"/>
          </a:xfrm>
          <a:prstGeom prst="rect">
            <a:avLst/>
          </a:prstGeom>
        </p:spPr>
        <p:txBody>
          <a:bodyPr lIns="0" anchor="ctr"/>
          <a:lstStyle>
            <a:lvl1pPr marL="0" indent="0" algn="l">
              <a:buNone/>
              <a:defRPr sz="1000" b="0"/>
            </a:lvl1pPr>
          </a:lstStyle>
          <a:p>
            <a:pPr lvl="0"/>
            <a:endParaRPr kumimoji="1" lang="ja-JP" altLang="en-US" dirty="0"/>
          </a:p>
        </p:txBody>
      </p:sp>
      <p:sp>
        <p:nvSpPr>
          <p:cNvPr id="35" name="metrics_title_2">
            <a:extLst>
              <a:ext uri="{FF2B5EF4-FFF2-40B4-BE49-F238E27FC236}">
                <a16:creationId xmlns:a16="http://schemas.microsoft.com/office/drawing/2014/main" id="{9D0F4EDB-03AC-E0ED-BE96-A6EFD78F80AA}"/>
              </a:ext>
            </a:extLst>
          </p:cNvPr>
          <p:cNvSpPr>
            <a:spLocks noGrp="1"/>
          </p:cNvSpPr>
          <p:nvPr>
            <p:ph type="body" sz="quarter" idx="27"/>
          </p:nvPr>
        </p:nvSpPr>
        <p:spPr>
          <a:xfrm>
            <a:off x="2156400" y="1368000"/>
            <a:ext cx="1540800" cy="140400"/>
          </a:xfrm>
          <a:prstGeom prst="rect">
            <a:avLst/>
          </a:prstGeom>
        </p:spPr>
        <p:txBody>
          <a:bodyPr lIns="0" anchor="ctr"/>
          <a:lstStyle>
            <a:lvl1pPr marL="0" indent="0" algn="l">
              <a:buNone/>
              <a:defRPr sz="1000" b="0"/>
            </a:lvl1pPr>
          </a:lstStyle>
          <a:p>
            <a:pPr lvl="0"/>
            <a:endParaRPr kumimoji="1" lang="ja-JP" altLang="en-US" dirty="0"/>
          </a:p>
        </p:txBody>
      </p:sp>
      <p:sp>
        <p:nvSpPr>
          <p:cNvPr id="4" name="gray_object_6">
            <a:extLst>
              <a:ext uri="{FF2B5EF4-FFF2-40B4-BE49-F238E27FC236}">
                <a16:creationId xmlns:a16="http://schemas.microsoft.com/office/drawing/2014/main" id="{CD2C0D65-9218-A5FF-B710-A2422EC55AEF}"/>
              </a:ext>
            </a:extLst>
          </p:cNvPr>
          <p:cNvSpPr>
            <a:spLocks noGrp="1" noRot="1" noMove="1" noResize="1" noEditPoints="1" noAdjustHandles="1" noChangeArrowheads="1" noChangeShapeType="1"/>
          </p:cNvSpPr>
          <p:nvPr userDrawn="1"/>
        </p:nvSpPr>
        <p:spPr>
          <a:xfrm>
            <a:off x="468000" y="5515200"/>
            <a:ext cx="216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8" name="gray_object_7">
            <a:extLst>
              <a:ext uri="{FF2B5EF4-FFF2-40B4-BE49-F238E27FC236}">
                <a16:creationId xmlns:a16="http://schemas.microsoft.com/office/drawing/2014/main" id="{29B01A13-5D75-C4FB-9022-51DC936B92D7}"/>
              </a:ext>
            </a:extLst>
          </p:cNvPr>
          <p:cNvSpPr>
            <a:spLocks noGrp="1" noRot="1" noMove="1" noResize="1" noEditPoints="1" noAdjustHandles="1" noChangeArrowheads="1" noChangeShapeType="1"/>
          </p:cNvSpPr>
          <p:nvPr userDrawn="1"/>
        </p:nvSpPr>
        <p:spPr>
          <a:xfrm>
            <a:off x="2732400" y="5515200"/>
            <a:ext cx="216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1" name="gray_object_9">
            <a:extLst>
              <a:ext uri="{FF2B5EF4-FFF2-40B4-BE49-F238E27FC236}">
                <a16:creationId xmlns:a16="http://schemas.microsoft.com/office/drawing/2014/main" id="{E786B111-5F30-432E-3F9F-97815DBB53A4}"/>
              </a:ext>
            </a:extLst>
          </p:cNvPr>
          <p:cNvSpPr>
            <a:spLocks noGrp="1" noRot="1" noMove="1" noResize="1" noEditPoints="1" noAdjustHandles="1" noChangeArrowheads="1" noChangeShapeType="1"/>
          </p:cNvSpPr>
          <p:nvPr userDrawn="1"/>
        </p:nvSpPr>
        <p:spPr>
          <a:xfrm>
            <a:off x="7257600" y="5515200"/>
            <a:ext cx="216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2" name="gray_object_8">
            <a:extLst>
              <a:ext uri="{FF2B5EF4-FFF2-40B4-BE49-F238E27FC236}">
                <a16:creationId xmlns:a16="http://schemas.microsoft.com/office/drawing/2014/main" id="{4A342799-B598-E615-30C5-50CB06B73C07}"/>
              </a:ext>
            </a:extLst>
          </p:cNvPr>
          <p:cNvSpPr>
            <a:spLocks noGrp="1" noRot="1" noMove="1" noResize="1" noEditPoints="1" noAdjustHandles="1" noChangeArrowheads="1" noChangeShapeType="1"/>
          </p:cNvSpPr>
          <p:nvPr userDrawn="1"/>
        </p:nvSpPr>
        <p:spPr>
          <a:xfrm>
            <a:off x="4996800" y="5515200"/>
            <a:ext cx="2160000" cy="792000"/>
          </a:xfrm>
          <a:prstGeom prst="roundRect">
            <a:avLst>
              <a:gd name="adj" fmla="val 8702"/>
            </a:avLst>
          </a:prstGeom>
          <a:solidFill>
            <a:srgbClr val="E6E7E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3" name="KeyEvent">
            <a:extLst>
              <a:ext uri="{FF2B5EF4-FFF2-40B4-BE49-F238E27FC236}">
                <a16:creationId xmlns:a16="http://schemas.microsoft.com/office/drawing/2014/main" id="{F06A3243-B844-B0C8-2221-D54D5BE42C6C}"/>
              </a:ext>
            </a:extLst>
          </p:cNvPr>
          <p:cNvSpPr>
            <a:spLocks noGrp="1"/>
          </p:cNvSpPr>
          <p:nvPr>
            <p:ph type="body" sz="quarter" idx="31"/>
          </p:nvPr>
        </p:nvSpPr>
        <p:spPr>
          <a:xfrm>
            <a:off x="6116400" y="946800"/>
            <a:ext cx="3578400" cy="244800"/>
          </a:xfrm>
          <a:prstGeom prst="rect">
            <a:avLst/>
          </a:prstGeom>
        </p:spPr>
        <p:txBody>
          <a:bodyPr lIns="0" anchor="ctr"/>
          <a:lstStyle>
            <a:lvl1pPr marL="0" indent="0" algn="l">
              <a:buNone/>
              <a:defRPr sz="1600" b="1"/>
            </a:lvl1pPr>
          </a:lstStyle>
          <a:p>
            <a:pPr lvl="0"/>
            <a:endParaRPr kumimoji="1" lang="ja-JP" altLang="en-US" dirty="0"/>
          </a:p>
        </p:txBody>
      </p:sp>
      <p:sp>
        <p:nvSpPr>
          <p:cNvPr id="15" name="metrics_title_6">
            <a:extLst>
              <a:ext uri="{FF2B5EF4-FFF2-40B4-BE49-F238E27FC236}">
                <a16:creationId xmlns:a16="http://schemas.microsoft.com/office/drawing/2014/main" id="{1DBD124E-C82A-1439-86CF-60D2482FF853}"/>
              </a:ext>
            </a:extLst>
          </p:cNvPr>
          <p:cNvSpPr>
            <a:spLocks noGrp="1"/>
          </p:cNvSpPr>
          <p:nvPr>
            <p:ph type="body" sz="quarter" idx="32"/>
          </p:nvPr>
        </p:nvSpPr>
        <p:spPr>
          <a:xfrm>
            <a:off x="467999" y="5306400"/>
            <a:ext cx="2160000" cy="158899"/>
          </a:xfrm>
          <a:prstGeom prst="rect">
            <a:avLst/>
          </a:prstGeom>
        </p:spPr>
        <p:txBody>
          <a:bodyPr lIns="0" anchor="b" anchorCtr="0"/>
          <a:lstStyle>
            <a:lvl1pPr marL="0" indent="0" algn="l">
              <a:buNone/>
              <a:defRPr sz="1000" b="0"/>
            </a:lvl1pPr>
          </a:lstStyle>
          <a:p>
            <a:pPr lvl="0"/>
            <a:endParaRPr kumimoji="1" lang="ja-JP" altLang="en-US" dirty="0"/>
          </a:p>
        </p:txBody>
      </p:sp>
      <p:sp>
        <p:nvSpPr>
          <p:cNvPr id="17" name="metrics_title_7">
            <a:extLst>
              <a:ext uri="{FF2B5EF4-FFF2-40B4-BE49-F238E27FC236}">
                <a16:creationId xmlns:a16="http://schemas.microsoft.com/office/drawing/2014/main" id="{B505B241-8107-A14F-719C-E380AC5FCBD6}"/>
              </a:ext>
            </a:extLst>
          </p:cNvPr>
          <p:cNvSpPr>
            <a:spLocks noGrp="1"/>
          </p:cNvSpPr>
          <p:nvPr>
            <p:ph type="body" sz="quarter" idx="33"/>
          </p:nvPr>
        </p:nvSpPr>
        <p:spPr>
          <a:xfrm>
            <a:off x="2714400" y="5306400"/>
            <a:ext cx="2160000" cy="140400"/>
          </a:xfrm>
          <a:prstGeom prst="rect">
            <a:avLst/>
          </a:prstGeom>
        </p:spPr>
        <p:txBody>
          <a:bodyPr lIns="0" anchor="ctr" anchorCtr="0"/>
          <a:lstStyle>
            <a:lvl1pPr marL="0" indent="0" algn="l">
              <a:buNone/>
              <a:defRPr sz="1000" b="0"/>
            </a:lvl1pPr>
          </a:lstStyle>
          <a:p>
            <a:pPr lvl="0"/>
            <a:endParaRPr kumimoji="1" lang="ja-JP" altLang="en-US" dirty="0"/>
          </a:p>
        </p:txBody>
      </p:sp>
      <p:sp>
        <p:nvSpPr>
          <p:cNvPr id="18" name="metrics_title_8">
            <a:extLst>
              <a:ext uri="{FF2B5EF4-FFF2-40B4-BE49-F238E27FC236}">
                <a16:creationId xmlns:a16="http://schemas.microsoft.com/office/drawing/2014/main" id="{C9DE4B4D-BBAC-5013-B61B-9BD4CD15ED24}"/>
              </a:ext>
            </a:extLst>
          </p:cNvPr>
          <p:cNvSpPr>
            <a:spLocks noGrp="1"/>
          </p:cNvSpPr>
          <p:nvPr>
            <p:ph type="body" sz="quarter" idx="34"/>
          </p:nvPr>
        </p:nvSpPr>
        <p:spPr>
          <a:xfrm>
            <a:off x="4993200" y="5306400"/>
            <a:ext cx="2160000" cy="140400"/>
          </a:xfrm>
          <a:prstGeom prst="rect">
            <a:avLst/>
          </a:prstGeom>
        </p:spPr>
        <p:txBody>
          <a:bodyPr lIns="0" anchor="ctr" anchorCtr="0"/>
          <a:lstStyle>
            <a:lvl1pPr marL="0" indent="0" algn="l">
              <a:buNone/>
              <a:defRPr sz="1000" b="0"/>
            </a:lvl1pPr>
          </a:lstStyle>
          <a:p>
            <a:pPr lvl="0"/>
            <a:endParaRPr kumimoji="1" lang="ja-JP" altLang="en-US" dirty="0"/>
          </a:p>
        </p:txBody>
      </p:sp>
      <p:sp>
        <p:nvSpPr>
          <p:cNvPr id="19" name="metrics_title_9">
            <a:extLst>
              <a:ext uri="{FF2B5EF4-FFF2-40B4-BE49-F238E27FC236}">
                <a16:creationId xmlns:a16="http://schemas.microsoft.com/office/drawing/2014/main" id="{831EAFF8-8AEF-6CD8-9074-E1514055680B}"/>
              </a:ext>
            </a:extLst>
          </p:cNvPr>
          <p:cNvSpPr>
            <a:spLocks noGrp="1"/>
          </p:cNvSpPr>
          <p:nvPr>
            <p:ph type="body" sz="quarter" idx="35"/>
          </p:nvPr>
        </p:nvSpPr>
        <p:spPr>
          <a:xfrm>
            <a:off x="7246800" y="5151766"/>
            <a:ext cx="2160000" cy="140400"/>
          </a:xfrm>
          <a:prstGeom prst="rect">
            <a:avLst/>
          </a:prstGeom>
        </p:spPr>
        <p:txBody>
          <a:bodyPr lIns="0" anchor="ctr" anchorCtr="0"/>
          <a:lstStyle>
            <a:lvl1pPr marL="0" indent="0" algn="l">
              <a:buNone/>
              <a:defRPr sz="1000" b="0"/>
            </a:lvl1pPr>
          </a:lstStyle>
          <a:p>
            <a:pPr lvl="0"/>
            <a:endParaRPr kumimoji="1" lang="ja-JP" altLang="en-US" dirty="0"/>
          </a:p>
        </p:txBody>
      </p:sp>
      <p:sp>
        <p:nvSpPr>
          <p:cNvPr id="25" name="Engagement">
            <a:extLst>
              <a:ext uri="{FF2B5EF4-FFF2-40B4-BE49-F238E27FC236}">
                <a16:creationId xmlns:a16="http://schemas.microsoft.com/office/drawing/2014/main" id="{DE0ADF49-1306-F354-5EC7-DD0766FBBABA}"/>
              </a:ext>
            </a:extLst>
          </p:cNvPr>
          <p:cNvSpPr>
            <a:spLocks noGrp="1"/>
          </p:cNvSpPr>
          <p:nvPr>
            <p:ph type="body" sz="quarter" idx="36"/>
          </p:nvPr>
        </p:nvSpPr>
        <p:spPr>
          <a:xfrm>
            <a:off x="468000" y="4690800"/>
            <a:ext cx="3578400" cy="244800"/>
          </a:xfrm>
          <a:prstGeom prst="rect">
            <a:avLst/>
          </a:prstGeom>
        </p:spPr>
        <p:txBody>
          <a:bodyPr lIns="0" anchor="ctr"/>
          <a:lstStyle>
            <a:lvl1pPr marL="0" indent="0" algn="l">
              <a:buNone/>
              <a:defRPr sz="1600" b="1"/>
            </a:lvl1pPr>
          </a:lstStyle>
          <a:p>
            <a:pPr lvl="0"/>
            <a:endParaRPr kumimoji="1" lang="ja-JP" altLang="en-US" dirty="0"/>
          </a:p>
        </p:txBody>
      </p:sp>
      <p:sp>
        <p:nvSpPr>
          <p:cNvPr id="10" name="metrics_1">
            <a:extLst>
              <a:ext uri="{FF2B5EF4-FFF2-40B4-BE49-F238E27FC236}">
                <a16:creationId xmlns:a16="http://schemas.microsoft.com/office/drawing/2014/main" id="{B6A210A7-B3DB-B43F-0563-06450BC1583D}"/>
              </a:ext>
            </a:extLst>
          </p:cNvPr>
          <p:cNvSpPr>
            <a:spLocks noGrp="1"/>
          </p:cNvSpPr>
          <p:nvPr>
            <p:ph type="body" sz="quarter" idx="37"/>
          </p:nvPr>
        </p:nvSpPr>
        <p:spPr>
          <a:xfrm>
            <a:off x="619200" y="1735941"/>
            <a:ext cx="1314000" cy="291600"/>
          </a:xfrm>
          <a:prstGeom prst="rect">
            <a:avLst/>
          </a:prstGeom>
        </p:spPr>
        <p:txBody>
          <a:bodyPr anchor="ctr"/>
          <a:lstStyle>
            <a:lvl1pPr marL="0" indent="0" algn="ctr">
              <a:buNone/>
              <a:defRPr sz="2100" b="0"/>
            </a:lvl1pPr>
          </a:lstStyle>
          <a:p>
            <a:pPr lvl="0"/>
            <a:endParaRPr kumimoji="1" lang="en-US" altLang="ja-JP" dirty="0"/>
          </a:p>
        </p:txBody>
      </p:sp>
      <p:sp>
        <p:nvSpPr>
          <p:cNvPr id="27" name="metrics_2">
            <a:extLst>
              <a:ext uri="{FF2B5EF4-FFF2-40B4-BE49-F238E27FC236}">
                <a16:creationId xmlns:a16="http://schemas.microsoft.com/office/drawing/2014/main" id="{EADCB533-CB73-46EB-A684-654E010749DC}"/>
              </a:ext>
            </a:extLst>
          </p:cNvPr>
          <p:cNvSpPr>
            <a:spLocks noGrp="1"/>
          </p:cNvSpPr>
          <p:nvPr>
            <p:ph type="body" sz="quarter" idx="38"/>
          </p:nvPr>
        </p:nvSpPr>
        <p:spPr>
          <a:xfrm>
            <a:off x="2311200" y="1735200"/>
            <a:ext cx="1314000" cy="291600"/>
          </a:xfrm>
          <a:prstGeom prst="rect">
            <a:avLst/>
          </a:prstGeom>
        </p:spPr>
        <p:txBody>
          <a:bodyPr anchor="ctr"/>
          <a:lstStyle>
            <a:lvl1pPr marL="0" indent="0" algn="ctr">
              <a:buNone/>
              <a:defRPr sz="2100" b="0"/>
            </a:lvl1pPr>
          </a:lstStyle>
          <a:p>
            <a:pPr lvl="0"/>
            <a:endParaRPr kumimoji="1" lang="ja-JP" altLang="en-US" dirty="0"/>
          </a:p>
        </p:txBody>
      </p:sp>
      <p:sp>
        <p:nvSpPr>
          <p:cNvPr id="28" name="metrics_3">
            <a:extLst>
              <a:ext uri="{FF2B5EF4-FFF2-40B4-BE49-F238E27FC236}">
                <a16:creationId xmlns:a16="http://schemas.microsoft.com/office/drawing/2014/main" id="{95982E0B-9614-79BC-7272-6BAA46CE2A83}"/>
              </a:ext>
            </a:extLst>
          </p:cNvPr>
          <p:cNvSpPr>
            <a:spLocks noGrp="1"/>
          </p:cNvSpPr>
          <p:nvPr>
            <p:ph type="body" sz="quarter" idx="39"/>
          </p:nvPr>
        </p:nvSpPr>
        <p:spPr>
          <a:xfrm>
            <a:off x="4017600" y="1735200"/>
            <a:ext cx="1314000" cy="291600"/>
          </a:xfrm>
          <a:prstGeom prst="rect">
            <a:avLst/>
          </a:prstGeom>
        </p:spPr>
        <p:txBody>
          <a:bodyPr anchor="ctr"/>
          <a:lstStyle>
            <a:lvl1pPr marL="0" indent="0" algn="ctr">
              <a:buNone/>
              <a:defRPr sz="2100" b="0"/>
            </a:lvl1pPr>
          </a:lstStyle>
          <a:p>
            <a:pPr lvl="0"/>
            <a:endParaRPr kumimoji="1" lang="ja-JP" altLang="en-US" dirty="0"/>
          </a:p>
        </p:txBody>
      </p:sp>
      <p:sp>
        <p:nvSpPr>
          <p:cNvPr id="29" name="metrics_4">
            <a:extLst>
              <a:ext uri="{FF2B5EF4-FFF2-40B4-BE49-F238E27FC236}">
                <a16:creationId xmlns:a16="http://schemas.microsoft.com/office/drawing/2014/main" id="{7731A556-DB14-B460-1959-2655C39E9BAD}"/>
              </a:ext>
            </a:extLst>
          </p:cNvPr>
          <p:cNvSpPr>
            <a:spLocks noGrp="1"/>
          </p:cNvSpPr>
          <p:nvPr>
            <p:ph type="body" sz="quarter" idx="40"/>
          </p:nvPr>
        </p:nvSpPr>
        <p:spPr>
          <a:xfrm>
            <a:off x="6267600" y="1735200"/>
            <a:ext cx="1314000" cy="291600"/>
          </a:xfrm>
          <a:prstGeom prst="rect">
            <a:avLst/>
          </a:prstGeom>
        </p:spPr>
        <p:txBody>
          <a:bodyPr anchor="ctr"/>
          <a:lstStyle>
            <a:lvl1pPr marL="0" indent="0" algn="ctr">
              <a:buNone/>
              <a:defRPr sz="2100" b="0"/>
            </a:lvl1pPr>
          </a:lstStyle>
          <a:p>
            <a:pPr lvl="0"/>
            <a:endParaRPr kumimoji="1" lang="ja-JP" altLang="en-US" dirty="0"/>
          </a:p>
        </p:txBody>
      </p:sp>
      <p:sp>
        <p:nvSpPr>
          <p:cNvPr id="31" name="metrics_5">
            <a:extLst>
              <a:ext uri="{FF2B5EF4-FFF2-40B4-BE49-F238E27FC236}">
                <a16:creationId xmlns:a16="http://schemas.microsoft.com/office/drawing/2014/main" id="{67D73697-3990-63D9-491D-21EDBE238791}"/>
              </a:ext>
            </a:extLst>
          </p:cNvPr>
          <p:cNvSpPr>
            <a:spLocks noGrp="1"/>
          </p:cNvSpPr>
          <p:nvPr>
            <p:ph type="body" sz="quarter" idx="41"/>
          </p:nvPr>
        </p:nvSpPr>
        <p:spPr>
          <a:xfrm>
            <a:off x="7970400" y="1735200"/>
            <a:ext cx="1314000" cy="291600"/>
          </a:xfrm>
          <a:prstGeom prst="rect">
            <a:avLst/>
          </a:prstGeom>
        </p:spPr>
        <p:txBody>
          <a:bodyPr anchor="ctr"/>
          <a:lstStyle>
            <a:lvl1pPr marL="0" indent="0" algn="ctr">
              <a:buNone/>
              <a:defRPr sz="2100" b="0"/>
            </a:lvl1pPr>
          </a:lstStyle>
          <a:p>
            <a:pPr lvl="0"/>
            <a:endParaRPr kumimoji="1" lang="ja-JP" altLang="en-US" dirty="0"/>
          </a:p>
        </p:txBody>
      </p:sp>
      <p:sp>
        <p:nvSpPr>
          <p:cNvPr id="36" name="metrics_6">
            <a:extLst>
              <a:ext uri="{FF2B5EF4-FFF2-40B4-BE49-F238E27FC236}">
                <a16:creationId xmlns:a16="http://schemas.microsoft.com/office/drawing/2014/main" id="{38F65F8B-116F-6A3C-CF15-F97BCE08917F}"/>
              </a:ext>
            </a:extLst>
          </p:cNvPr>
          <p:cNvSpPr>
            <a:spLocks noGrp="1"/>
          </p:cNvSpPr>
          <p:nvPr>
            <p:ph type="body" sz="quarter" idx="42"/>
          </p:nvPr>
        </p:nvSpPr>
        <p:spPr>
          <a:xfrm>
            <a:off x="784800" y="5673600"/>
            <a:ext cx="1598400" cy="291600"/>
          </a:xfrm>
          <a:prstGeom prst="rect">
            <a:avLst/>
          </a:prstGeom>
        </p:spPr>
        <p:txBody>
          <a:bodyPr anchor="ctr"/>
          <a:lstStyle>
            <a:lvl1pPr marL="0" indent="0" algn="ctr">
              <a:buNone/>
              <a:defRPr sz="2100" b="0"/>
            </a:lvl1pPr>
          </a:lstStyle>
          <a:p>
            <a:pPr lvl="0"/>
            <a:endParaRPr kumimoji="1" lang="ja-JP" altLang="en-US" dirty="0"/>
          </a:p>
        </p:txBody>
      </p:sp>
      <p:sp>
        <p:nvSpPr>
          <p:cNvPr id="37" name="metrics_7">
            <a:extLst>
              <a:ext uri="{FF2B5EF4-FFF2-40B4-BE49-F238E27FC236}">
                <a16:creationId xmlns:a16="http://schemas.microsoft.com/office/drawing/2014/main" id="{7DD634A1-9C2B-6CB0-A1C7-A416B16F69D7}"/>
              </a:ext>
            </a:extLst>
          </p:cNvPr>
          <p:cNvSpPr>
            <a:spLocks noGrp="1"/>
          </p:cNvSpPr>
          <p:nvPr>
            <p:ph type="body" sz="quarter" idx="43"/>
          </p:nvPr>
        </p:nvSpPr>
        <p:spPr>
          <a:xfrm>
            <a:off x="2995200" y="5673600"/>
            <a:ext cx="1598400" cy="291600"/>
          </a:xfrm>
          <a:prstGeom prst="rect">
            <a:avLst/>
          </a:prstGeom>
        </p:spPr>
        <p:txBody>
          <a:bodyPr anchor="ctr"/>
          <a:lstStyle>
            <a:lvl1pPr marL="0" indent="0" algn="ctr">
              <a:buNone/>
              <a:defRPr sz="2100" b="0"/>
            </a:lvl1pPr>
          </a:lstStyle>
          <a:p>
            <a:pPr lvl="0"/>
            <a:endParaRPr kumimoji="1" lang="ja-JP" altLang="en-US" dirty="0"/>
          </a:p>
        </p:txBody>
      </p:sp>
      <p:sp>
        <p:nvSpPr>
          <p:cNvPr id="38" name="metrics_8">
            <a:extLst>
              <a:ext uri="{FF2B5EF4-FFF2-40B4-BE49-F238E27FC236}">
                <a16:creationId xmlns:a16="http://schemas.microsoft.com/office/drawing/2014/main" id="{4DBFF196-D42B-7273-C092-4C973F3D7B89}"/>
              </a:ext>
            </a:extLst>
          </p:cNvPr>
          <p:cNvSpPr>
            <a:spLocks noGrp="1"/>
          </p:cNvSpPr>
          <p:nvPr>
            <p:ph type="body" sz="quarter" idx="44"/>
          </p:nvPr>
        </p:nvSpPr>
        <p:spPr>
          <a:xfrm>
            <a:off x="5277600" y="5673600"/>
            <a:ext cx="1598400" cy="291600"/>
          </a:xfrm>
          <a:prstGeom prst="rect">
            <a:avLst/>
          </a:prstGeom>
        </p:spPr>
        <p:txBody>
          <a:bodyPr anchor="ctr"/>
          <a:lstStyle>
            <a:lvl1pPr marL="0" indent="0" algn="ctr">
              <a:buNone/>
              <a:defRPr sz="2100" b="0"/>
            </a:lvl1pPr>
          </a:lstStyle>
          <a:p>
            <a:pPr lvl="0"/>
            <a:endParaRPr kumimoji="1" lang="ja-JP" altLang="en-US" dirty="0"/>
          </a:p>
        </p:txBody>
      </p:sp>
      <p:sp>
        <p:nvSpPr>
          <p:cNvPr id="39" name="metrics_9">
            <a:extLst>
              <a:ext uri="{FF2B5EF4-FFF2-40B4-BE49-F238E27FC236}">
                <a16:creationId xmlns:a16="http://schemas.microsoft.com/office/drawing/2014/main" id="{01463C6D-55C6-F99F-28F0-58FBF2AEEF78}"/>
              </a:ext>
            </a:extLst>
          </p:cNvPr>
          <p:cNvSpPr>
            <a:spLocks noGrp="1"/>
          </p:cNvSpPr>
          <p:nvPr>
            <p:ph type="body" sz="quarter" idx="45"/>
          </p:nvPr>
        </p:nvSpPr>
        <p:spPr>
          <a:xfrm>
            <a:off x="7538400" y="5673600"/>
            <a:ext cx="1598400" cy="291600"/>
          </a:xfrm>
          <a:prstGeom prst="rect">
            <a:avLst/>
          </a:prstGeom>
        </p:spPr>
        <p:txBody>
          <a:bodyPr anchor="ctr"/>
          <a:lstStyle>
            <a:lvl1pPr marL="0" indent="0" algn="ctr">
              <a:buNone/>
              <a:defRPr sz="2100" b="0"/>
            </a:lvl1pPr>
          </a:lstStyle>
          <a:p>
            <a:pPr lvl="0"/>
            <a:endParaRPr kumimoji="1" lang="ja-JP" altLang="en-US" dirty="0"/>
          </a:p>
        </p:txBody>
      </p:sp>
      <p:sp>
        <p:nvSpPr>
          <p:cNvPr id="40" name="metrics_change_1">
            <a:extLst>
              <a:ext uri="{FF2B5EF4-FFF2-40B4-BE49-F238E27FC236}">
                <a16:creationId xmlns:a16="http://schemas.microsoft.com/office/drawing/2014/main" id="{21E8E727-2499-64C4-6AED-7376E034BD50}"/>
              </a:ext>
            </a:extLst>
          </p:cNvPr>
          <p:cNvSpPr>
            <a:spLocks noGrp="1"/>
          </p:cNvSpPr>
          <p:nvPr>
            <p:ph type="body" sz="quarter" idx="46"/>
          </p:nvPr>
        </p:nvSpPr>
        <p:spPr>
          <a:xfrm>
            <a:off x="1112400" y="20628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1" name="metrics_change_2">
            <a:extLst>
              <a:ext uri="{FF2B5EF4-FFF2-40B4-BE49-F238E27FC236}">
                <a16:creationId xmlns:a16="http://schemas.microsoft.com/office/drawing/2014/main" id="{E3D937DC-AF1A-E60B-C465-B765E5E7CFA7}"/>
              </a:ext>
            </a:extLst>
          </p:cNvPr>
          <p:cNvSpPr>
            <a:spLocks noGrp="1"/>
          </p:cNvSpPr>
          <p:nvPr>
            <p:ph type="body" sz="quarter" idx="47"/>
          </p:nvPr>
        </p:nvSpPr>
        <p:spPr>
          <a:xfrm>
            <a:off x="2804400" y="20628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2" name="metrics_change_3">
            <a:extLst>
              <a:ext uri="{FF2B5EF4-FFF2-40B4-BE49-F238E27FC236}">
                <a16:creationId xmlns:a16="http://schemas.microsoft.com/office/drawing/2014/main" id="{2A23551C-6D4D-8708-5931-052FCE461050}"/>
              </a:ext>
            </a:extLst>
          </p:cNvPr>
          <p:cNvSpPr>
            <a:spLocks noGrp="1"/>
          </p:cNvSpPr>
          <p:nvPr>
            <p:ph type="body" sz="quarter" idx="48"/>
          </p:nvPr>
        </p:nvSpPr>
        <p:spPr>
          <a:xfrm>
            <a:off x="4492800" y="20628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3" name="metrics_change_4">
            <a:extLst>
              <a:ext uri="{FF2B5EF4-FFF2-40B4-BE49-F238E27FC236}">
                <a16:creationId xmlns:a16="http://schemas.microsoft.com/office/drawing/2014/main" id="{142B9B0B-1833-B362-1DE4-B64853374015}"/>
              </a:ext>
            </a:extLst>
          </p:cNvPr>
          <p:cNvSpPr>
            <a:spLocks noGrp="1"/>
          </p:cNvSpPr>
          <p:nvPr>
            <p:ph type="body" sz="quarter" idx="49"/>
          </p:nvPr>
        </p:nvSpPr>
        <p:spPr>
          <a:xfrm>
            <a:off x="6760800" y="20628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5" name="metrics_change_5">
            <a:extLst>
              <a:ext uri="{FF2B5EF4-FFF2-40B4-BE49-F238E27FC236}">
                <a16:creationId xmlns:a16="http://schemas.microsoft.com/office/drawing/2014/main" id="{48D5E4B3-E100-080C-AE18-6F2222E8578F}"/>
              </a:ext>
            </a:extLst>
          </p:cNvPr>
          <p:cNvSpPr>
            <a:spLocks noGrp="1"/>
          </p:cNvSpPr>
          <p:nvPr>
            <p:ph type="body" sz="quarter" idx="51"/>
          </p:nvPr>
        </p:nvSpPr>
        <p:spPr>
          <a:xfrm>
            <a:off x="8463600" y="20628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26" name="metrics_change_6">
            <a:extLst>
              <a:ext uri="{FF2B5EF4-FFF2-40B4-BE49-F238E27FC236}">
                <a16:creationId xmlns:a16="http://schemas.microsoft.com/office/drawing/2014/main" id="{A4AA3CB4-2759-8FBA-793A-781F14A355EC}"/>
              </a:ext>
            </a:extLst>
          </p:cNvPr>
          <p:cNvSpPr>
            <a:spLocks noGrp="1"/>
          </p:cNvSpPr>
          <p:nvPr>
            <p:ph type="body" sz="quarter" idx="52"/>
          </p:nvPr>
        </p:nvSpPr>
        <p:spPr>
          <a:xfrm>
            <a:off x="1656000" y="60012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4" name="metrics_change_7">
            <a:extLst>
              <a:ext uri="{FF2B5EF4-FFF2-40B4-BE49-F238E27FC236}">
                <a16:creationId xmlns:a16="http://schemas.microsoft.com/office/drawing/2014/main" id="{B1C7C92B-ADF1-7087-FC6F-B7DAE846FFED}"/>
              </a:ext>
            </a:extLst>
          </p:cNvPr>
          <p:cNvSpPr>
            <a:spLocks noGrp="1"/>
          </p:cNvSpPr>
          <p:nvPr>
            <p:ph type="body" sz="quarter" idx="53"/>
          </p:nvPr>
        </p:nvSpPr>
        <p:spPr>
          <a:xfrm>
            <a:off x="3902400" y="60012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6" name="metrics_change_8">
            <a:extLst>
              <a:ext uri="{FF2B5EF4-FFF2-40B4-BE49-F238E27FC236}">
                <a16:creationId xmlns:a16="http://schemas.microsoft.com/office/drawing/2014/main" id="{54355E35-1CA5-48FA-DC63-8C8DEA57F779}"/>
              </a:ext>
            </a:extLst>
          </p:cNvPr>
          <p:cNvSpPr>
            <a:spLocks noGrp="1"/>
          </p:cNvSpPr>
          <p:nvPr>
            <p:ph type="body" sz="quarter" idx="54"/>
          </p:nvPr>
        </p:nvSpPr>
        <p:spPr>
          <a:xfrm>
            <a:off x="6181200" y="60012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sp>
        <p:nvSpPr>
          <p:cNvPr id="47" name="metrics_change_9">
            <a:extLst>
              <a:ext uri="{FF2B5EF4-FFF2-40B4-BE49-F238E27FC236}">
                <a16:creationId xmlns:a16="http://schemas.microsoft.com/office/drawing/2014/main" id="{273D40E1-5CD7-EA9F-0702-B2F5481E17CA}"/>
              </a:ext>
            </a:extLst>
          </p:cNvPr>
          <p:cNvSpPr>
            <a:spLocks noGrp="1"/>
          </p:cNvSpPr>
          <p:nvPr>
            <p:ph type="body" sz="quarter" idx="55"/>
          </p:nvPr>
        </p:nvSpPr>
        <p:spPr>
          <a:xfrm>
            <a:off x="8445600" y="6001200"/>
            <a:ext cx="972000" cy="309600"/>
          </a:xfrm>
          <a:prstGeom prst="rect">
            <a:avLst/>
          </a:prstGeom>
        </p:spPr>
        <p:txBody>
          <a:bodyPr lIns="0" anchor="t"/>
          <a:lstStyle>
            <a:lvl1pPr marL="0" indent="0" algn="l">
              <a:spcBef>
                <a:spcPts val="0"/>
              </a:spcBef>
              <a:buNone/>
              <a:defRPr sz="1000" b="0"/>
            </a:lvl1pPr>
          </a:lstStyle>
          <a:p>
            <a:pPr lvl="0"/>
            <a:endParaRPr kumimoji="1" lang="en-US" altLang="ja-JP" dirty="0"/>
          </a:p>
          <a:p>
            <a:pPr lvl="0"/>
            <a:endParaRPr kumimoji="1" lang="en-US" altLang="ja-JP" dirty="0"/>
          </a:p>
        </p:txBody>
      </p:sp>
      <p:cxnSp>
        <p:nvCxnSpPr>
          <p:cNvPr id="50" name="connector_2">
            <a:extLst>
              <a:ext uri="{FF2B5EF4-FFF2-40B4-BE49-F238E27FC236}">
                <a16:creationId xmlns:a16="http://schemas.microsoft.com/office/drawing/2014/main" id="{5C9CD341-CE72-E9F3-2806-0AB2959929F2}"/>
              </a:ext>
            </a:extLst>
          </p:cNvPr>
          <p:cNvCxnSpPr>
            <a:cxnSpLocks/>
          </p:cNvCxnSpPr>
          <p:nvPr userDrawn="1"/>
        </p:nvCxnSpPr>
        <p:spPr>
          <a:xfrm>
            <a:off x="5810400" y="1004400"/>
            <a:ext cx="0" cy="1364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legend_blue">
            <a:extLst>
              <a:ext uri="{FF2B5EF4-FFF2-40B4-BE49-F238E27FC236}">
                <a16:creationId xmlns:a16="http://schemas.microsoft.com/office/drawing/2014/main" id="{743BC47C-E21E-864A-5E56-923F5ECC9631}"/>
              </a:ext>
            </a:extLst>
          </p:cNvPr>
          <p:cNvSpPr>
            <a:spLocks noGrp="1" noRot="1" noMove="1" noResize="1" noEditPoints="1" noAdjustHandles="1" noChangeArrowheads="1" noChangeShapeType="1"/>
          </p:cNvSpPr>
          <p:nvPr userDrawn="1"/>
        </p:nvSpPr>
        <p:spPr>
          <a:xfrm>
            <a:off x="8042400" y="2633312"/>
            <a:ext cx="108000" cy="108000"/>
          </a:xfrm>
          <a:prstGeom prst="rect">
            <a:avLst/>
          </a:prstGeom>
          <a:solidFill>
            <a:srgbClr val="0017C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legend_1">
            <a:extLst>
              <a:ext uri="{FF2B5EF4-FFF2-40B4-BE49-F238E27FC236}">
                <a16:creationId xmlns:a16="http://schemas.microsoft.com/office/drawing/2014/main" id="{D32CED89-FDA3-FA04-823F-C88AB43B760D}"/>
              </a:ext>
            </a:extLst>
          </p:cNvPr>
          <p:cNvSpPr>
            <a:spLocks noGrp="1"/>
          </p:cNvSpPr>
          <p:nvPr>
            <p:ph type="body" sz="quarter" idx="56"/>
          </p:nvPr>
        </p:nvSpPr>
        <p:spPr>
          <a:xfrm>
            <a:off x="8193600" y="2651312"/>
            <a:ext cx="626400" cy="97200"/>
          </a:xfrm>
          <a:prstGeom prst="rect">
            <a:avLst/>
          </a:prstGeom>
        </p:spPr>
        <p:txBody>
          <a:bodyPr lIns="0" tIns="0" rIns="0" bIns="0" anchor="ctr"/>
          <a:lstStyle>
            <a:lvl1pPr marL="0" indent="0" algn="l">
              <a:buNone/>
              <a:defRPr sz="700" b="0"/>
            </a:lvl1pPr>
          </a:lstStyle>
          <a:p>
            <a:pPr lvl="0"/>
            <a:endParaRPr kumimoji="1" lang="ja-JP" altLang="en-US" dirty="0"/>
          </a:p>
        </p:txBody>
      </p:sp>
      <p:sp>
        <p:nvSpPr>
          <p:cNvPr id="52" name="legend_lightblue">
            <a:extLst>
              <a:ext uri="{FF2B5EF4-FFF2-40B4-BE49-F238E27FC236}">
                <a16:creationId xmlns:a16="http://schemas.microsoft.com/office/drawing/2014/main" id="{7BA13F64-1BEC-AB79-B404-A182DBFDC60B}"/>
              </a:ext>
            </a:extLst>
          </p:cNvPr>
          <p:cNvSpPr>
            <a:spLocks noGrp="1" noRot="1" noMove="1" noResize="1" noEditPoints="1" noAdjustHandles="1" noChangeArrowheads="1" noChangeShapeType="1"/>
          </p:cNvSpPr>
          <p:nvPr userDrawn="1"/>
        </p:nvSpPr>
        <p:spPr>
          <a:xfrm>
            <a:off x="8744400" y="2633312"/>
            <a:ext cx="108000" cy="108000"/>
          </a:xfrm>
          <a:prstGeom prst="rect">
            <a:avLst/>
          </a:prstGeom>
          <a:solidFill>
            <a:srgbClr val="9DB7F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legend_2">
            <a:extLst>
              <a:ext uri="{FF2B5EF4-FFF2-40B4-BE49-F238E27FC236}">
                <a16:creationId xmlns:a16="http://schemas.microsoft.com/office/drawing/2014/main" id="{D3936B4F-FC00-CD9C-1617-0030CBC244F8}"/>
              </a:ext>
            </a:extLst>
          </p:cNvPr>
          <p:cNvSpPr>
            <a:spLocks noGrp="1"/>
          </p:cNvSpPr>
          <p:nvPr>
            <p:ph type="body" sz="quarter" idx="57"/>
          </p:nvPr>
        </p:nvSpPr>
        <p:spPr>
          <a:xfrm>
            <a:off x="8902800" y="2651312"/>
            <a:ext cx="626400" cy="97200"/>
          </a:xfrm>
          <a:prstGeom prst="rect">
            <a:avLst/>
          </a:prstGeom>
        </p:spPr>
        <p:txBody>
          <a:bodyPr lIns="0" tIns="0" rIns="0" bIns="0" anchor="ctr"/>
          <a:lstStyle>
            <a:lvl1pPr marL="0" indent="0" algn="l">
              <a:buNone/>
              <a:defRPr sz="700" b="0"/>
            </a:lvl1pPr>
          </a:lstStyle>
          <a:p>
            <a:pPr lvl="0"/>
            <a:endParaRPr kumimoji="1" lang="en-US" altLang="ja-JP" dirty="0"/>
          </a:p>
        </p:txBody>
      </p:sp>
      <p:sp>
        <p:nvSpPr>
          <p:cNvPr id="54" name="graph_title">
            <a:extLst>
              <a:ext uri="{FF2B5EF4-FFF2-40B4-BE49-F238E27FC236}">
                <a16:creationId xmlns:a16="http://schemas.microsoft.com/office/drawing/2014/main" id="{33A1E0C2-9455-3825-ED5A-B42CA95C02A5}"/>
              </a:ext>
            </a:extLst>
          </p:cNvPr>
          <p:cNvSpPr>
            <a:spLocks noGrp="1"/>
          </p:cNvSpPr>
          <p:nvPr>
            <p:ph type="body" sz="quarter" idx="58"/>
          </p:nvPr>
        </p:nvSpPr>
        <p:spPr>
          <a:xfrm>
            <a:off x="468000" y="2528912"/>
            <a:ext cx="1929600" cy="154800"/>
          </a:xfrm>
          <a:prstGeom prst="rect">
            <a:avLst/>
          </a:prstGeom>
        </p:spPr>
        <p:txBody>
          <a:bodyPr anchor="ctr"/>
          <a:lstStyle>
            <a:lvl1pPr marL="0" indent="0" algn="l">
              <a:buNone/>
              <a:defRPr sz="1000" b="1"/>
            </a:lvl1pPr>
          </a:lstStyle>
          <a:p>
            <a:pPr lvl="0"/>
            <a:endParaRPr kumimoji="1" lang="ja-JP" altLang="en-US" dirty="0"/>
          </a:p>
        </p:txBody>
      </p:sp>
      <p:sp>
        <p:nvSpPr>
          <p:cNvPr id="48" name="date">
            <a:extLst>
              <a:ext uri="{FF2B5EF4-FFF2-40B4-BE49-F238E27FC236}">
                <a16:creationId xmlns:a16="http://schemas.microsoft.com/office/drawing/2014/main" id="{D376C346-C9B8-93D0-90DB-2001C66C7039}"/>
              </a:ext>
            </a:extLst>
          </p:cNvPr>
          <p:cNvSpPr>
            <a:spLocks noGrp="1"/>
          </p:cNvSpPr>
          <p:nvPr>
            <p:ph type="body" sz="quarter" idx="59"/>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7" name="connector_1">
            <a:extLst>
              <a:ext uri="{FF2B5EF4-FFF2-40B4-BE49-F238E27FC236}">
                <a16:creationId xmlns:a16="http://schemas.microsoft.com/office/drawing/2014/main" id="{E05E6B7C-D843-7412-96E2-9504CFD43EF6}"/>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4546822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summary_month_over_month_a">
    <p:spTree>
      <p:nvGrpSpPr>
        <p:cNvPr id="1" name=""/>
        <p:cNvGrpSpPr/>
        <p:nvPr/>
      </p:nvGrpSpPr>
      <p:grpSpPr>
        <a:xfrm>
          <a:off x="0" y="0"/>
          <a:ext cx="0" cy="0"/>
          <a:chOff x="0" y="0"/>
          <a:chExt cx="0" cy="0"/>
        </a:xfrm>
      </p:grpSpPr>
      <p:sp>
        <p:nvSpPr>
          <p:cNvPr id="21" name="graph">
            <a:extLst>
              <a:ext uri="{FF2B5EF4-FFF2-40B4-BE49-F238E27FC236}">
                <a16:creationId xmlns:a16="http://schemas.microsoft.com/office/drawing/2014/main" id="{FB15A292-5B86-771F-25AC-2E6A33588636}"/>
              </a:ext>
            </a:extLst>
          </p:cNvPr>
          <p:cNvSpPr>
            <a:spLocks noGrp="1"/>
          </p:cNvSpPr>
          <p:nvPr>
            <p:ph type="chart" sz="quarter" idx="15"/>
          </p:nvPr>
        </p:nvSpPr>
        <p:spPr>
          <a:xfrm>
            <a:off x="0" y="2099536"/>
            <a:ext cx="9905999" cy="2963409"/>
          </a:xfrm>
          <a:prstGeom prst="rect">
            <a:avLst/>
          </a:prstGeom>
        </p:spPr>
        <p:txBody>
          <a:bodyPr/>
          <a:lstStyle/>
          <a:p>
            <a:endParaRPr kumimoji="1" lang="ja-JP" altLang="en-US"/>
          </a:p>
        </p:txBody>
      </p:sp>
      <p:sp>
        <p:nvSpPr>
          <p:cNvPr id="9" name="User">
            <a:extLst>
              <a:ext uri="{FF2B5EF4-FFF2-40B4-BE49-F238E27FC236}">
                <a16:creationId xmlns:a16="http://schemas.microsoft.com/office/drawing/2014/main" id="{031B078C-8CFC-1BD0-1CB3-E4EDC3D40545}"/>
              </a:ext>
            </a:extLst>
          </p:cNvPr>
          <p:cNvSpPr>
            <a:spLocks noGrp="1"/>
          </p:cNvSpPr>
          <p:nvPr>
            <p:ph type="body" sz="quarter" idx="16"/>
          </p:nvPr>
        </p:nvSpPr>
        <p:spPr>
          <a:xfrm>
            <a:off x="405496" y="943762"/>
            <a:ext cx="1428538" cy="304587"/>
          </a:xfrm>
          <a:prstGeom prst="rect">
            <a:avLst/>
          </a:prstGeom>
        </p:spPr>
        <p:txBody>
          <a:bodyPr lIns="0" anchor="ctr"/>
          <a:lstStyle>
            <a:lvl1pPr marL="0" indent="0" algn="l">
              <a:buNone/>
              <a:defRPr sz="1400" b="1"/>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A97144EA-34CB-118C-542B-8333F4646284}"/>
              </a:ext>
            </a:extLst>
          </p:cNvPr>
          <p:cNvSpPr>
            <a:spLocks noGrp="1"/>
          </p:cNvSpPr>
          <p:nvPr>
            <p:ph type="sldNum" sz="quarter" idx="21"/>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dirty="0"/>
          </a:p>
        </p:txBody>
      </p:sp>
      <p:sp>
        <p:nvSpPr>
          <p:cNvPr id="5" name="日付プレースホルダー 4">
            <a:extLst>
              <a:ext uri="{FF2B5EF4-FFF2-40B4-BE49-F238E27FC236}">
                <a16:creationId xmlns:a16="http://schemas.microsoft.com/office/drawing/2014/main" id="{02B6E675-EECD-97A9-A385-7AAA9278BB17}"/>
              </a:ext>
            </a:extLst>
          </p:cNvPr>
          <p:cNvSpPr>
            <a:spLocks noGrp="1"/>
          </p:cNvSpPr>
          <p:nvPr>
            <p:ph type="dt" sz="half" idx="22"/>
          </p:nvPr>
        </p:nvSpPr>
        <p:spPr>
          <a:xfrm>
            <a:off x="681038" y="6356350"/>
            <a:ext cx="2228850" cy="365125"/>
          </a:xfrm>
          <a:prstGeom prst="rect">
            <a:avLst/>
          </a:prstGeom>
        </p:spPr>
        <p:txBody>
          <a:bodyPr/>
          <a:lstStyle/>
          <a:p>
            <a:fld id="{96DB6084-DE09-4DB0-97DE-45994B18547C}"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F739F07B-8216-D513-0CC3-BD16FB9E2C7C}"/>
              </a:ext>
            </a:extLst>
          </p:cNvPr>
          <p:cNvSpPr>
            <a:spLocks noGrp="1"/>
          </p:cNvSpPr>
          <p:nvPr>
            <p:ph type="ftr" sz="quarter" idx="23"/>
          </p:nvPr>
        </p:nvSpPr>
        <p:spPr/>
        <p:txBody>
          <a:bodyPr/>
          <a:lstStyle/>
          <a:p>
            <a:endParaRPr kumimoji="1" lang="ja-JP" altLang="en-US"/>
          </a:p>
        </p:txBody>
      </p:sp>
      <p:sp>
        <p:nvSpPr>
          <p:cNvPr id="2" name="page_title">
            <a:extLst>
              <a:ext uri="{FF2B5EF4-FFF2-40B4-BE49-F238E27FC236}">
                <a16:creationId xmlns:a16="http://schemas.microsoft.com/office/drawing/2014/main" id="{2D1C1F25-EC0A-A6FF-C9B4-51FCCAD4D529}"/>
              </a:ext>
            </a:extLst>
          </p:cNvPr>
          <p:cNvSpPr>
            <a:spLocks noGrp="1"/>
          </p:cNvSpPr>
          <p:nvPr>
            <p:ph type="body" sz="quarter" idx="24"/>
          </p:nvPr>
        </p:nvSpPr>
        <p:spPr>
          <a:xfrm>
            <a:off x="358775" y="303638"/>
            <a:ext cx="7642225" cy="365125"/>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F1F52DED-9BF8-95BF-84F7-F4AFB5E52AC1}"/>
              </a:ext>
            </a:extLst>
          </p:cNvPr>
          <p:cNvSpPr>
            <a:spLocks noGrp="1"/>
          </p:cNvSpPr>
          <p:nvPr>
            <p:ph type="body" sz="quarter" idx="25"/>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14" name="connector_1">
            <a:extLst>
              <a:ext uri="{FF2B5EF4-FFF2-40B4-BE49-F238E27FC236}">
                <a16:creationId xmlns:a16="http://schemas.microsoft.com/office/drawing/2014/main" id="{E9A15D7B-7C93-8C6F-3033-7F4F52B66F02}"/>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ray_object_1">
            <a:extLst>
              <a:ext uri="{FF2B5EF4-FFF2-40B4-BE49-F238E27FC236}">
                <a16:creationId xmlns:a16="http://schemas.microsoft.com/office/drawing/2014/main" id="{4717A991-0FE2-74D8-AD5B-F938725B4C7C}"/>
              </a:ext>
            </a:extLst>
          </p:cNvPr>
          <p:cNvSpPr>
            <a:spLocks noGrp="1" noRot="1" noMove="1" noResize="1" noEditPoints="1" noAdjustHandles="1" noChangeArrowheads="1" noChangeShapeType="1"/>
          </p:cNvSpPr>
          <p:nvPr userDrawn="1"/>
        </p:nvSpPr>
        <p:spPr>
          <a:xfrm>
            <a:off x="534447" y="1626833"/>
            <a:ext cx="1743042" cy="820803"/>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0" name="gray_object_3">
            <a:extLst>
              <a:ext uri="{FF2B5EF4-FFF2-40B4-BE49-F238E27FC236}">
                <a16:creationId xmlns:a16="http://schemas.microsoft.com/office/drawing/2014/main" id="{2D8F159D-8089-5F8C-4199-31BE894925D9}"/>
              </a:ext>
            </a:extLst>
          </p:cNvPr>
          <p:cNvSpPr>
            <a:spLocks noGrp="1" noRot="1" noMove="1" noResize="1" noEditPoints="1" noAdjustHandles="1" noChangeArrowheads="1" noChangeShapeType="1"/>
          </p:cNvSpPr>
          <p:nvPr userDrawn="1"/>
        </p:nvSpPr>
        <p:spPr>
          <a:xfrm>
            <a:off x="4168609" y="1626833"/>
            <a:ext cx="1744454" cy="820803"/>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2" name="gray_object_2">
            <a:extLst>
              <a:ext uri="{FF2B5EF4-FFF2-40B4-BE49-F238E27FC236}">
                <a16:creationId xmlns:a16="http://schemas.microsoft.com/office/drawing/2014/main" id="{90A62A26-A8EB-1897-4AD1-CC865E0F431E}"/>
              </a:ext>
            </a:extLst>
          </p:cNvPr>
          <p:cNvSpPr>
            <a:spLocks noGrp="1" noRot="1" noMove="1" noResize="1" noEditPoints="1" noAdjustHandles="1" noChangeArrowheads="1" noChangeShapeType="1"/>
          </p:cNvSpPr>
          <p:nvPr userDrawn="1"/>
        </p:nvSpPr>
        <p:spPr>
          <a:xfrm>
            <a:off x="2352062" y="1626833"/>
            <a:ext cx="1744455" cy="820803"/>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3" name="gray_object_4">
            <a:extLst>
              <a:ext uri="{FF2B5EF4-FFF2-40B4-BE49-F238E27FC236}">
                <a16:creationId xmlns:a16="http://schemas.microsoft.com/office/drawing/2014/main" id="{758542B8-01B0-AE36-30AB-5CA2535E5C38}"/>
              </a:ext>
            </a:extLst>
          </p:cNvPr>
          <p:cNvSpPr>
            <a:spLocks noGrp="1" noRot="1" noMove="1" noResize="1" noEditPoints="1" noAdjustHandles="1" noChangeArrowheads="1" noChangeShapeType="1"/>
          </p:cNvSpPr>
          <p:nvPr userDrawn="1"/>
        </p:nvSpPr>
        <p:spPr>
          <a:xfrm>
            <a:off x="5983743" y="1626833"/>
            <a:ext cx="1744455" cy="820804"/>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24" name="gray_object_5">
            <a:extLst>
              <a:ext uri="{FF2B5EF4-FFF2-40B4-BE49-F238E27FC236}">
                <a16:creationId xmlns:a16="http://schemas.microsoft.com/office/drawing/2014/main" id="{A29033FF-94A8-EAB4-88B2-7228C12C8DFF}"/>
              </a:ext>
            </a:extLst>
          </p:cNvPr>
          <p:cNvSpPr>
            <a:spLocks noGrp="1" noRot="1" noMove="1" noResize="1" noEditPoints="1" noAdjustHandles="1" noChangeArrowheads="1" noChangeShapeType="1"/>
          </p:cNvSpPr>
          <p:nvPr userDrawn="1"/>
        </p:nvSpPr>
        <p:spPr>
          <a:xfrm>
            <a:off x="7793246" y="1626833"/>
            <a:ext cx="1744454" cy="820803"/>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30" name="metrics_title_1">
            <a:extLst>
              <a:ext uri="{FF2B5EF4-FFF2-40B4-BE49-F238E27FC236}">
                <a16:creationId xmlns:a16="http://schemas.microsoft.com/office/drawing/2014/main" id="{1E88D422-6BB1-CAAC-279E-20C09ED47046}"/>
              </a:ext>
            </a:extLst>
          </p:cNvPr>
          <p:cNvSpPr>
            <a:spLocks noGrp="1"/>
          </p:cNvSpPr>
          <p:nvPr>
            <p:ph type="body" sz="quarter" idx="26"/>
          </p:nvPr>
        </p:nvSpPr>
        <p:spPr>
          <a:xfrm>
            <a:off x="529904" y="1410108"/>
            <a:ext cx="1713571" cy="183895"/>
          </a:xfrm>
          <a:prstGeom prst="rect">
            <a:avLst/>
          </a:prstGeom>
        </p:spPr>
        <p:txBody>
          <a:bodyPr lIns="0" anchor="ctr"/>
          <a:lstStyle>
            <a:lvl1pPr marL="0" indent="0" algn="l">
              <a:buNone/>
              <a:defRPr sz="1000" b="0"/>
            </a:lvl1pPr>
          </a:lstStyle>
          <a:p>
            <a:pPr lvl="0"/>
            <a:endParaRPr kumimoji="1" lang="ja-JP" altLang="en-US" dirty="0"/>
          </a:p>
        </p:txBody>
      </p:sp>
      <p:sp>
        <p:nvSpPr>
          <p:cNvPr id="32" name="metrics_title_3">
            <a:extLst>
              <a:ext uri="{FF2B5EF4-FFF2-40B4-BE49-F238E27FC236}">
                <a16:creationId xmlns:a16="http://schemas.microsoft.com/office/drawing/2014/main" id="{3125DF2F-245E-20CE-4D42-264A7BA1B9F2}"/>
              </a:ext>
            </a:extLst>
          </p:cNvPr>
          <p:cNvSpPr>
            <a:spLocks noGrp="1"/>
          </p:cNvSpPr>
          <p:nvPr>
            <p:ph type="body" sz="quarter" idx="28"/>
          </p:nvPr>
        </p:nvSpPr>
        <p:spPr>
          <a:xfrm>
            <a:off x="4170405" y="1410108"/>
            <a:ext cx="1750064" cy="183895"/>
          </a:xfrm>
          <a:prstGeom prst="rect">
            <a:avLst/>
          </a:prstGeom>
        </p:spPr>
        <p:txBody>
          <a:bodyPr lIns="0" anchor="ctr"/>
          <a:lstStyle>
            <a:lvl1pPr marL="0" indent="0" algn="l">
              <a:buNone/>
              <a:defRPr sz="1000" b="0"/>
            </a:lvl1pPr>
          </a:lstStyle>
          <a:p>
            <a:pPr lvl="0"/>
            <a:endParaRPr kumimoji="1" lang="ja-JP" altLang="en-US" dirty="0"/>
          </a:p>
        </p:txBody>
      </p:sp>
      <p:sp>
        <p:nvSpPr>
          <p:cNvPr id="33" name="metrics_title_4">
            <a:extLst>
              <a:ext uri="{FF2B5EF4-FFF2-40B4-BE49-F238E27FC236}">
                <a16:creationId xmlns:a16="http://schemas.microsoft.com/office/drawing/2014/main" id="{E65A2EE1-BC0E-C0E1-13E6-221F65679A20}"/>
              </a:ext>
            </a:extLst>
          </p:cNvPr>
          <p:cNvSpPr>
            <a:spLocks noGrp="1"/>
          </p:cNvSpPr>
          <p:nvPr>
            <p:ph type="body" sz="quarter" idx="29"/>
          </p:nvPr>
        </p:nvSpPr>
        <p:spPr>
          <a:xfrm>
            <a:off x="5992979" y="1410109"/>
            <a:ext cx="1716156" cy="170000"/>
          </a:xfrm>
          <a:prstGeom prst="rect">
            <a:avLst/>
          </a:prstGeom>
        </p:spPr>
        <p:txBody>
          <a:bodyPr lIns="0" anchor="ctr"/>
          <a:lstStyle>
            <a:lvl1pPr marL="0" indent="0" algn="l">
              <a:buNone/>
              <a:defRPr sz="1000" b="0"/>
            </a:lvl1pPr>
          </a:lstStyle>
          <a:p>
            <a:pPr lvl="0"/>
            <a:endParaRPr kumimoji="1" lang="ja-JP" altLang="en-US" dirty="0"/>
          </a:p>
        </p:txBody>
      </p:sp>
      <p:sp>
        <p:nvSpPr>
          <p:cNvPr id="34" name="metrics_title_5">
            <a:extLst>
              <a:ext uri="{FF2B5EF4-FFF2-40B4-BE49-F238E27FC236}">
                <a16:creationId xmlns:a16="http://schemas.microsoft.com/office/drawing/2014/main" id="{1959CC27-372B-D555-4174-1F9D97D82728}"/>
              </a:ext>
            </a:extLst>
          </p:cNvPr>
          <p:cNvSpPr>
            <a:spLocks noGrp="1"/>
          </p:cNvSpPr>
          <p:nvPr>
            <p:ph type="body" sz="quarter" idx="30"/>
          </p:nvPr>
        </p:nvSpPr>
        <p:spPr>
          <a:xfrm>
            <a:off x="7821601" y="1408082"/>
            <a:ext cx="1716156" cy="183895"/>
          </a:xfrm>
          <a:prstGeom prst="rect">
            <a:avLst/>
          </a:prstGeom>
        </p:spPr>
        <p:txBody>
          <a:bodyPr lIns="0" anchor="ctr"/>
          <a:lstStyle>
            <a:lvl1pPr marL="0" indent="0" algn="l">
              <a:buNone/>
              <a:defRPr sz="1000" b="0"/>
            </a:lvl1pPr>
          </a:lstStyle>
          <a:p>
            <a:pPr lvl="0"/>
            <a:endParaRPr kumimoji="1" lang="ja-JP" altLang="en-US" dirty="0"/>
          </a:p>
        </p:txBody>
      </p:sp>
      <p:sp>
        <p:nvSpPr>
          <p:cNvPr id="35" name="metrics_title_2">
            <a:extLst>
              <a:ext uri="{FF2B5EF4-FFF2-40B4-BE49-F238E27FC236}">
                <a16:creationId xmlns:a16="http://schemas.microsoft.com/office/drawing/2014/main" id="{9D0F4EDB-03AC-E0ED-BE96-A6EFD78F80AA}"/>
              </a:ext>
            </a:extLst>
          </p:cNvPr>
          <p:cNvSpPr>
            <a:spLocks noGrp="1"/>
          </p:cNvSpPr>
          <p:nvPr>
            <p:ph type="body" sz="quarter" idx="27"/>
          </p:nvPr>
        </p:nvSpPr>
        <p:spPr>
          <a:xfrm>
            <a:off x="2371348" y="1413033"/>
            <a:ext cx="1716157" cy="167513"/>
          </a:xfrm>
          <a:prstGeom prst="rect">
            <a:avLst/>
          </a:prstGeom>
        </p:spPr>
        <p:txBody>
          <a:bodyPr lIns="0" anchor="ctr"/>
          <a:lstStyle>
            <a:lvl1pPr marL="0" indent="0" algn="l">
              <a:buNone/>
              <a:defRPr sz="1000" b="0"/>
            </a:lvl1pPr>
          </a:lstStyle>
          <a:p>
            <a:pPr lvl="0"/>
            <a:endParaRPr kumimoji="1" lang="ja-JP" altLang="en-US" dirty="0"/>
          </a:p>
        </p:txBody>
      </p:sp>
      <p:sp>
        <p:nvSpPr>
          <p:cNvPr id="4" name="gray_object_6">
            <a:extLst>
              <a:ext uri="{FF2B5EF4-FFF2-40B4-BE49-F238E27FC236}">
                <a16:creationId xmlns:a16="http://schemas.microsoft.com/office/drawing/2014/main" id="{CD2C0D65-9218-A5FF-B710-A2422EC55AEF}"/>
              </a:ext>
            </a:extLst>
          </p:cNvPr>
          <p:cNvSpPr>
            <a:spLocks noGrp="1" noRot="1" noMove="1" noResize="1" noEditPoints="1" noAdjustHandles="1" noChangeArrowheads="1" noChangeShapeType="1"/>
          </p:cNvSpPr>
          <p:nvPr userDrawn="1"/>
        </p:nvSpPr>
        <p:spPr>
          <a:xfrm>
            <a:off x="527648" y="5431650"/>
            <a:ext cx="2003116" cy="839842"/>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8" name="gray_object_7">
            <a:extLst>
              <a:ext uri="{FF2B5EF4-FFF2-40B4-BE49-F238E27FC236}">
                <a16:creationId xmlns:a16="http://schemas.microsoft.com/office/drawing/2014/main" id="{29B01A13-5D75-C4FB-9022-51DC936B92D7}"/>
              </a:ext>
            </a:extLst>
          </p:cNvPr>
          <p:cNvSpPr>
            <a:spLocks noGrp="1" noRot="1" noMove="1" noResize="1" noEditPoints="1" noAdjustHandles="1" noChangeArrowheads="1" noChangeShapeType="1"/>
          </p:cNvSpPr>
          <p:nvPr userDrawn="1"/>
        </p:nvSpPr>
        <p:spPr>
          <a:xfrm>
            <a:off x="2649814" y="5431649"/>
            <a:ext cx="2003116" cy="839842"/>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1" name="gray_object_9">
            <a:extLst>
              <a:ext uri="{FF2B5EF4-FFF2-40B4-BE49-F238E27FC236}">
                <a16:creationId xmlns:a16="http://schemas.microsoft.com/office/drawing/2014/main" id="{E786B111-5F30-432E-3F9F-97815DBB53A4}"/>
              </a:ext>
            </a:extLst>
          </p:cNvPr>
          <p:cNvSpPr>
            <a:spLocks noGrp="1" noRot="1" noMove="1" noResize="1" noEditPoints="1" noAdjustHandles="1" noChangeArrowheads="1" noChangeShapeType="1"/>
          </p:cNvSpPr>
          <p:nvPr userDrawn="1"/>
        </p:nvSpPr>
        <p:spPr>
          <a:xfrm>
            <a:off x="7531231" y="5432998"/>
            <a:ext cx="2005057" cy="838494"/>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2" name="gray_object_8">
            <a:extLst>
              <a:ext uri="{FF2B5EF4-FFF2-40B4-BE49-F238E27FC236}">
                <a16:creationId xmlns:a16="http://schemas.microsoft.com/office/drawing/2014/main" id="{4A342799-B598-E615-30C5-50CB06B73C07}"/>
              </a:ext>
            </a:extLst>
          </p:cNvPr>
          <p:cNvSpPr>
            <a:spLocks noGrp="1" noRot="1" noMove="1" noResize="1" noEditPoints="1" noAdjustHandles="1" noChangeArrowheads="1" noChangeShapeType="1"/>
          </p:cNvSpPr>
          <p:nvPr userDrawn="1"/>
        </p:nvSpPr>
        <p:spPr>
          <a:xfrm>
            <a:off x="5372123" y="5432997"/>
            <a:ext cx="2003115" cy="838495"/>
          </a:xfrm>
          <a:prstGeom prst="roundRect">
            <a:avLst>
              <a:gd name="adj" fmla="val 8702"/>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solidFill>
                <a:srgbClr val="FF0000"/>
              </a:solidFill>
              <a:highlight>
                <a:srgbClr val="A7C7DE"/>
              </a:highlight>
            </a:endParaRPr>
          </a:p>
        </p:txBody>
      </p:sp>
      <p:sp>
        <p:nvSpPr>
          <p:cNvPr id="13" name="KeyEvent">
            <a:extLst>
              <a:ext uri="{FF2B5EF4-FFF2-40B4-BE49-F238E27FC236}">
                <a16:creationId xmlns:a16="http://schemas.microsoft.com/office/drawing/2014/main" id="{F06A3243-B844-B0C8-2221-D54D5BE42C6C}"/>
              </a:ext>
            </a:extLst>
          </p:cNvPr>
          <p:cNvSpPr>
            <a:spLocks noGrp="1"/>
          </p:cNvSpPr>
          <p:nvPr>
            <p:ph type="body" sz="quarter" idx="31"/>
          </p:nvPr>
        </p:nvSpPr>
        <p:spPr>
          <a:xfrm>
            <a:off x="405496" y="4758358"/>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15" name="metrics_title_6">
            <a:extLst>
              <a:ext uri="{FF2B5EF4-FFF2-40B4-BE49-F238E27FC236}">
                <a16:creationId xmlns:a16="http://schemas.microsoft.com/office/drawing/2014/main" id="{1DBD124E-C82A-1439-86CF-60D2482FF853}"/>
              </a:ext>
            </a:extLst>
          </p:cNvPr>
          <p:cNvSpPr>
            <a:spLocks noGrp="1"/>
          </p:cNvSpPr>
          <p:nvPr>
            <p:ph type="body" sz="quarter" idx="32"/>
          </p:nvPr>
        </p:nvSpPr>
        <p:spPr>
          <a:xfrm>
            <a:off x="533254" y="5221416"/>
            <a:ext cx="1997509" cy="158899"/>
          </a:xfrm>
          <a:prstGeom prst="rect">
            <a:avLst/>
          </a:prstGeom>
        </p:spPr>
        <p:txBody>
          <a:bodyPr lIns="0" anchor="ctr"/>
          <a:lstStyle>
            <a:lvl1pPr marL="0" indent="0" algn="l">
              <a:buNone/>
              <a:defRPr sz="1000" b="0"/>
            </a:lvl1pPr>
          </a:lstStyle>
          <a:p>
            <a:pPr lvl="0"/>
            <a:endParaRPr kumimoji="1" lang="ja-JP" altLang="en-US" dirty="0"/>
          </a:p>
        </p:txBody>
      </p:sp>
      <p:sp>
        <p:nvSpPr>
          <p:cNvPr id="17" name="metrics_title_7">
            <a:extLst>
              <a:ext uri="{FF2B5EF4-FFF2-40B4-BE49-F238E27FC236}">
                <a16:creationId xmlns:a16="http://schemas.microsoft.com/office/drawing/2014/main" id="{B505B241-8107-A14F-719C-E380AC5FCBD6}"/>
              </a:ext>
            </a:extLst>
          </p:cNvPr>
          <p:cNvSpPr>
            <a:spLocks noGrp="1"/>
          </p:cNvSpPr>
          <p:nvPr>
            <p:ph type="body" sz="quarter" idx="33"/>
          </p:nvPr>
        </p:nvSpPr>
        <p:spPr>
          <a:xfrm>
            <a:off x="2658966" y="5220620"/>
            <a:ext cx="1993963" cy="157161"/>
          </a:xfrm>
          <a:prstGeom prst="rect">
            <a:avLst/>
          </a:prstGeom>
        </p:spPr>
        <p:txBody>
          <a:bodyPr lIns="0" anchor="ctr"/>
          <a:lstStyle>
            <a:lvl1pPr marL="0" indent="0" algn="l">
              <a:buNone/>
              <a:defRPr sz="1000" b="0"/>
            </a:lvl1pPr>
          </a:lstStyle>
          <a:p>
            <a:pPr lvl="0"/>
            <a:endParaRPr kumimoji="1" lang="ja-JP" altLang="en-US" dirty="0"/>
          </a:p>
        </p:txBody>
      </p:sp>
      <p:sp>
        <p:nvSpPr>
          <p:cNvPr id="18" name="metrics_title_8">
            <a:extLst>
              <a:ext uri="{FF2B5EF4-FFF2-40B4-BE49-F238E27FC236}">
                <a16:creationId xmlns:a16="http://schemas.microsoft.com/office/drawing/2014/main" id="{C9DE4B4D-BBAC-5013-B61B-9BD4CD15ED24}"/>
              </a:ext>
            </a:extLst>
          </p:cNvPr>
          <p:cNvSpPr>
            <a:spLocks noGrp="1"/>
          </p:cNvSpPr>
          <p:nvPr>
            <p:ph type="body" sz="quarter" idx="34"/>
          </p:nvPr>
        </p:nvSpPr>
        <p:spPr>
          <a:xfrm>
            <a:off x="5372849" y="5220620"/>
            <a:ext cx="2002379" cy="166198"/>
          </a:xfrm>
          <a:prstGeom prst="rect">
            <a:avLst/>
          </a:prstGeom>
        </p:spPr>
        <p:txBody>
          <a:bodyPr lIns="0" anchor="ctr"/>
          <a:lstStyle>
            <a:lvl1pPr marL="0" indent="0" algn="l">
              <a:buNone/>
              <a:defRPr sz="1000" b="0"/>
            </a:lvl1pPr>
          </a:lstStyle>
          <a:p>
            <a:pPr lvl="0"/>
            <a:endParaRPr kumimoji="1" lang="ja-JP" altLang="en-US" dirty="0"/>
          </a:p>
        </p:txBody>
      </p:sp>
      <p:sp>
        <p:nvSpPr>
          <p:cNvPr id="19" name="metrics_title_9">
            <a:extLst>
              <a:ext uri="{FF2B5EF4-FFF2-40B4-BE49-F238E27FC236}">
                <a16:creationId xmlns:a16="http://schemas.microsoft.com/office/drawing/2014/main" id="{831EAFF8-8AEF-6CD8-9074-E1514055680B}"/>
              </a:ext>
            </a:extLst>
          </p:cNvPr>
          <p:cNvSpPr>
            <a:spLocks noGrp="1"/>
          </p:cNvSpPr>
          <p:nvPr>
            <p:ph type="body" sz="quarter" idx="35"/>
          </p:nvPr>
        </p:nvSpPr>
        <p:spPr>
          <a:xfrm>
            <a:off x="7531231" y="5220620"/>
            <a:ext cx="2002378" cy="166198"/>
          </a:xfrm>
          <a:prstGeom prst="rect">
            <a:avLst/>
          </a:prstGeom>
        </p:spPr>
        <p:txBody>
          <a:bodyPr lIns="0" anchor="ctr"/>
          <a:lstStyle>
            <a:lvl1pPr marL="0" indent="0" algn="l">
              <a:buNone/>
              <a:defRPr sz="1000" b="0"/>
            </a:lvl1pPr>
          </a:lstStyle>
          <a:p>
            <a:pPr lvl="0"/>
            <a:endParaRPr kumimoji="1" lang="ja-JP" altLang="en-US" dirty="0"/>
          </a:p>
        </p:txBody>
      </p:sp>
      <p:sp>
        <p:nvSpPr>
          <p:cNvPr id="25" name="Engagement">
            <a:extLst>
              <a:ext uri="{FF2B5EF4-FFF2-40B4-BE49-F238E27FC236}">
                <a16:creationId xmlns:a16="http://schemas.microsoft.com/office/drawing/2014/main" id="{DE0ADF49-1306-F354-5EC7-DD0766FBBABA}"/>
              </a:ext>
            </a:extLst>
          </p:cNvPr>
          <p:cNvSpPr>
            <a:spLocks noGrp="1"/>
          </p:cNvSpPr>
          <p:nvPr>
            <p:ph type="body" sz="quarter" idx="36"/>
          </p:nvPr>
        </p:nvSpPr>
        <p:spPr>
          <a:xfrm>
            <a:off x="5160945" y="4758464"/>
            <a:ext cx="1428538" cy="304587"/>
          </a:xfrm>
          <a:prstGeom prst="rect">
            <a:avLst/>
          </a:prstGeom>
        </p:spPr>
        <p:txBody>
          <a:bodyPr anchor="ctr"/>
          <a:lstStyle>
            <a:lvl1pPr marL="0" indent="0" algn="ctr">
              <a:buNone/>
              <a:defRPr sz="1400" b="1"/>
            </a:lvl1pPr>
          </a:lstStyle>
          <a:p>
            <a:pPr lvl="0"/>
            <a:endParaRPr kumimoji="1" lang="ja-JP" altLang="en-US" dirty="0"/>
          </a:p>
        </p:txBody>
      </p:sp>
      <p:cxnSp>
        <p:nvCxnSpPr>
          <p:cNvPr id="26" name="connector_3">
            <a:extLst>
              <a:ext uri="{FF2B5EF4-FFF2-40B4-BE49-F238E27FC236}">
                <a16:creationId xmlns:a16="http://schemas.microsoft.com/office/drawing/2014/main" id="{17CE8F5F-BD6C-3221-E150-099CF0A54958}"/>
              </a:ext>
            </a:extLst>
          </p:cNvPr>
          <p:cNvCxnSpPr>
            <a:cxnSpLocks/>
          </p:cNvCxnSpPr>
          <p:nvPr userDrawn="1"/>
        </p:nvCxnSpPr>
        <p:spPr>
          <a:xfrm>
            <a:off x="5026891" y="4758464"/>
            <a:ext cx="0" cy="1596537"/>
          </a:xfrm>
          <a:prstGeom prst="line">
            <a:avLst/>
          </a:prstGeom>
          <a:ln w="9525"/>
        </p:spPr>
        <p:style>
          <a:lnRef idx="1">
            <a:schemeClr val="dk1"/>
          </a:lnRef>
          <a:fillRef idx="0">
            <a:schemeClr val="dk1"/>
          </a:fillRef>
          <a:effectRef idx="0">
            <a:schemeClr val="dk1"/>
          </a:effectRef>
          <a:fontRef idx="minor">
            <a:schemeClr val="tx1"/>
          </a:fontRef>
        </p:style>
      </p:cxnSp>
      <p:sp>
        <p:nvSpPr>
          <p:cNvPr id="10" name="metrics_1">
            <a:extLst>
              <a:ext uri="{FF2B5EF4-FFF2-40B4-BE49-F238E27FC236}">
                <a16:creationId xmlns:a16="http://schemas.microsoft.com/office/drawing/2014/main" id="{B6A210A7-B3DB-B43F-0563-06450BC1583D}"/>
              </a:ext>
            </a:extLst>
          </p:cNvPr>
          <p:cNvSpPr>
            <a:spLocks noGrp="1"/>
          </p:cNvSpPr>
          <p:nvPr>
            <p:ph type="body" sz="quarter" idx="37"/>
          </p:nvPr>
        </p:nvSpPr>
        <p:spPr>
          <a:xfrm>
            <a:off x="691699" y="1883066"/>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27" name="metrics_2">
            <a:extLst>
              <a:ext uri="{FF2B5EF4-FFF2-40B4-BE49-F238E27FC236}">
                <a16:creationId xmlns:a16="http://schemas.microsoft.com/office/drawing/2014/main" id="{EADCB533-CB73-46EB-A684-654E010749DC}"/>
              </a:ext>
            </a:extLst>
          </p:cNvPr>
          <p:cNvSpPr>
            <a:spLocks noGrp="1"/>
          </p:cNvSpPr>
          <p:nvPr>
            <p:ph type="body" sz="quarter" idx="38"/>
          </p:nvPr>
        </p:nvSpPr>
        <p:spPr>
          <a:xfrm>
            <a:off x="2505542" y="1883066"/>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28" name="metrics_3">
            <a:extLst>
              <a:ext uri="{FF2B5EF4-FFF2-40B4-BE49-F238E27FC236}">
                <a16:creationId xmlns:a16="http://schemas.microsoft.com/office/drawing/2014/main" id="{95982E0B-9614-79BC-7272-6BAA46CE2A83}"/>
              </a:ext>
            </a:extLst>
          </p:cNvPr>
          <p:cNvSpPr>
            <a:spLocks noGrp="1"/>
          </p:cNvSpPr>
          <p:nvPr>
            <p:ph type="body" sz="quarter" idx="39"/>
          </p:nvPr>
        </p:nvSpPr>
        <p:spPr>
          <a:xfrm>
            <a:off x="4326567" y="1881453"/>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29" name="metrics_4">
            <a:extLst>
              <a:ext uri="{FF2B5EF4-FFF2-40B4-BE49-F238E27FC236}">
                <a16:creationId xmlns:a16="http://schemas.microsoft.com/office/drawing/2014/main" id="{7731A556-DB14-B460-1959-2655C39E9BAD}"/>
              </a:ext>
            </a:extLst>
          </p:cNvPr>
          <p:cNvSpPr>
            <a:spLocks noGrp="1"/>
          </p:cNvSpPr>
          <p:nvPr>
            <p:ph type="body" sz="quarter" idx="40"/>
          </p:nvPr>
        </p:nvSpPr>
        <p:spPr>
          <a:xfrm>
            <a:off x="6151124" y="1879840"/>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31" name="metrics_5">
            <a:extLst>
              <a:ext uri="{FF2B5EF4-FFF2-40B4-BE49-F238E27FC236}">
                <a16:creationId xmlns:a16="http://schemas.microsoft.com/office/drawing/2014/main" id="{67D73697-3990-63D9-491D-21EDBE238791}"/>
              </a:ext>
            </a:extLst>
          </p:cNvPr>
          <p:cNvSpPr>
            <a:spLocks noGrp="1"/>
          </p:cNvSpPr>
          <p:nvPr>
            <p:ph type="body" sz="quarter" idx="41"/>
          </p:nvPr>
        </p:nvSpPr>
        <p:spPr>
          <a:xfrm>
            <a:off x="7949534" y="1883066"/>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36" name="metrics_6">
            <a:extLst>
              <a:ext uri="{FF2B5EF4-FFF2-40B4-BE49-F238E27FC236}">
                <a16:creationId xmlns:a16="http://schemas.microsoft.com/office/drawing/2014/main" id="{38F65F8B-116F-6A3C-CF15-F97BCE08917F}"/>
              </a:ext>
            </a:extLst>
          </p:cNvPr>
          <p:cNvSpPr>
            <a:spLocks noGrp="1"/>
          </p:cNvSpPr>
          <p:nvPr>
            <p:ph type="body" sz="quarter" idx="42"/>
          </p:nvPr>
        </p:nvSpPr>
        <p:spPr>
          <a:xfrm>
            <a:off x="814937" y="5699276"/>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37" name="metrics_7">
            <a:extLst>
              <a:ext uri="{FF2B5EF4-FFF2-40B4-BE49-F238E27FC236}">
                <a16:creationId xmlns:a16="http://schemas.microsoft.com/office/drawing/2014/main" id="{7DD634A1-9C2B-6CB0-A1C7-A416B16F69D7}"/>
              </a:ext>
            </a:extLst>
          </p:cNvPr>
          <p:cNvSpPr>
            <a:spLocks noGrp="1"/>
          </p:cNvSpPr>
          <p:nvPr>
            <p:ph type="body" sz="quarter" idx="43"/>
          </p:nvPr>
        </p:nvSpPr>
        <p:spPr>
          <a:xfrm>
            <a:off x="2931496" y="5699275"/>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38" name="metrics_8">
            <a:extLst>
              <a:ext uri="{FF2B5EF4-FFF2-40B4-BE49-F238E27FC236}">
                <a16:creationId xmlns:a16="http://schemas.microsoft.com/office/drawing/2014/main" id="{4DBFF196-D42B-7273-C092-4C973F3D7B89}"/>
              </a:ext>
            </a:extLst>
          </p:cNvPr>
          <p:cNvSpPr>
            <a:spLocks noGrp="1"/>
          </p:cNvSpPr>
          <p:nvPr>
            <p:ph type="body" sz="quarter" idx="44"/>
          </p:nvPr>
        </p:nvSpPr>
        <p:spPr>
          <a:xfrm>
            <a:off x="5659411" y="5687144"/>
            <a:ext cx="1428538" cy="304587"/>
          </a:xfrm>
          <a:prstGeom prst="rect">
            <a:avLst/>
          </a:prstGeom>
        </p:spPr>
        <p:txBody>
          <a:bodyPr anchor="ctr"/>
          <a:lstStyle>
            <a:lvl1pPr marL="0" indent="0" algn="ctr">
              <a:buNone/>
              <a:defRPr sz="1400" b="1"/>
            </a:lvl1pPr>
          </a:lstStyle>
          <a:p>
            <a:pPr lvl="0"/>
            <a:endParaRPr kumimoji="1" lang="ja-JP" altLang="en-US" dirty="0"/>
          </a:p>
        </p:txBody>
      </p:sp>
      <p:sp>
        <p:nvSpPr>
          <p:cNvPr id="39" name="metrics_9">
            <a:extLst>
              <a:ext uri="{FF2B5EF4-FFF2-40B4-BE49-F238E27FC236}">
                <a16:creationId xmlns:a16="http://schemas.microsoft.com/office/drawing/2014/main" id="{01463C6D-55C6-F99F-28F0-58FBF2AEEF78}"/>
              </a:ext>
            </a:extLst>
          </p:cNvPr>
          <p:cNvSpPr>
            <a:spLocks noGrp="1"/>
          </p:cNvSpPr>
          <p:nvPr>
            <p:ph type="body" sz="quarter" idx="45"/>
          </p:nvPr>
        </p:nvSpPr>
        <p:spPr>
          <a:xfrm>
            <a:off x="7821601" y="5699274"/>
            <a:ext cx="1428538" cy="304587"/>
          </a:xfrm>
          <a:prstGeom prst="rect">
            <a:avLst/>
          </a:prstGeom>
        </p:spPr>
        <p:txBody>
          <a:bodyPr anchor="ctr"/>
          <a:lstStyle>
            <a:lvl1pPr marL="0" indent="0" algn="ctr">
              <a:buNone/>
              <a:defRPr sz="1400" b="1"/>
            </a:lvl1pPr>
          </a:lstStyle>
          <a:p>
            <a:pPr lvl="0"/>
            <a:endParaRPr kumimoji="1" lang="ja-JP" altLang="en-US" dirty="0"/>
          </a:p>
        </p:txBody>
      </p:sp>
    </p:spTree>
    <p:extLst>
      <p:ext uri="{BB962C8B-B14F-4D97-AF65-F5344CB8AC3E}">
        <p14:creationId xmlns:p14="http://schemas.microsoft.com/office/powerpoint/2010/main" val="205384600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_v2_color">
    <p:spTree>
      <p:nvGrpSpPr>
        <p:cNvPr id="1" name=""/>
        <p:cNvGrpSpPr/>
        <p:nvPr/>
      </p:nvGrpSpPr>
      <p:grpSpPr>
        <a:xfrm>
          <a:off x="0" y="0"/>
          <a:ext cx="0" cy="0"/>
          <a:chOff x="0" y="0"/>
          <a:chExt cx="0" cy="0"/>
        </a:xfrm>
      </p:grpSpPr>
      <p:sp>
        <p:nvSpPr>
          <p:cNvPr id="4" name="contents">
            <a:extLst>
              <a:ext uri="{FF2B5EF4-FFF2-40B4-BE49-F238E27FC236}">
                <a16:creationId xmlns:a16="http://schemas.microsoft.com/office/drawing/2014/main" id="{71B6D6ED-191C-FF6D-6968-73C5FB87642B}"/>
              </a:ext>
            </a:extLst>
          </p:cNvPr>
          <p:cNvSpPr>
            <a:spLocks noGrp="1"/>
          </p:cNvSpPr>
          <p:nvPr>
            <p:ph type="tbl" sz="quarter" idx="10"/>
          </p:nvPr>
        </p:nvSpPr>
        <p:spPr>
          <a:xfrm>
            <a:off x="1355670" y="3493454"/>
            <a:ext cx="3868264" cy="1608792"/>
          </a:xfrm>
          <a:prstGeom prst="rect">
            <a:avLst/>
          </a:prstGeom>
        </p:spPr>
        <p:txBody>
          <a:bodyPr/>
          <a:lstStyle>
            <a:lvl1pPr marL="0" indent="0" algn="ctr">
              <a:buFontTx/>
              <a:buNone/>
              <a:defRPr/>
            </a:lvl1pPr>
          </a:lstStyle>
          <a:p>
            <a:endParaRPr kumimoji="1" lang="ja-JP" altLang="en-US"/>
          </a:p>
        </p:txBody>
      </p:sp>
      <p:sp>
        <p:nvSpPr>
          <p:cNvPr id="2" name="スライド番号プレースホルダー 1">
            <a:extLst>
              <a:ext uri="{FF2B5EF4-FFF2-40B4-BE49-F238E27FC236}">
                <a16:creationId xmlns:a16="http://schemas.microsoft.com/office/drawing/2014/main" id="{25371411-E224-8916-CF73-CCDDE7525C65}"/>
              </a:ext>
            </a:extLst>
          </p:cNvPr>
          <p:cNvSpPr>
            <a:spLocks noGrp="1"/>
          </p:cNvSpPr>
          <p:nvPr>
            <p:ph type="sldNum" sz="quarter" idx="12"/>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3" name="日付プレースホルダー 2">
            <a:extLst>
              <a:ext uri="{FF2B5EF4-FFF2-40B4-BE49-F238E27FC236}">
                <a16:creationId xmlns:a16="http://schemas.microsoft.com/office/drawing/2014/main" id="{3E6CE73D-7648-5701-4D50-1677D2219EC1}"/>
              </a:ext>
            </a:extLst>
          </p:cNvPr>
          <p:cNvSpPr>
            <a:spLocks noGrp="1"/>
          </p:cNvSpPr>
          <p:nvPr>
            <p:ph type="dt" sz="half" idx="13"/>
          </p:nvPr>
        </p:nvSpPr>
        <p:spPr>
          <a:xfrm>
            <a:off x="681038" y="6356350"/>
            <a:ext cx="2228850" cy="365125"/>
          </a:xfrm>
          <a:prstGeom prst="rect">
            <a:avLst/>
          </a:prstGeom>
        </p:spPr>
        <p:txBody>
          <a:bodyPr/>
          <a:lstStyle/>
          <a:p>
            <a:fld id="{823A2473-763F-426D-95BE-21E59B9920F3}"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EB9646FB-8F2F-1376-5AA3-8CAF2914BB24}"/>
              </a:ext>
            </a:extLst>
          </p:cNvPr>
          <p:cNvSpPr>
            <a:spLocks noGrp="1"/>
          </p:cNvSpPr>
          <p:nvPr>
            <p:ph type="ftr" sz="quarter" idx="14"/>
          </p:nvPr>
        </p:nvSpPr>
        <p:spPr/>
        <p:txBody>
          <a:bodyPr/>
          <a:lstStyle/>
          <a:p>
            <a:endParaRPr kumimoji="1" lang="ja-JP" altLang="en-US"/>
          </a:p>
        </p:txBody>
      </p:sp>
      <p:cxnSp>
        <p:nvCxnSpPr>
          <p:cNvPr id="8" name="直線コネクタ 7">
            <a:extLst>
              <a:ext uri="{FF2B5EF4-FFF2-40B4-BE49-F238E27FC236}">
                <a16:creationId xmlns:a16="http://schemas.microsoft.com/office/drawing/2014/main" id="{35CC5283-E194-C155-4D75-6F4F21252426}"/>
              </a:ext>
            </a:extLst>
          </p:cNvPr>
          <p:cNvCxnSpPr>
            <a:cxnSpLocks noGrp="1" noRot="1" noMove="1" noResize="1" noEditPoints="1" noAdjustHandles="1" noChangeArrowheads="1" noChangeShapeType="1"/>
          </p:cNvCxnSpPr>
          <p:nvPr userDrawn="1"/>
        </p:nvCxnSpPr>
        <p:spPr>
          <a:xfrm>
            <a:off x="1126836" y="1793424"/>
            <a:ext cx="7629237" cy="0"/>
          </a:xfrm>
          <a:prstGeom prst="line">
            <a:avLst/>
          </a:prstGeom>
          <a:ln w="9525">
            <a:solidFill>
              <a:schemeClr val="accent6">
                <a:lumMod val="75000"/>
                <a:lumOff val="25000"/>
              </a:schemeClr>
            </a:solidFill>
          </a:ln>
        </p:spPr>
        <p:style>
          <a:lnRef idx="3">
            <a:schemeClr val="accent4"/>
          </a:lnRef>
          <a:fillRef idx="0">
            <a:schemeClr val="accent4"/>
          </a:fillRef>
          <a:effectRef idx="2">
            <a:schemeClr val="accent4"/>
          </a:effectRef>
          <a:fontRef idx="minor">
            <a:schemeClr val="tx1"/>
          </a:fontRef>
        </p:style>
      </p:cxnSp>
      <p:sp>
        <p:nvSpPr>
          <p:cNvPr id="6" name="page_title_1">
            <a:extLst>
              <a:ext uri="{FF2B5EF4-FFF2-40B4-BE49-F238E27FC236}">
                <a16:creationId xmlns:a16="http://schemas.microsoft.com/office/drawing/2014/main" id="{0694C7B5-E30D-DB73-3F0D-EC58FFA06612}"/>
              </a:ext>
            </a:extLst>
          </p:cNvPr>
          <p:cNvSpPr>
            <a:spLocks noGrp="1"/>
          </p:cNvSpPr>
          <p:nvPr>
            <p:ph type="body" sz="quarter" idx="15"/>
          </p:nvPr>
        </p:nvSpPr>
        <p:spPr>
          <a:xfrm>
            <a:off x="1355670" y="1325647"/>
            <a:ext cx="7194661" cy="434665"/>
          </a:xfrm>
          <a:prstGeom prst="rect">
            <a:avLst/>
          </a:prstGeom>
          <a:noFill/>
          <a:ln>
            <a:noFill/>
          </a:ln>
        </p:spPr>
        <p:txBody>
          <a:bodyPr anchor="ctr"/>
          <a:lstStyle>
            <a:lvl1pPr marL="0" indent="0" algn="l">
              <a:buNone/>
              <a:defRPr sz="1800" b="1">
                <a:solidFill>
                  <a:schemeClr val="tx1"/>
                </a:solidFill>
              </a:defRPr>
            </a:lvl1pPr>
          </a:lstStyle>
          <a:p>
            <a:pPr lvl="0"/>
            <a:endParaRPr kumimoji="1" lang="ja-JP" altLang="en-US" dirty="0"/>
          </a:p>
        </p:txBody>
      </p:sp>
      <p:sp>
        <p:nvSpPr>
          <p:cNvPr id="16" name="page_title_2">
            <a:extLst>
              <a:ext uri="{FF2B5EF4-FFF2-40B4-BE49-F238E27FC236}">
                <a16:creationId xmlns:a16="http://schemas.microsoft.com/office/drawing/2014/main" id="{9447FCFF-25CC-9859-A574-43B22C0E8A47}"/>
              </a:ext>
            </a:extLst>
          </p:cNvPr>
          <p:cNvSpPr>
            <a:spLocks noGrp="1"/>
          </p:cNvSpPr>
          <p:nvPr>
            <p:ph type="body" sz="quarter" idx="16"/>
          </p:nvPr>
        </p:nvSpPr>
        <p:spPr>
          <a:xfrm>
            <a:off x="1355671" y="2041183"/>
            <a:ext cx="7194661" cy="973231"/>
          </a:xfrm>
          <a:prstGeom prst="rect">
            <a:avLst/>
          </a:prstGeom>
          <a:noFill/>
          <a:ln>
            <a:noFill/>
          </a:ln>
        </p:spPr>
        <p:txBody>
          <a:bodyPr anchor="ctr"/>
          <a:lstStyle>
            <a:lvl1pPr marL="0" indent="0" algn="l">
              <a:buNone/>
              <a:defRPr sz="3600" b="1">
                <a:solidFill>
                  <a:schemeClr val="tx1"/>
                </a:solidFill>
              </a:defRPr>
            </a:lvl1pPr>
          </a:lstStyle>
          <a:p>
            <a:pPr lvl="0"/>
            <a:endParaRPr kumimoji="1" lang="ja-JP" altLang="en-US" dirty="0"/>
          </a:p>
        </p:txBody>
      </p:sp>
      <p:sp>
        <p:nvSpPr>
          <p:cNvPr id="9" name="date_background">
            <a:extLst>
              <a:ext uri="{FF2B5EF4-FFF2-40B4-BE49-F238E27FC236}">
                <a16:creationId xmlns:a16="http://schemas.microsoft.com/office/drawing/2014/main" id="{791B9260-B78C-925C-F75E-9CC334FE506B}"/>
              </a:ext>
            </a:extLst>
          </p:cNvPr>
          <p:cNvSpPr>
            <a:spLocks noGrp="1"/>
          </p:cNvSpPr>
          <p:nvPr>
            <p:ph type="body" sz="quarter" idx="17"/>
          </p:nvPr>
        </p:nvSpPr>
        <p:spPr>
          <a:xfrm>
            <a:off x="4433454" y="3916110"/>
            <a:ext cx="4765964" cy="2101327"/>
          </a:xfrm>
          <a:prstGeom prst="rect">
            <a:avLst/>
          </a:prstGeom>
          <a:noFill/>
          <a:ln>
            <a:noFill/>
          </a:ln>
        </p:spPr>
        <p:txBody>
          <a:bodyPr anchor="ctr"/>
          <a:lstStyle>
            <a:lvl1pPr marL="0" indent="0" algn="r">
              <a:buNone/>
              <a:defRPr sz="12000" b="1">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363392896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partition_v2_color">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5371411-E224-8916-CF73-CCDDE7525C65}"/>
              </a:ext>
            </a:extLst>
          </p:cNvPr>
          <p:cNvSpPr>
            <a:spLocks noGrp="1"/>
          </p:cNvSpPr>
          <p:nvPr>
            <p:ph type="sldNum" sz="quarter" idx="12"/>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3" name="日付プレースホルダー 2">
            <a:extLst>
              <a:ext uri="{FF2B5EF4-FFF2-40B4-BE49-F238E27FC236}">
                <a16:creationId xmlns:a16="http://schemas.microsoft.com/office/drawing/2014/main" id="{3E6CE73D-7648-5701-4D50-1677D2219EC1}"/>
              </a:ext>
            </a:extLst>
          </p:cNvPr>
          <p:cNvSpPr>
            <a:spLocks noGrp="1"/>
          </p:cNvSpPr>
          <p:nvPr>
            <p:ph type="dt" sz="half" idx="13"/>
          </p:nvPr>
        </p:nvSpPr>
        <p:spPr>
          <a:xfrm>
            <a:off x="681038" y="6356350"/>
            <a:ext cx="2228850" cy="365125"/>
          </a:xfrm>
          <a:prstGeom prst="rect">
            <a:avLst/>
          </a:prstGeom>
        </p:spPr>
        <p:txBody>
          <a:bodyPr/>
          <a:lstStyle/>
          <a:p>
            <a:fld id="{823A2473-763F-426D-95BE-21E59B9920F3}"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EB9646FB-8F2F-1376-5AA3-8CAF2914BB24}"/>
              </a:ext>
            </a:extLst>
          </p:cNvPr>
          <p:cNvSpPr>
            <a:spLocks noGrp="1"/>
          </p:cNvSpPr>
          <p:nvPr>
            <p:ph type="ftr" sz="quarter" idx="14"/>
          </p:nvPr>
        </p:nvSpPr>
        <p:spPr/>
        <p:txBody>
          <a:bodyPr/>
          <a:lstStyle/>
          <a:p>
            <a:endParaRPr kumimoji="1" lang="ja-JP" altLang="en-US"/>
          </a:p>
        </p:txBody>
      </p:sp>
      <p:cxnSp>
        <p:nvCxnSpPr>
          <p:cNvPr id="8" name="直線コネクタ 7">
            <a:extLst>
              <a:ext uri="{FF2B5EF4-FFF2-40B4-BE49-F238E27FC236}">
                <a16:creationId xmlns:a16="http://schemas.microsoft.com/office/drawing/2014/main" id="{35CC5283-E194-C155-4D75-6F4F21252426}"/>
              </a:ext>
            </a:extLst>
          </p:cNvPr>
          <p:cNvCxnSpPr>
            <a:cxnSpLocks noGrp="1" noRot="1" noMove="1" noResize="1" noEditPoints="1" noAdjustHandles="1" noChangeArrowheads="1" noChangeShapeType="1"/>
          </p:cNvCxnSpPr>
          <p:nvPr userDrawn="1"/>
        </p:nvCxnSpPr>
        <p:spPr>
          <a:xfrm>
            <a:off x="1126836" y="1793424"/>
            <a:ext cx="7629237" cy="0"/>
          </a:xfrm>
          <a:prstGeom prst="line">
            <a:avLst/>
          </a:prstGeom>
          <a:ln w="9525">
            <a:solidFill>
              <a:schemeClr val="accent6">
                <a:lumMod val="75000"/>
                <a:lumOff val="25000"/>
              </a:schemeClr>
            </a:solidFill>
          </a:ln>
        </p:spPr>
        <p:style>
          <a:lnRef idx="3">
            <a:schemeClr val="accent4"/>
          </a:lnRef>
          <a:fillRef idx="0">
            <a:schemeClr val="accent4"/>
          </a:fillRef>
          <a:effectRef idx="2">
            <a:schemeClr val="accent4"/>
          </a:effectRef>
          <a:fontRef idx="minor">
            <a:schemeClr val="tx1"/>
          </a:fontRef>
        </p:style>
      </p:cxnSp>
      <p:sp>
        <p:nvSpPr>
          <p:cNvPr id="6" name="page_title_1">
            <a:extLst>
              <a:ext uri="{FF2B5EF4-FFF2-40B4-BE49-F238E27FC236}">
                <a16:creationId xmlns:a16="http://schemas.microsoft.com/office/drawing/2014/main" id="{0694C7B5-E30D-DB73-3F0D-EC58FFA06612}"/>
              </a:ext>
            </a:extLst>
          </p:cNvPr>
          <p:cNvSpPr>
            <a:spLocks noGrp="1"/>
          </p:cNvSpPr>
          <p:nvPr>
            <p:ph type="body" sz="quarter" idx="15"/>
          </p:nvPr>
        </p:nvSpPr>
        <p:spPr>
          <a:xfrm>
            <a:off x="1355670" y="1325647"/>
            <a:ext cx="7194661" cy="434665"/>
          </a:xfrm>
          <a:prstGeom prst="rect">
            <a:avLst/>
          </a:prstGeom>
          <a:noFill/>
          <a:ln>
            <a:noFill/>
          </a:ln>
        </p:spPr>
        <p:txBody>
          <a:bodyPr anchor="ctr"/>
          <a:lstStyle>
            <a:lvl1pPr marL="0" indent="0" algn="l">
              <a:buNone/>
              <a:defRPr sz="1800" b="1">
                <a:solidFill>
                  <a:schemeClr val="tx1"/>
                </a:solidFill>
              </a:defRPr>
            </a:lvl1pPr>
          </a:lstStyle>
          <a:p>
            <a:pPr lvl="0"/>
            <a:endParaRPr kumimoji="1" lang="ja-JP" altLang="en-US" dirty="0"/>
          </a:p>
        </p:txBody>
      </p:sp>
      <p:sp>
        <p:nvSpPr>
          <p:cNvPr id="16" name="page_title_2">
            <a:extLst>
              <a:ext uri="{FF2B5EF4-FFF2-40B4-BE49-F238E27FC236}">
                <a16:creationId xmlns:a16="http://schemas.microsoft.com/office/drawing/2014/main" id="{9447FCFF-25CC-9859-A574-43B22C0E8A47}"/>
              </a:ext>
            </a:extLst>
          </p:cNvPr>
          <p:cNvSpPr>
            <a:spLocks noGrp="1"/>
          </p:cNvSpPr>
          <p:nvPr>
            <p:ph type="body" sz="quarter" idx="16"/>
          </p:nvPr>
        </p:nvSpPr>
        <p:spPr>
          <a:xfrm>
            <a:off x="1355671" y="2041183"/>
            <a:ext cx="7194661" cy="973231"/>
          </a:xfrm>
          <a:prstGeom prst="rect">
            <a:avLst/>
          </a:prstGeom>
          <a:noFill/>
          <a:ln>
            <a:noFill/>
          </a:ln>
        </p:spPr>
        <p:txBody>
          <a:bodyPr anchor="ctr"/>
          <a:lstStyle>
            <a:lvl1pPr marL="0" indent="0" algn="l">
              <a:buNone/>
              <a:defRPr sz="3600" b="1">
                <a:solidFill>
                  <a:schemeClr val="tx1"/>
                </a:solidFill>
              </a:defRPr>
            </a:lvl1pPr>
          </a:lstStyle>
          <a:p>
            <a:pPr lvl="0"/>
            <a:endParaRPr kumimoji="1" lang="ja-JP" altLang="en-US" dirty="0"/>
          </a:p>
        </p:txBody>
      </p:sp>
      <p:sp>
        <p:nvSpPr>
          <p:cNvPr id="9" name="date_background">
            <a:extLst>
              <a:ext uri="{FF2B5EF4-FFF2-40B4-BE49-F238E27FC236}">
                <a16:creationId xmlns:a16="http://schemas.microsoft.com/office/drawing/2014/main" id="{791B9260-B78C-925C-F75E-9CC334FE506B}"/>
              </a:ext>
            </a:extLst>
          </p:cNvPr>
          <p:cNvSpPr>
            <a:spLocks noGrp="1"/>
          </p:cNvSpPr>
          <p:nvPr>
            <p:ph type="body" sz="quarter" idx="17"/>
          </p:nvPr>
        </p:nvSpPr>
        <p:spPr>
          <a:xfrm>
            <a:off x="4433454" y="3916110"/>
            <a:ext cx="4765964" cy="2101327"/>
          </a:xfrm>
          <a:prstGeom prst="rect">
            <a:avLst/>
          </a:prstGeom>
          <a:noFill/>
          <a:ln>
            <a:noFill/>
          </a:ln>
        </p:spPr>
        <p:txBody>
          <a:bodyPr anchor="ctr"/>
          <a:lstStyle>
            <a:lvl1pPr marL="0" indent="0" algn="r">
              <a:buNone/>
              <a:defRPr sz="12000" b="1">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11" name="text">
            <a:extLst>
              <a:ext uri="{FF2B5EF4-FFF2-40B4-BE49-F238E27FC236}">
                <a16:creationId xmlns:a16="http://schemas.microsoft.com/office/drawing/2014/main" id="{DC96129B-1AC5-0017-DD4E-4BB1334FBF76}"/>
              </a:ext>
            </a:extLst>
          </p:cNvPr>
          <p:cNvSpPr>
            <a:spLocks noGrp="1"/>
          </p:cNvSpPr>
          <p:nvPr>
            <p:ph type="body" sz="quarter" idx="18"/>
          </p:nvPr>
        </p:nvSpPr>
        <p:spPr>
          <a:xfrm>
            <a:off x="1355670" y="3577197"/>
            <a:ext cx="7843748" cy="2101327"/>
          </a:xfrm>
          <a:prstGeom prst="rect">
            <a:avLst/>
          </a:prstGeom>
          <a:noFill/>
          <a:ln>
            <a:noFill/>
          </a:ln>
        </p:spPr>
        <p:txBody>
          <a:bodyPr anchor="t"/>
          <a:lstStyle>
            <a:lvl1pPr marL="0" indent="0" algn="l">
              <a:buNone/>
              <a:defRPr sz="14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90201434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index_regular_v2_color">
    <p:spTree>
      <p:nvGrpSpPr>
        <p:cNvPr id="1" name=""/>
        <p:cNvGrpSpPr/>
        <p:nvPr/>
      </p:nvGrpSpPr>
      <p:grpSpPr>
        <a:xfrm>
          <a:off x="0" y="0"/>
          <a:ext cx="0" cy="0"/>
          <a:chOff x="0" y="0"/>
          <a:chExt cx="0" cy="0"/>
        </a:xfrm>
      </p:grpSpPr>
      <p:sp>
        <p:nvSpPr>
          <p:cNvPr id="9" name="index_3">
            <a:extLst>
              <a:ext uri="{FF2B5EF4-FFF2-40B4-BE49-F238E27FC236}">
                <a16:creationId xmlns:a16="http://schemas.microsoft.com/office/drawing/2014/main" id="{09064515-44DA-CA4C-C92B-188DB632D391}"/>
              </a:ext>
            </a:extLst>
          </p:cNvPr>
          <p:cNvSpPr>
            <a:spLocks noGrp="1"/>
          </p:cNvSpPr>
          <p:nvPr>
            <p:ph type="body" sz="quarter" idx="46"/>
          </p:nvPr>
        </p:nvSpPr>
        <p:spPr>
          <a:xfrm>
            <a:off x="600719" y="45144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2" name="index_text_3">
            <a:extLst>
              <a:ext uri="{FF2B5EF4-FFF2-40B4-BE49-F238E27FC236}">
                <a16:creationId xmlns:a16="http://schemas.microsoft.com/office/drawing/2014/main" id="{AB975712-EAAF-2FDC-37BD-AE85551AA481}"/>
              </a:ext>
            </a:extLst>
          </p:cNvPr>
          <p:cNvSpPr>
            <a:spLocks noGrp="1"/>
          </p:cNvSpPr>
          <p:nvPr>
            <p:ph type="body" sz="quarter" idx="59"/>
          </p:nvPr>
        </p:nvSpPr>
        <p:spPr>
          <a:xfrm>
            <a:off x="601719" y="4867200"/>
            <a:ext cx="4230000" cy="3600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42" name="page_title">
            <a:extLst>
              <a:ext uri="{FF2B5EF4-FFF2-40B4-BE49-F238E27FC236}">
                <a16:creationId xmlns:a16="http://schemas.microsoft.com/office/drawing/2014/main" id="{5F398013-9331-BB5B-AD7F-B7D09886397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3" name="フッター プレースホルダー 2">
            <a:extLst>
              <a:ext uri="{FF2B5EF4-FFF2-40B4-BE49-F238E27FC236}">
                <a16:creationId xmlns:a16="http://schemas.microsoft.com/office/drawing/2014/main" id="{DB81EB4C-A492-1E96-573B-4BD002124D54}"/>
              </a:ext>
            </a:extLst>
          </p:cNvPr>
          <p:cNvSpPr>
            <a:spLocks noGrp="1"/>
          </p:cNvSpPr>
          <p:nvPr>
            <p:ph type="ftr" sz="quarter" idx="10"/>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4345B972-4B58-2145-8ED5-061B0444EAFC}"/>
              </a:ext>
            </a:extLst>
          </p:cNvPr>
          <p:cNvSpPr>
            <a:spLocks noGrp="1"/>
          </p:cNvSpPr>
          <p:nvPr>
            <p:ph type="dt" sz="half" idx="11"/>
          </p:nvPr>
        </p:nvSpPr>
        <p:spPr/>
        <p:txBody>
          <a:bodyPr/>
          <a:lstStyle/>
          <a:p>
            <a:fld id="{81D58EA8-9B98-41E6-956B-055930B8C0DB}" type="datetime1">
              <a:rPr kumimoji="1" lang="ja-JP" altLang="en-US" smtClean="0"/>
              <a:t>2025/7/30</a:t>
            </a:fld>
            <a:endParaRPr kumimoji="1" lang="ja-JP" altLang="en-US"/>
          </a:p>
        </p:txBody>
      </p:sp>
      <p:sp>
        <p:nvSpPr>
          <p:cNvPr id="5" name="スライド番号プレースホルダー 4">
            <a:extLst>
              <a:ext uri="{FF2B5EF4-FFF2-40B4-BE49-F238E27FC236}">
                <a16:creationId xmlns:a16="http://schemas.microsoft.com/office/drawing/2014/main" id="{F4D7CF18-B9EC-C830-E23F-D451475CDE3E}"/>
              </a:ext>
            </a:extLst>
          </p:cNvPr>
          <p:cNvSpPr>
            <a:spLocks noGrp="1"/>
          </p:cNvSpPr>
          <p:nvPr>
            <p:ph type="sldNum" sz="quarter" idx="12"/>
          </p:nvPr>
        </p:nvSpPr>
        <p:spPr>
          <a:xfrm>
            <a:off x="7560000" y="6356350"/>
            <a:ext cx="2228850" cy="365125"/>
          </a:xfrm>
        </p:spPr>
        <p:txBody>
          <a:bodyPr/>
          <a:lstStyle>
            <a:lvl1pPr>
              <a:defRPr sz="900"/>
            </a:lvl1pPr>
          </a:lstStyle>
          <a:p>
            <a:fld id="{2DF5643A-3597-4586-BDDD-5EEE5E0D934B}" type="slidenum">
              <a:rPr lang="ja-JP" altLang="en-US" smtClean="0"/>
              <a:pPr/>
              <a:t>‹#›</a:t>
            </a:fld>
            <a:endParaRPr lang="ja-JP" altLang="en-US" dirty="0"/>
          </a:p>
        </p:txBody>
      </p:sp>
      <p:cxnSp>
        <p:nvCxnSpPr>
          <p:cNvPr id="16" name="connector_6">
            <a:extLst>
              <a:ext uri="{FF2B5EF4-FFF2-40B4-BE49-F238E27FC236}">
                <a16:creationId xmlns:a16="http://schemas.microsoft.com/office/drawing/2014/main" id="{C84B9B6E-8060-88EA-EEB4-F10A4A62C516}"/>
              </a:ext>
            </a:extLst>
          </p:cNvPr>
          <p:cNvCxnSpPr>
            <a:cxnSpLocks noGrp="1" noRot="1" noMove="1" noResize="1" noEditPoints="1" noAdjustHandles="1" noChangeArrowheads="1" noChangeShapeType="1"/>
          </p:cNvCxnSpPr>
          <p:nvPr/>
        </p:nvCxnSpPr>
        <p:spPr>
          <a:xfrm>
            <a:off x="5176602" y="1347951"/>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0" name="connector_3">
            <a:extLst>
              <a:ext uri="{FF2B5EF4-FFF2-40B4-BE49-F238E27FC236}">
                <a16:creationId xmlns:a16="http://schemas.microsoft.com/office/drawing/2014/main" id="{041F9ED9-E18A-DE46-B446-930BA9B1532E}"/>
              </a:ext>
            </a:extLst>
          </p:cNvPr>
          <p:cNvCxnSpPr>
            <a:cxnSpLocks noGrp="1" noRot="1" noMove="1" noResize="1" noEditPoints="1" noAdjustHandles="1" noChangeArrowheads="1" noChangeShapeType="1"/>
          </p:cNvCxnSpPr>
          <p:nvPr userDrawn="1"/>
        </p:nvCxnSpPr>
        <p:spPr>
          <a:xfrm>
            <a:off x="600719" y="1348098"/>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4" name="connector_7">
            <a:extLst>
              <a:ext uri="{FF2B5EF4-FFF2-40B4-BE49-F238E27FC236}">
                <a16:creationId xmlns:a16="http://schemas.microsoft.com/office/drawing/2014/main" id="{61CFBF78-B4D9-243A-A5C2-8FC129C50E9E}"/>
              </a:ext>
            </a:extLst>
          </p:cNvPr>
          <p:cNvCxnSpPr>
            <a:cxnSpLocks noGrp="1" noRot="1" noMove="1" noResize="1" noEditPoints="1" noAdjustHandles="1" noChangeArrowheads="1" noChangeShapeType="1"/>
          </p:cNvCxnSpPr>
          <p:nvPr userDrawn="1"/>
        </p:nvCxnSpPr>
        <p:spPr>
          <a:xfrm>
            <a:off x="5176602" y="2552892"/>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8" name="connector_4">
            <a:extLst>
              <a:ext uri="{FF2B5EF4-FFF2-40B4-BE49-F238E27FC236}">
                <a16:creationId xmlns:a16="http://schemas.microsoft.com/office/drawing/2014/main" id="{84443B7C-E8B8-0565-DFB9-4112A60956E9}"/>
              </a:ext>
            </a:extLst>
          </p:cNvPr>
          <p:cNvCxnSpPr>
            <a:cxnSpLocks noGrp="1" noRot="1" noMove="1" noResize="1" noEditPoints="1" noAdjustHandles="1" noChangeArrowheads="1" noChangeShapeType="1"/>
          </p:cNvCxnSpPr>
          <p:nvPr/>
        </p:nvCxnSpPr>
        <p:spPr>
          <a:xfrm>
            <a:off x="600719" y="2064573"/>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32" name="connector_5">
            <a:extLst>
              <a:ext uri="{FF2B5EF4-FFF2-40B4-BE49-F238E27FC236}">
                <a16:creationId xmlns:a16="http://schemas.microsoft.com/office/drawing/2014/main" id="{8C60EAC1-6417-6455-C713-AD2A0FEE0027}"/>
              </a:ext>
            </a:extLst>
          </p:cNvPr>
          <p:cNvCxnSpPr>
            <a:cxnSpLocks noGrp="1" noRot="1" noMove="1" noResize="1" noEditPoints="1" noAdjustHandles="1" noChangeArrowheads="1" noChangeShapeType="1"/>
          </p:cNvCxnSpPr>
          <p:nvPr/>
        </p:nvCxnSpPr>
        <p:spPr>
          <a:xfrm>
            <a:off x="600719" y="4741200"/>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36" name="connector_8">
            <a:extLst>
              <a:ext uri="{FF2B5EF4-FFF2-40B4-BE49-F238E27FC236}">
                <a16:creationId xmlns:a16="http://schemas.microsoft.com/office/drawing/2014/main" id="{BAC3C9AB-3D93-8B34-E0D7-415E9F0CF720}"/>
              </a:ext>
            </a:extLst>
          </p:cNvPr>
          <p:cNvCxnSpPr>
            <a:cxnSpLocks noGrp="1" noRot="1" noMove="1" noResize="1" noEditPoints="1" noAdjustHandles="1" noChangeArrowheads="1" noChangeShapeType="1"/>
          </p:cNvCxnSpPr>
          <p:nvPr userDrawn="1"/>
        </p:nvCxnSpPr>
        <p:spPr>
          <a:xfrm>
            <a:off x="5176602" y="4168202"/>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40" name="connector_9">
            <a:extLst>
              <a:ext uri="{FF2B5EF4-FFF2-40B4-BE49-F238E27FC236}">
                <a16:creationId xmlns:a16="http://schemas.microsoft.com/office/drawing/2014/main" id="{DB9E7B5E-4CCB-AA9F-C5F3-ABB42AC36D0A}"/>
              </a:ext>
            </a:extLst>
          </p:cNvPr>
          <p:cNvCxnSpPr>
            <a:cxnSpLocks noGrp="1" noRot="1" noMove="1" noResize="1" noEditPoints="1" noAdjustHandles="1" noChangeArrowheads="1" noChangeShapeType="1"/>
          </p:cNvCxnSpPr>
          <p:nvPr userDrawn="1"/>
        </p:nvCxnSpPr>
        <p:spPr>
          <a:xfrm>
            <a:off x="5176602" y="5783513"/>
            <a:ext cx="4140000" cy="0"/>
          </a:xfrm>
          <a:prstGeom prst="line">
            <a:avLst/>
          </a:prstGeom>
        </p:spPr>
        <p:style>
          <a:lnRef idx="1">
            <a:schemeClr val="dk1"/>
          </a:lnRef>
          <a:fillRef idx="0">
            <a:schemeClr val="dk1"/>
          </a:fillRef>
          <a:effectRef idx="0">
            <a:schemeClr val="dk1"/>
          </a:effectRef>
          <a:fontRef idx="minor">
            <a:schemeClr val="tx1"/>
          </a:fontRef>
        </p:style>
      </p:cxnSp>
      <p:sp>
        <p:nvSpPr>
          <p:cNvPr id="41" name="date">
            <a:extLst>
              <a:ext uri="{FF2B5EF4-FFF2-40B4-BE49-F238E27FC236}">
                <a16:creationId xmlns:a16="http://schemas.microsoft.com/office/drawing/2014/main" id="{D2DFFBB0-7404-E7B4-75F0-2CB6A5CC8C66}"/>
              </a:ext>
            </a:extLst>
          </p:cNvPr>
          <p:cNvSpPr>
            <a:spLocks noGrp="1"/>
          </p:cNvSpPr>
          <p:nvPr userDrawn="1">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43" name="connector_1">
            <a:extLst>
              <a:ext uri="{FF2B5EF4-FFF2-40B4-BE49-F238E27FC236}">
                <a16:creationId xmlns:a16="http://schemas.microsoft.com/office/drawing/2014/main" id="{A3B4A0EF-CA2A-DADB-B670-DE5ADBC84077}"/>
              </a:ext>
            </a:extLst>
          </p:cNvPr>
          <p:cNvCxnSpPr>
            <a:cxnSpLocks/>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index_1">
            <a:extLst>
              <a:ext uri="{FF2B5EF4-FFF2-40B4-BE49-F238E27FC236}">
                <a16:creationId xmlns:a16="http://schemas.microsoft.com/office/drawing/2014/main" id="{6B2654E9-C93F-FC6E-2074-645110C740F3}"/>
              </a:ext>
            </a:extLst>
          </p:cNvPr>
          <p:cNvSpPr>
            <a:spLocks noGrp="1"/>
          </p:cNvSpPr>
          <p:nvPr>
            <p:ph type="body" sz="quarter" idx="44"/>
          </p:nvPr>
        </p:nvSpPr>
        <p:spPr>
          <a:xfrm>
            <a:off x="600719" y="1123149"/>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8" name="index_2">
            <a:extLst>
              <a:ext uri="{FF2B5EF4-FFF2-40B4-BE49-F238E27FC236}">
                <a16:creationId xmlns:a16="http://schemas.microsoft.com/office/drawing/2014/main" id="{00041D32-6FDE-805C-9C66-D5DD14895E5A}"/>
              </a:ext>
            </a:extLst>
          </p:cNvPr>
          <p:cNvSpPr>
            <a:spLocks noGrp="1"/>
          </p:cNvSpPr>
          <p:nvPr>
            <p:ph type="body" sz="quarter" idx="45"/>
          </p:nvPr>
        </p:nvSpPr>
        <p:spPr>
          <a:xfrm>
            <a:off x="600719" y="1839623"/>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0" name="index_4">
            <a:extLst>
              <a:ext uri="{FF2B5EF4-FFF2-40B4-BE49-F238E27FC236}">
                <a16:creationId xmlns:a16="http://schemas.microsoft.com/office/drawing/2014/main" id="{537B247C-E96C-0439-1C39-501EC016F789}"/>
              </a:ext>
            </a:extLst>
          </p:cNvPr>
          <p:cNvSpPr>
            <a:spLocks noGrp="1"/>
          </p:cNvSpPr>
          <p:nvPr>
            <p:ph type="body" sz="quarter" idx="47"/>
          </p:nvPr>
        </p:nvSpPr>
        <p:spPr>
          <a:xfrm>
            <a:off x="5176602" y="11232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1" name="index_5">
            <a:extLst>
              <a:ext uri="{FF2B5EF4-FFF2-40B4-BE49-F238E27FC236}">
                <a16:creationId xmlns:a16="http://schemas.microsoft.com/office/drawing/2014/main" id="{EC47000B-13E7-E0EB-7DBC-F1F4CF9C2224}"/>
              </a:ext>
            </a:extLst>
          </p:cNvPr>
          <p:cNvSpPr>
            <a:spLocks noGrp="1"/>
          </p:cNvSpPr>
          <p:nvPr>
            <p:ph type="body" sz="quarter" idx="48"/>
          </p:nvPr>
        </p:nvSpPr>
        <p:spPr>
          <a:xfrm>
            <a:off x="5176602" y="23292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3" name="index_6">
            <a:extLst>
              <a:ext uri="{FF2B5EF4-FFF2-40B4-BE49-F238E27FC236}">
                <a16:creationId xmlns:a16="http://schemas.microsoft.com/office/drawing/2014/main" id="{D84A77BC-F41C-098D-1151-A99CC27EB3BE}"/>
              </a:ext>
            </a:extLst>
          </p:cNvPr>
          <p:cNvSpPr>
            <a:spLocks noGrp="1"/>
          </p:cNvSpPr>
          <p:nvPr>
            <p:ph type="body" sz="quarter" idx="49"/>
          </p:nvPr>
        </p:nvSpPr>
        <p:spPr>
          <a:xfrm>
            <a:off x="5176602" y="39420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4" name="index_7">
            <a:extLst>
              <a:ext uri="{FF2B5EF4-FFF2-40B4-BE49-F238E27FC236}">
                <a16:creationId xmlns:a16="http://schemas.microsoft.com/office/drawing/2014/main" id="{B4D9C87E-E9BF-7CFD-82F4-C2BC2FB30A50}"/>
              </a:ext>
            </a:extLst>
          </p:cNvPr>
          <p:cNvSpPr>
            <a:spLocks noGrp="1"/>
          </p:cNvSpPr>
          <p:nvPr>
            <p:ph type="body" sz="quarter" idx="50"/>
          </p:nvPr>
        </p:nvSpPr>
        <p:spPr>
          <a:xfrm>
            <a:off x="5176602" y="55584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6" name="index_text_2">
            <a:extLst>
              <a:ext uri="{FF2B5EF4-FFF2-40B4-BE49-F238E27FC236}">
                <a16:creationId xmlns:a16="http://schemas.microsoft.com/office/drawing/2014/main" id="{A2C05BBE-36E6-14D5-EE12-DBCA716481F5}"/>
              </a:ext>
            </a:extLst>
          </p:cNvPr>
          <p:cNvSpPr>
            <a:spLocks noGrp="1"/>
          </p:cNvSpPr>
          <p:nvPr>
            <p:ph type="body" sz="quarter" idx="18"/>
          </p:nvPr>
        </p:nvSpPr>
        <p:spPr>
          <a:xfrm>
            <a:off x="600719" y="2200875"/>
            <a:ext cx="4230000" cy="2101327"/>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 name="index_text_1">
            <a:extLst>
              <a:ext uri="{FF2B5EF4-FFF2-40B4-BE49-F238E27FC236}">
                <a16:creationId xmlns:a16="http://schemas.microsoft.com/office/drawing/2014/main" id="{EA3E2085-7800-5A1E-D3C6-2AC5F826AEB7}"/>
              </a:ext>
            </a:extLst>
          </p:cNvPr>
          <p:cNvSpPr>
            <a:spLocks noGrp="1"/>
          </p:cNvSpPr>
          <p:nvPr>
            <p:ph type="body" sz="quarter" idx="58"/>
          </p:nvPr>
        </p:nvSpPr>
        <p:spPr>
          <a:xfrm>
            <a:off x="601200" y="1476000"/>
            <a:ext cx="4230000" cy="1404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17" name="index_text_6">
            <a:extLst>
              <a:ext uri="{FF2B5EF4-FFF2-40B4-BE49-F238E27FC236}">
                <a16:creationId xmlns:a16="http://schemas.microsoft.com/office/drawing/2014/main" id="{97DBED39-8DCD-E25F-ED17-65EE9184EDDC}"/>
              </a:ext>
            </a:extLst>
          </p:cNvPr>
          <p:cNvSpPr>
            <a:spLocks noGrp="1"/>
          </p:cNvSpPr>
          <p:nvPr>
            <p:ph type="body" sz="quarter" idx="60"/>
          </p:nvPr>
        </p:nvSpPr>
        <p:spPr>
          <a:xfrm>
            <a:off x="5176800" y="4294800"/>
            <a:ext cx="4230000" cy="9756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5" name="index_text_4">
            <a:extLst>
              <a:ext uri="{FF2B5EF4-FFF2-40B4-BE49-F238E27FC236}">
                <a16:creationId xmlns:a16="http://schemas.microsoft.com/office/drawing/2014/main" id="{9E9218EB-8AFA-FB22-730A-2A0C784385B0}"/>
              </a:ext>
            </a:extLst>
          </p:cNvPr>
          <p:cNvSpPr>
            <a:spLocks noGrp="1"/>
          </p:cNvSpPr>
          <p:nvPr>
            <p:ph type="body" sz="quarter" idx="61"/>
          </p:nvPr>
        </p:nvSpPr>
        <p:spPr>
          <a:xfrm>
            <a:off x="5176800" y="1476000"/>
            <a:ext cx="4230000" cy="5652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6" name="index_text_7">
            <a:extLst>
              <a:ext uri="{FF2B5EF4-FFF2-40B4-BE49-F238E27FC236}">
                <a16:creationId xmlns:a16="http://schemas.microsoft.com/office/drawing/2014/main" id="{2C2DDA02-A052-7649-4173-20564D83BAF5}"/>
              </a:ext>
            </a:extLst>
          </p:cNvPr>
          <p:cNvSpPr>
            <a:spLocks noGrp="1"/>
          </p:cNvSpPr>
          <p:nvPr>
            <p:ph type="body" sz="quarter" idx="62"/>
          </p:nvPr>
        </p:nvSpPr>
        <p:spPr>
          <a:xfrm>
            <a:off x="5178325" y="5911200"/>
            <a:ext cx="4230000" cy="1548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7" name="index_text_5">
            <a:extLst>
              <a:ext uri="{FF2B5EF4-FFF2-40B4-BE49-F238E27FC236}">
                <a16:creationId xmlns:a16="http://schemas.microsoft.com/office/drawing/2014/main" id="{28369E2E-F302-8850-B509-FC30CB40727D}"/>
              </a:ext>
            </a:extLst>
          </p:cNvPr>
          <p:cNvSpPr>
            <a:spLocks noGrp="1"/>
          </p:cNvSpPr>
          <p:nvPr>
            <p:ph type="body" sz="quarter" idx="63"/>
          </p:nvPr>
        </p:nvSpPr>
        <p:spPr>
          <a:xfrm>
            <a:off x="5178325" y="2682000"/>
            <a:ext cx="4230000" cy="9756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379952791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index_ai_suggest_v2_color">
    <p:spTree>
      <p:nvGrpSpPr>
        <p:cNvPr id="1" name=""/>
        <p:cNvGrpSpPr/>
        <p:nvPr/>
      </p:nvGrpSpPr>
      <p:grpSpPr>
        <a:xfrm>
          <a:off x="0" y="0"/>
          <a:ext cx="0" cy="0"/>
          <a:chOff x="0" y="0"/>
          <a:chExt cx="0" cy="0"/>
        </a:xfrm>
      </p:grpSpPr>
      <p:sp>
        <p:nvSpPr>
          <p:cNvPr id="9" name="index_4">
            <a:extLst>
              <a:ext uri="{FF2B5EF4-FFF2-40B4-BE49-F238E27FC236}">
                <a16:creationId xmlns:a16="http://schemas.microsoft.com/office/drawing/2014/main" id="{09064515-44DA-CA4C-C92B-188DB632D391}"/>
              </a:ext>
            </a:extLst>
          </p:cNvPr>
          <p:cNvSpPr>
            <a:spLocks noGrp="1"/>
          </p:cNvSpPr>
          <p:nvPr>
            <p:ph type="body" sz="quarter" idx="46"/>
          </p:nvPr>
        </p:nvSpPr>
        <p:spPr>
          <a:xfrm>
            <a:off x="590925" y="5617439"/>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2" name="index_text_4">
            <a:extLst>
              <a:ext uri="{FF2B5EF4-FFF2-40B4-BE49-F238E27FC236}">
                <a16:creationId xmlns:a16="http://schemas.microsoft.com/office/drawing/2014/main" id="{AB975712-EAAF-2FDC-37BD-AE85551AA481}"/>
              </a:ext>
            </a:extLst>
          </p:cNvPr>
          <p:cNvSpPr>
            <a:spLocks noGrp="1"/>
          </p:cNvSpPr>
          <p:nvPr>
            <p:ph type="body" sz="quarter" idx="59"/>
          </p:nvPr>
        </p:nvSpPr>
        <p:spPr>
          <a:xfrm>
            <a:off x="591925" y="5970239"/>
            <a:ext cx="4230000" cy="3600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42" name="page_title">
            <a:extLst>
              <a:ext uri="{FF2B5EF4-FFF2-40B4-BE49-F238E27FC236}">
                <a16:creationId xmlns:a16="http://schemas.microsoft.com/office/drawing/2014/main" id="{5F398013-9331-BB5B-AD7F-B7D09886397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3" name="フッター プレースホルダー 2">
            <a:extLst>
              <a:ext uri="{FF2B5EF4-FFF2-40B4-BE49-F238E27FC236}">
                <a16:creationId xmlns:a16="http://schemas.microsoft.com/office/drawing/2014/main" id="{DB81EB4C-A492-1E96-573B-4BD002124D54}"/>
              </a:ext>
            </a:extLst>
          </p:cNvPr>
          <p:cNvSpPr>
            <a:spLocks noGrp="1"/>
          </p:cNvSpPr>
          <p:nvPr>
            <p:ph type="ftr" sz="quarter" idx="10"/>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4345B972-4B58-2145-8ED5-061B0444EAFC}"/>
              </a:ext>
            </a:extLst>
          </p:cNvPr>
          <p:cNvSpPr>
            <a:spLocks noGrp="1"/>
          </p:cNvSpPr>
          <p:nvPr>
            <p:ph type="dt" sz="half" idx="11"/>
          </p:nvPr>
        </p:nvSpPr>
        <p:spPr/>
        <p:txBody>
          <a:bodyPr/>
          <a:lstStyle/>
          <a:p>
            <a:fld id="{81D58EA8-9B98-41E6-956B-055930B8C0DB}" type="datetime1">
              <a:rPr kumimoji="1" lang="ja-JP" altLang="en-US" smtClean="0"/>
              <a:t>2025/7/30</a:t>
            </a:fld>
            <a:endParaRPr kumimoji="1" lang="ja-JP" altLang="en-US"/>
          </a:p>
        </p:txBody>
      </p:sp>
      <p:sp>
        <p:nvSpPr>
          <p:cNvPr id="5" name="スライド番号プレースホルダー 4">
            <a:extLst>
              <a:ext uri="{FF2B5EF4-FFF2-40B4-BE49-F238E27FC236}">
                <a16:creationId xmlns:a16="http://schemas.microsoft.com/office/drawing/2014/main" id="{F4D7CF18-B9EC-C830-E23F-D451475CDE3E}"/>
              </a:ext>
            </a:extLst>
          </p:cNvPr>
          <p:cNvSpPr>
            <a:spLocks noGrp="1"/>
          </p:cNvSpPr>
          <p:nvPr>
            <p:ph type="sldNum" sz="quarter" idx="12"/>
          </p:nvPr>
        </p:nvSpPr>
        <p:spPr>
          <a:xfrm>
            <a:off x="7560000" y="6356350"/>
            <a:ext cx="2228850" cy="365125"/>
          </a:xfrm>
        </p:spPr>
        <p:txBody>
          <a:bodyPr/>
          <a:lstStyle>
            <a:lvl1pPr>
              <a:defRPr sz="900"/>
            </a:lvl1pPr>
          </a:lstStyle>
          <a:p>
            <a:fld id="{2DF5643A-3597-4586-BDDD-5EEE5E0D934B}" type="slidenum">
              <a:rPr lang="ja-JP" altLang="en-US" smtClean="0"/>
              <a:pPr/>
              <a:t>‹#›</a:t>
            </a:fld>
            <a:endParaRPr lang="ja-JP" altLang="en-US" dirty="0"/>
          </a:p>
        </p:txBody>
      </p:sp>
      <p:cxnSp>
        <p:nvCxnSpPr>
          <p:cNvPr id="16" name="connector_6">
            <a:extLst>
              <a:ext uri="{FF2B5EF4-FFF2-40B4-BE49-F238E27FC236}">
                <a16:creationId xmlns:a16="http://schemas.microsoft.com/office/drawing/2014/main" id="{C84B9B6E-8060-88EA-EEB4-F10A4A62C516}"/>
              </a:ext>
            </a:extLst>
          </p:cNvPr>
          <p:cNvCxnSpPr>
            <a:cxnSpLocks noGrp="1" noRot="1" noMove="1" noResize="1" noEditPoints="1" noAdjustHandles="1" noChangeArrowheads="1" noChangeShapeType="1"/>
          </p:cNvCxnSpPr>
          <p:nvPr/>
        </p:nvCxnSpPr>
        <p:spPr>
          <a:xfrm>
            <a:off x="5176602" y="1347951"/>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0" name="connector_3">
            <a:extLst>
              <a:ext uri="{FF2B5EF4-FFF2-40B4-BE49-F238E27FC236}">
                <a16:creationId xmlns:a16="http://schemas.microsoft.com/office/drawing/2014/main" id="{041F9ED9-E18A-DE46-B446-930BA9B1532E}"/>
              </a:ext>
            </a:extLst>
          </p:cNvPr>
          <p:cNvCxnSpPr>
            <a:cxnSpLocks noGrp="1" noRot="1" noMove="1" noResize="1" noEditPoints="1" noAdjustHandles="1" noChangeArrowheads="1" noChangeShapeType="1"/>
          </p:cNvCxnSpPr>
          <p:nvPr userDrawn="1"/>
        </p:nvCxnSpPr>
        <p:spPr>
          <a:xfrm>
            <a:off x="590925" y="2451137"/>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4" name="connector_7">
            <a:extLst>
              <a:ext uri="{FF2B5EF4-FFF2-40B4-BE49-F238E27FC236}">
                <a16:creationId xmlns:a16="http://schemas.microsoft.com/office/drawing/2014/main" id="{61CFBF78-B4D9-243A-A5C2-8FC129C50E9E}"/>
              </a:ext>
            </a:extLst>
          </p:cNvPr>
          <p:cNvCxnSpPr>
            <a:cxnSpLocks noGrp="1" noRot="1" noMove="1" noResize="1" noEditPoints="1" noAdjustHandles="1" noChangeArrowheads="1" noChangeShapeType="1"/>
          </p:cNvCxnSpPr>
          <p:nvPr userDrawn="1"/>
        </p:nvCxnSpPr>
        <p:spPr>
          <a:xfrm>
            <a:off x="5176602" y="2552892"/>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8" name="connector_4">
            <a:extLst>
              <a:ext uri="{FF2B5EF4-FFF2-40B4-BE49-F238E27FC236}">
                <a16:creationId xmlns:a16="http://schemas.microsoft.com/office/drawing/2014/main" id="{84443B7C-E8B8-0565-DFB9-4112A60956E9}"/>
              </a:ext>
            </a:extLst>
          </p:cNvPr>
          <p:cNvCxnSpPr>
            <a:cxnSpLocks noGrp="1" noRot="1" noMove="1" noResize="1" noEditPoints="1" noAdjustHandles="1" noChangeArrowheads="1" noChangeShapeType="1"/>
          </p:cNvCxnSpPr>
          <p:nvPr/>
        </p:nvCxnSpPr>
        <p:spPr>
          <a:xfrm>
            <a:off x="590925" y="3167612"/>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32" name="connector_5">
            <a:extLst>
              <a:ext uri="{FF2B5EF4-FFF2-40B4-BE49-F238E27FC236}">
                <a16:creationId xmlns:a16="http://schemas.microsoft.com/office/drawing/2014/main" id="{8C60EAC1-6417-6455-C713-AD2A0FEE0027}"/>
              </a:ext>
            </a:extLst>
          </p:cNvPr>
          <p:cNvCxnSpPr>
            <a:cxnSpLocks noGrp="1" noRot="1" noMove="1" noResize="1" noEditPoints="1" noAdjustHandles="1" noChangeArrowheads="1" noChangeShapeType="1"/>
          </p:cNvCxnSpPr>
          <p:nvPr/>
        </p:nvCxnSpPr>
        <p:spPr>
          <a:xfrm>
            <a:off x="590925" y="5844239"/>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36" name="connector_8">
            <a:extLst>
              <a:ext uri="{FF2B5EF4-FFF2-40B4-BE49-F238E27FC236}">
                <a16:creationId xmlns:a16="http://schemas.microsoft.com/office/drawing/2014/main" id="{BAC3C9AB-3D93-8B34-E0D7-415E9F0CF720}"/>
              </a:ext>
            </a:extLst>
          </p:cNvPr>
          <p:cNvCxnSpPr>
            <a:cxnSpLocks noGrp="1" noRot="1" noMove="1" noResize="1" noEditPoints="1" noAdjustHandles="1" noChangeArrowheads="1" noChangeShapeType="1"/>
          </p:cNvCxnSpPr>
          <p:nvPr userDrawn="1"/>
        </p:nvCxnSpPr>
        <p:spPr>
          <a:xfrm>
            <a:off x="5176602" y="4168202"/>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40" name="connector_9">
            <a:extLst>
              <a:ext uri="{FF2B5EF4-FFF2-40B4-BE49-F238E27FC236}">
                <a16:creationId xmlns:a16="http://schemas.microsoft.com/office/drawing/2014/main" id="{DB9E7B5E-4CCB-AA9F-C5F3-ABB42AC36D0A}"/>
              </a:ext>
            </a:extLst>
          </p:cNvPr>
          <p:cNvCxnSpPr>
            <a:cxnSpLocks noGrp="1" noRot="1" noMove="1" noResize="1" noEditPoints="1" noAdjustHandles="1" noChangeArrowheads="1" noChangeShapeType="1"/>
          </p:cNvCxnSpPr>
          <p:nvPr userDrawn="1"/>
        </p:nvCxnSpPr>
        <p:spPr>
          <a:xfrm>
            <a:off x="5176602" y="5783513"/>
            <a:ext cx="4140000" cy="0"/>
          </a:xfrm>
          <a:prstGeom prst="line">
            <a:avLst/>
          </a:prstGeom>
        </p:spPr>
        <p:style>
          <a:lnRef idx="1">
            <a:schemeClr val="dk1"/>
          </a:lnRef>
          <a:fillRef idx="0">
            <a:schemeClr val="dk1"/>
          </a:fillRef>
          <a:effectRef idx="0">
            <a:schemeClr val="dk1"/>
          </a:effectRef>
          <a:fontRef idx="minor">
            <a:schemeClr val="tx1"/>
          </a:fontRef>
        </p:style>
      </p:cxnSp>
      <p:sp>
        <p:nvSpPr>
          <p:cNvPr id="41" name="date">
            <a:extLst>
              <a:ext uri="{FF2B5EF4-FFF2-40B4-BE49-F238E27FC236}">
                <a16:creationId xmlns:a16="http://schemas.microsoft.com/office/drawing/2014/main" id="{D2DFFBB0-7404-E7B4-75F0-2CB6A5CC8C66}"/>
              </a:ext>
            </a:extLst>
          </p:cNvPr>
          <p:cNvSpPr>
            <a:spLocks noGrp="1"/>
          </p:cNvSpPr>
          <p:nvPr userDrawn="1">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43" name="connector_1">
            <a:extLst>
              <a:ext uri="{FF2B5EF4-FFF2-40B4-BE49-F238E27FC236}">
                <a16:creationId xmlns:a16="http://schemas.microsoft.com/office/drawing/2014/main" id="{A3B4A0EF-CA2A-DADB-B670-DE5ADBC84077}"/>
              </a:ext>
            </a:extLst>
          </p:cNvPr>
          <p:cNvCxnSpPr>
            <a:cxnSpLocks/>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index_2">
            <a:extLst>
              <a:ext uri="{FF2B5EF4-FFF2-40B4-BE49-F238E27FC236}">
                <a16:creationId xmlns:a16="http://schemas.microsoft.com/office/drawing/2014/main" id="{6B2654E9-C93F-FC6E-2074-645110C740F3}"/>
              </a:ext>
            </a:extLst>
          </p:cNvPr>
          <p:cNvSpPr>
            <a:spLocks noGrp="1"/>
          </p:cNvSpPr>
          <p:nvPr>
            <p:ph type="body" sz="quarter" idx="44"/>
          </p:nvPr>
        </p:nvSpPr>
        <p:spPr>
          <a:xfrm>
            <a:off x="590925" y="2226188"/>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8" name="index_3">
            <a:extLst>
              <a:ext uri="{FF2B5EF4-FFF2-40B4-BE49-F238E27FC236}">
                <a16:creationId xmlns:a16="http://schemas.microsoft.com/office/drawing/2014/main" id="{00041D32-6FDE-805C-9C66-D5DD14895E5A}"/>
              </a:ext>
            </a:extLst>
          </p:cNvPr>
          <p:cNvSpPr>
            <a:spLocks noGrp="1"/>
          </p:cNvSpPr>
          <p:nvPr>
            <p:ph type="body" sz="quarter" idx="45"/>
          </p:nvPr>
        </p:nvSpPr>
        <p:spPr>
          <a:xfrm>
            <a:off x="590925" y="2942662"/>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0" name="index_5">
            <a:extLst>
              <a:ext uri="{FF2B5EF4-FFF2-40B4-BE49-F238E27FC236}">
                <a16:creationId xmlns:a16="http://schemas.microsoft.com/office/drawing/2014/main" id="{537B247C-E96C-0439-1C39-501EC016F789}"/>
              </a:ext>
            </a:extLst>
          </p:cNvPr>
          <p:cNvSpPr>
            <a:spLocks noGrp="1"/>
          </p:cNvSpPr>
          <p:nvPr>
            <p:ph type="body" sz="quarter" idx="47"/>
          </p:nvPr>
        </p:nvSpPr>
        <p:spPr>
          <a:xfrm>
            <a:off x="5176602" y="11232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1" name="index_6">
            <a:extLst>
              <a:ext uri="{FF2B5EF4-FFF2-40B4-BE49-F238E27FC236}">
                <a16:creationId xmlns:a16="http://schemas.microsoft.com/office/drawing/2014/main" id="{EC47000B-13E7-E0EB-7DBC-F1F4CF9C2224}"/>
              </a:ext>
            </a:extLst>
          </p:cNvPr>
          <p:cNvSpPr>
            <a:spLocks noGrp="1"/>
          </p:cNvSpPr>
          <p:nvPr>
            <p:ph type="body" sz="quarter" idx="48"/>
          </p:nvPr>
        </p:nvSpPr>
        <p:spPr>
          <a:xfrm>
            <a:off x="5176602" y="23292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3" name="index_7">
            <a:extLst>
              <a:ext uri="{FF2B5EF4-FFF2-40B4-BE49-F238E27FC236}">
                <a16:creationId xmlns:a16="http://schemas.microsoft.com/office/drawing/2014/main" id="{D84A77BC-F41C-098D-1151-A99CC27EB3BE}"/>
              </a:ext>
            </a:extLst>
          </p:cNvPr>
          <p:cNvSpPr>
            <a:spLocks noGrp="1"/>
          </p:cNvSpPr>
          <p:nvPr>
            <p:ph type="body" sz="quarter" idx="49"/>
          </p:nvPr>
        </p:nvSpPr>
        <p:spPr>
          <a:xfrm>
            <a:off x="5176602" y="39420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4" name="index_8">
            <a:extLst>
              <a:ext uri="{FF2B5EF4-FFF2-40B4-BE49-F238E27FC236}">
                <a16:creationId xmlns:a16="http://schemas.microsoft.com/office/drawing/2014/main" id="{B4D9C87E-E9BF-7CFD-82F4-C2BC2FB30A50}"/>
              </a:ext>
            </a:extLst>
          </p:cNvPr>
          <p:cNvSpPr>
            <a:spLocks noGrp="1"/>
          </p:cNvSpPr>
          <p:nvPr>
            <p:ph type="body" sz="quarter" idx="50"/>
          </p:nvPr>
        </p:nvSpPr>
        <p:spPr>
          <a:xfrm>
            <a:off x="5176602" y="55584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6" name="index_text_3">
            <a:extLst>
              <a:ext uri="{FF2B5EF4-FFF2-40B4-BE49-F238E27FC236}">
                <a16:creationId xmlns:a16="http://schemas.microsoft.com/office/drawing/2014/main" id="{A2C05BBE-36E6-14D5-EE12-DBCA716481F5}"/>
              </a:ext>
            </a:extLst>
          </p:cNvPr>
          <p:cNvSpPr>
            <a:spLocks noGrp="1"/>
          </p:cNvSpPr>
          <p:nvPr>
            <p:ph type="body" sz="quarter" idx="18"/>
          </p:nvPr>
        </p:nvSpPr>
        <p:spPr>
          <a:xfrm>
            <a:off x="590925" y="3303914"/>
            <a:ext cx="4230000" cy="2101327"/>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 name="index_text_2">
            <a:extLst>
              <a:ext uri="{FF2B5EF4-FFF2-40B4-BE49-F238E27FC236}">
                <a16:creationId xmlns:a16="http://schemas.microsoft.com/office/drawing/2014/main" id="{EA3E2085-7800-5A1E-D3C6-2AC5F826AEB7}"/>
              </a:ext>
            </a:extLst>
          </p:cNvPr>
          <p:cNvSpPr>
            <a:spLocks noGrp="1"/>
          </p:cNvSpPr>
          <p:nvPr>
            <p:ph type="body" sz="quarter" idx="58"/>
          </p:nvPr>
        </p:nvSpPr>
        <p:spPr>
          <a:xfrm>
            <a:off x="591406" y="2579039"/>
            <a:ext cx="4230000" cy="1404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17" name="index_text_7">
            <a:extLst>
              <a:ext uri="{FF2B5EF4-FFF2-40B4-BE49-F238E27FC236}">
                <a16:creationId xmlns:a16="http://schemas.microsoft.com/office/drawing/2014/main" id="{97DBED39-8DCD-E25F-ED17-65EE9184EDDC}"/>
              </a:ext>
            </a:extLst>
          </p:cNvPr>
          <p:cNvSpPr>
            <a:spLocks noGrp="1"/>
          </p:cNvSpPr>
          <p:nvPr>
            <p:ph type="body" sz="quarter" idx="60"/>
          </p:nvPr>
        </p:nvSpPr>
        <p:spPr>
          <a:xfrm>
            <a:off x="5176800" y="4294800"/>
            <a:ext cx="4230000" cy="9756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5" name="index_text_5">
            <a:extLst>
              <a:ext uri="{FF2B5EF4-FFF2-40B4-BE49-F238E27FC236}">
                <a16:creationId xmlns:a16="http://schemas.microsoft.com/office/drawing/2014/main" id="{9E9218EB-8AFA-FB22-730A-2A0C784385B0}"/>
              </a:ext>
            </a:extLst>
          </p:cNvPr>
          <p:cNvSpPr>
            <a:spLocks noGrp="1"/>
          </p:cNvSpPr>
          <p:nvPr>
            <p:ph type="body" sz="quarter" idx="61"/>
          </p:nvPr>
        </p:nvSpPr>
        <p:spPr>
          <a:xfrm>
            <a:off x="5176800" y="1476000"/>
            <a:ext cx="4230000" cy="5652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6" name="index_text_8">
            <a:extLst>
              <a:ext uri="{FF2B5EF4-FFF2-40B4-BE49-F238E27FC236}">
                <a16:creationId xmlns:a16="http://schemas.microsoft.com/office/drawing/2014/main" id="{2C2DDA02-A052-7649-4173-20564D83BAF5}"/>
              </a:ext>
            </a:extLst>
          </p:cNvPr>
          <p:cNvSpPr>
            <a:spLocks noGrp="1"/>
          </p:cNvSpPr>
          <p:nvPr>
            <p:ph type="body" sz="quarter" idx="62"/>
          </p:nvPr>
        </p:nvSpPr>
        <p:spPr>
          <a:xfrm>
            <a:off x="5178325" y="5911200"/>
            <a:ext cx="4230000" cy="1548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7" name="index_text_6">
            <a:extLst>
              <a:ext uri="{FF2B5EF4-FFF2-40B4-BE49-F238E27FC236}">
                <a16:creationId xmlns:a16="http://schemas.microsoft.com/office/drawing/2014/main" id="{28369E2E-F302-8850-B509-FC30CB40727D}"/>
              </a:ext>
            </a:extLst>
          </p:cNvPr>
          <p:cNvSpPr>
            <a:spLocks noGrp="1"/>
          </p:cNvSpPr>
          <p:nvPr>
            <p:ph type="body" sz="quarter" idx="63"/>
          </p:nvPr>
        </p:nvSpPr>
        <p:spPr>
          <a:xfrm>
            <a:off x="5178325" y="2682000"/>
            <a:ext cx="4230000" cy="9756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cxnSp>
        <p:nvCxnSpPr>
          <p:cNvPr id="15" name="connector_2">
            <a:extLst>
              <a:ext uri="{FF2B5EF4-FFF2-40B4-BE49-F238E27FC236}">
                <a16:creationId xmlns:a16="http://schemas.microsoft.com/office/drawing/2014/main" id="{7739C207-A491-0028-419F-DE2EDDBC2180}"/>
              </a:ext>
            </a:extLst>
          </p:cNvPr>
          <p:cNvCxnSpPr>
            <a:cxnSpLocks noGrp="1" noRot="1" noMove="1" noResize="1" noEditPoints="1" noAdjustHandles="1" noChangeArrowheads="1" noChangeShapeType="1"/>
          </p:cNvCxnSpPr>
          <p:nvPr userDrawn="1"/>
        </p:nvCxnSpPr>
        <p:spPr>
          <a:xfrm>
            <a:off x="589400" y="1347951"/>
            <a:ext cx="4140000" cy="0"/>
          </a:xfrm>
          <a:prstGeom prst="line">
            <a:avLst/>
          </a:prstGeom>
        </p:spPr>
        <p:style>
          <a:lnRef idx="1">
            <a:schemeClr val="dk1"/>
          </a:lnRef>
          <a:fillRef idx="0">
            <a:schemeClr val="dk1"/>
          </a:fillRef>
          <a:effectRef idx="0">
            <a:schemeClr val="dk1"/>
          </a:effectRef>
          <a:fontRef idx="minor">
            <a:schemeClr val="tx1"/>
          </a:fontRef>
        </p:style>
      </p:cxnSp>
      <p:sp>
        <p:nvSpPr>
          <p:cNvPr id="18" name="index_1">
            <a:extLst>
              <a:ext uri="{FF2B5EF4-FFF2-40B4-BE49-F238E27FC236}">
                <a16:creationId xmlns:a16="http://schemas.microsoft.com/office/drawing/2014/main" id="{6F1D7AF8-B514-92D1-733A-DA3A36A74DEB}"/>
              </a:ext>
            </a:extLst>
          </p:cNvPr>
          <p:cNvSpPr>
            <a:spLocks noGrp="1"/>
          </p:cNvSpPr>
          <p:nvPr>
            <p:ph type="body" sz="quarter" idx="42"/>
          </p:nvPr>
        </p:nvSpPr>
        <p:spPr>
          <a:xfrm>
            <a:off x="590400" y="1123200"/>
            <a:ext cx="4221206" cy="169200"/>
          </a:xfrm>
          <a:prstGeom prst="rect">
            <a:avLst/>
          </a:prstGeom>
          <a:noFill/>
          <a:ln>
            <a:noFill/>
          </a:ln>
        </p:spPr>
        <p:txBody>
          <a:bodyPr lIns="0" anchor="ctr"/>
          <a:lstStyle>
            <a:lvl1pPr marL="0" indent="0">
              <a:buNone/>
              <a:defRPr sz="1100" b="1" u="none">
                <a:solidFill>
                  <a:schemeClr val="tx1"/>
                </a:solidFill>
              </a:defRPr>
            </a:lvl1pPr>
          </a:lstStyle>
          <a:p>
            <a:pPr lvl="0"/>
            <a:endParaRPr kumimoji="1" lang="en-US" altLang="ja-JP" sz="1100" dirty="0"/>
          </a:p>
        </p:txBody>
      </p:sp>
      <p:sp>
        <p:nvSpPr>
          <p:cNvPr id="35" name="index_text_1">
            <a:extLst>
              <a:ext uri="{FF2B5EF4-FFF2-40B4-BE49-F238E27FC236}">
                <a16:creationId xmlns:a16="http://schemas.microsoft.com/office/drawing/2014/main" id="{3010016F-7F76-3219-23EF-A4F935534378}"/>
              </a:ext>
            </a:extLst>
          </p:cNvPr>
          <p:cNvSpPr>
            <a:spLocks noGrp="1"/>
          </p:cNvSpPr>
          <p:nvPr>
            <p:ph type="body" sz="quarter" idx="65"/>
          </p:nvPr>
        </p:nvSpPr>
        <p:spPr>
          <a:xfrm>
            <a:off x="591925" y="1443600"/>
            <a:ext cx="4230000" cy="5652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408718325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index_gen_ai_v2_color">
    <p:spTree>
      <p:nvGrpSpPr>
        <p:cNvPr id="1" name=""/>
        <p:cNvGrpSpPr/>
        <p:nvPr/>
      </p:nvGrpSpPr>
      <p:grpSpPr>
        <a:xfrm>
          <a:off x="0" y="0"/>
          <a:ext cx="0" cy="0"/>
          <a:chOff x="0" y="0"/>
          <a:chExt cx="0" cy="0"/>
        </a:xfrm>
      </p:grpSpPr>
      <p:sp>
        <p:nvSpPr>
          <p:cNvPr id="9" name="index_4">
            <a:extLst>
              <a:ext uri="{FF2B5EF4-FFF2-40B4-BE49-F238E27FC236}">
                <a16:creationId xmlns:a16="http://schemas.microsoft.com/office/drawing/2014/main" id="{09064515-44DA-CA4C-C92B-188DB632D391}"/>
              </a:ext>
            </a:extLst>
          </p:cNvPr>
          <p:cNvSpPr>
            <a:spLocks noGrp="1"/>
          </p:cNvSpPr>
          <p:nvPr>
            <p:ph type="body" sz="quarter" idx="46"/>
          </p:nvPr>
        </p:nvSpPr>
        <p:spPr>
          <a:xfrm>
            <a:off x="590925" y="4453661"/>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2" name="index_text_4">
            <a:extLst>
              <a:ext uri="{FF2B5EF4-FFF2-40B4-BE49-F238E27FC236}">
                <a16:creationId xmlns:a16="http://schemas.microsoft.com/office/drawing/2014/main" id="{AB975712-EAAF-2FDC-37BD-AE85551AA481}"/>
              </a:ext>
            </a:extLst>
          </p:cNvPr>
          <p:cNvSpPr>
            <a:spLocks noGrp="1"/>
          </p:cNvSpPr>
          <p:nvPr>
            <p:ph type="body" sz="quarter" idx="59"/>
          </p:nvPr>
        </p:nvSpPr>
        <p:spPr>
          <a:xfrm>
            <a:off x="591925" y="4769507"/>
            <a:ext cx="4230000" cy="3600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42" name="page_title">
            <a:extLst>
              <a:ext uri="{FF2B5EF4-FFF2-40B4-BE49-F238E27FC236}">
                <a16:creationId xmlns:a16="http://schemas.microsoft.com/office/drawing/2014/main" id="{5F398013-9331-BB5B-AD7F-B7D09886397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3" name="フッター プレースホルダー 2">
            <a:extLst>
              <a:ext uri="{FF2B5EF4-FFF2-40B4-BE49-F238E27FC236}">
                <a16:creationId xmlns:a16="http://schemas.microsoft.com/office/drawing/2014/main" id="{DB81EB4C-A492-1E96-573B-4BD002124D54}"/>
              </a:ext>
            </a:extLst>
          </p:cNvPr>
          <p:cNvSpPr>
            <a:spLocks noGrp="1"/>
          </p:cNvSpPr>
          <p:nvPr>
            <p:ph type="ftr" sz="quarter" idx="10"/>
          </p:nvPr>
        </p:nvSpPr>
        <p:spPr/>
        <p:txBody>
          <a:bodyPr/>
          <a:lstStyle/>
          <a:p>
            <a:endParaRPr kumimoji="1" lang="ja-JP" altLang="en-US"/>
          </a:p>
        </p:txBody>
      </p:sp>
      <p:sp>
        <p:nvSpPr>
          <p:cNvPr id="4" name="日付プレースホルダー 3">
            <a:extLst>
              <a:ext uri="{FF2B5EF4-FFF2-40B4-BE49-F238E27FC236}">
                <a16:creationId xmlns:a16="http://schemas.microsoft.com/office/drawing/2014/main" id="{4345B972-4B58-2145-8ED5-061B0444EAFC}"/>
              </a:ext>
            </a:extLst>
          </p:cNvPr>
          <p:cNvSpPr>
            <a:spLocks noGrp="1"/>
          </p:cNvSpPr>
          <p:nvPr>
            <p:ph type="dt" sz="half" idx="11"/>
          </p:nvPr>
        </p:nvSpPr>
        <p:spPr/>
        <p:txBody>
          <a:bodyPr/>
          <a:lstStyle/>
          <a:p>
            <a:fld id="{81D58EA8-9B98-41E6-956B-055930B8C0DB}" type="datetime1">
              <a:rPr kumimoji="1" lang="ja-JP" altLang="en-US" smtClean="0"/>
              <a:t>2025/7/30</a:t>
            </a:fld>
            <a:endParaRPr kumimoji="1" lang="ja-JP" altLang="en-US"/>
          </a:p>
        </p:txBody>
      </p:sp>
      <p:sp>
        <p:nvSpPr>
          <p:cNvPr id="5" name="スライド番号プレースホルダー 4">
            <a:extLst>
              <a:ext uri="{FF2B5EF4-FFF2-40B4-BE49-F238E27FC236}">
                <a16:creationId xmlns:a16="http://schemas.microsoft.com/office/drawing/2014/main" id="{F4D7CF18-B9EC-C830-E23F-D451475CDE3E}"/>
              </a:ext>
            </a:extLst>
          </p:cNvPr>
          <p:cNvSpPr>
            <a:spLocks noGrp="1"/>
          </p:cNvSpPr>
          <p:nvPr>
            <p:ph type="sldNum" sz="quarter" idx="12"/>
          </p:nvPr>
        </p:nvSpPr>
        <p:spPr>
          <a:xfrm>
            <a:off x="7560000" y="6356350"/>
            <a:ext cx="2228850" cy="365125"/>
          </a:xfrm>
        </p:spPr>
        <p:txBody>
          <a:bodyPr/>
          <a:lstStyle>
            <a:lvl1pPr>
              <a:defRPr sz="900"/>
            </a:lvl1pPr>
          </a:lstStyle>
          <a:p>
            <a:fld id="{2DF5643A-3597-4586-BDDD-5EEE5E0D934B}" type="slidenum">
              <a:rPr lang="ja-JP" altLang="en-US" smtClean="0"/>
              <a:pPr/>
              <a:t>‹#›</a:t>
            </a:fld>
            <a:endParaRPr lang="ja-JP" altLang="en-US" dirty="0"/>
          </a:p>
        </p:txBody>
      </p:sp>
      <p:cxnSp>
        <p:nvCxnSpPr>
          <p:cNvPr id="16" name="connector_6">
            <a:extLst>
              <a:ext uri="{FF2B5EF4-FFF2-40B4-BE49-F238E27FC236}">
                <a16:creationId xmlns:a16="http://schemas.microsoft.com/office/drawing/2014/main" id="{C84B9B6E-8060-88EA-EEB4-F10A4A62C516}"/>
              </a:ext>
            </a:extLst>
          </p:cNvPr>
          <p:cNvCxnSpPr>
            <a:cxnSpLocks noGrp="1" noRot="1" noMove="1" noResize="1" noEditPoints="1" noAdjustHandles="1" noChangeArrowheads="1" noChangeShapeType="1"/>
          </p:cNvCxnSpPr>
          <p:nvPr/>
        </p:nvCxnSpPr>
        <p:spPr>
          <a:xfrm>
            <a:off x="5176602" y="1347951"/>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0" name="connector_3">
            <a:extLst>
              <a:ext uri="{FF2B5EF4-FFF2-40B4-BE49-F238E27FC236}">
                <a16:creationId xmlns:a16="http://schemas.microsoft.com/office/drawing/2014/main" id="{041F9ED9-E18A-DE46-B446-930BA9B1532E}"/>
              </a:ext>
            </a:extLst>
          </p:cNvPr>
          <p:cNvCxnSpPr>
            <a:cxnSpLocks noGrp="1" noRot="1" noMove="1" noResize="1" noEditPoints="1" noAdjustHandles="1" noChangeArrowheads="1" noChangeShapeType="1"/>
          </p:cNvCxnSpPr>
          <p:nvPr userDrawn="1"/>
        </p:nvCxnSpPr>
        <p:spPr>
          <a:xfrm>
            <a:off x="590400" y="2109600"/>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4" name="connector_7">
            <a:extLst>
              <a:ext uri="{FF2B5EF4-FFF2-40B4-BE49-F238E27FC236}">
                <a16:creationId xmlns:a16="http://schemas.microsoft.com/office/drawing/2014/main" id="{61CFBF78-B4D9-243A-A5C2-8FC129C50E9E}"/>
              </a:ext>
            </a:extLst>
          </p:cNvPr>
          <p:cNvCxnSpPr>
            <a:cxnSpLocks noGrp="1" noRot="1" noMove="1" noResize="1" noEditPoints="1" noAdjustHandles="1" noChangeArrowheads="1" noChangeShapeType="1"/>
          </p:cNvCxnSpPr>
          <p:nvPr userDrawn="1"/>
        </p:nvCxnSpPr>
        <p:spPr>
          <a:xfrm>
            <a:off x="5176602" y="2525184"/>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28" name="connector_4">
            <a:extLst>
              <a:ext uri="{FF2B5EF4-FFF2-40B4-BE49-F238E27FC236}">
                <a16:creationId xmlns:a16="http://schemas.microsoft.com/office/drawing/2014/main" id="{84443B7C-E8B8-0565-DFB9-4112A60956E9}"/>
              </a:ext>
            </a:extLst>
          </p:cNvPr>
          <p:cNvCxnSpPr>
            <a:cxnSpLocks noGrp="1" noRot="1" noMove="1" noResize="1" noEditPoints="1" noAdjustHandles="1" noChangeArrowheads="1" noChangeShapeType="1"/>
          </p:cNvCxnSpPr>
          <p:nvPr/>
        </p:nvCxnSpPr>
        <p:spPr>
          <a:xfrm>
            <a:off x="590925" y="2853581"/>
            <a:ext cx="4140000" cy="0"/>
          </a:xfrm>
          <a:prstGeom prst="line">
            <a:avLst/>
          </a:prstGeom>
        </p:spPr>
        <p:style>
          <a:lnRef idx="1">
            <a:schemeClr val="dk1"/>
          </a:lnRef>
          <a:fillRef idx="0">
            <a:schemeClr val="dk1"/>
          </a:fillRef>
          <a:effectRef idx="0">
            <a:schemeClr val="dk1"/>
          </a:effectRef>
          <a:fontRef idx="minor">
            <a:schemeClr val="tx1"/>
          </a:fontRef>
        </p:style>
      </p:cxnSp>
      <p:cxnSp>
        <p:nvCxnSpPr>
          <p:cNvPr id="32" name="connector_5">
            <a:extLst>
              <a:ext uri="{FF2B5EF4-FFF2-40B4-BE49-F238E27FC236}">
                <a16:creationId xmlns:a16="http://schemas.microsoft.com/office/drawing/2014/main" id="{8C60EAC1-6417-6455-C713-AD2A0FEE0027}"/>
              </a:ext>
            </a:extLst>
          </p:cNvPr>
          <p:cNvCxnSpPr>
            <a:cxnSpLocks noGrp="1" noRot="1" noMove="1" noResize="1" noEditPoints="1" noAdjustHandles="1" noChangeArrowheads="1" noChangeShapeType="1"/>
          </p:cNvCxnSpPr>
          <p:nvPr/>
        </p:nvCxnSpPr>
        <p:spPr>
          <a:xfrm>
            <a:off x="590925" y="4680463"/>
            <a:ext cx="4140000" cy="0"/>
          </a:xfrm>
          <a:prstGeom prst="line">
            <a:avLst/>
          </a:prstGeom>
        </p:spPr>
        <p:style>
          <a:lnRef idx="1">
            <a:schemeClr val="dk1"/>
          </a:lnRef>
          <a:fillRef idx="0">
            <a:schemeClr val="dk1"/>
          </a:fillRef>
          <a:effectRef idx="0">
            <a:schemeClr val="dk1"/>
          </a:effectRef>
          <a:fontRef idx="minor">
            <a:schemeClr val="tx1"/>
          </a:fontRef>
        </p:style>
      </p:cxnSp>
      <p:sp>
        <p:nvSpPr>
          <p:cNvPr id="41" name="date">
            <a:extLst>
              <a:ext uri="{FF2B5EF4-FFF2-40B4-BE49-F238E27FC236}">
                <a16:creationId xmlns:a16="http://schemas.microsoft.com/office/drawing/2014/main" id="{D2DFFBB0-7404-E7B4-75F0-2CB6A5CC8C66}"/>
              </a:ext>
            </a:extLst>
          </p:cNvPr>
          <p:cNvSpPr>
            <a:spLocks noGrp="1"/>
          </p:cNvSpPr>
          <p:nvPr userDrawn="1">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43" name="connector_1">
            <a:extLst>
              <a:ext uri="{FF2B5EF4-FFF2-40B4-BE49-F238E27FC236}">
                <a16:creationId xmlns:a16="http://schemas.microsoft.com/office/drawing/2014/main" id="{A3B4A0EF-CA2A-DADB-B670-DE5ADBC84077}"/>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7" name="index_2">
            <a:extLst>
              <a:ext uri="{FF2B5EF4-FFF2-40B4-BE49-F238E27FC236}">
                <a16:creationId xmlns:a16="http://schemas.microsoft.com/office/drawing/2014/main" id="{6B2654E9-C93F-FC6E-2074-645110C740F3}"/>
              </a:ext>
            </a:extLst>
          </p:cNvPr>
          <p:cNvSpPr>
            <a:spLocks noGrp="1"/>
          </p:cNvSpPr>
          <p:nvPr>
            <p:ph type="body" sz="quarter" idx="44"/>
          </p:nvPr>
        </p:nvSpPr>
        <p:spPr>
          <a:xfrm>
            <a:off x="590925" y="18864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8" name="index_3">
            <a:extLst>
              <a:ext uri="{FF2B5EF4-FFF2-40B4-BE49-F238E27FC236}">
                <a16:creationId xmlns:a16="http://schemas.microsoft.com/office/drawing/2014/main" id="{00041D32-6FDE-805C-9C66-D5DD14895E5A}"/>
              </a:ext>
            </a:extLst>
          </p:cNvPr>
          <p:cNvSpPr>
            <a:spLocks noGrp="1"/>
          </p:cNvSpPr>
          <p:nvPr>
            <p:ph type="body" sz="quarter" idx="45"/>
          </p:nvPr>
        </p:nvSpPr>
        <p:spPr>
          <a:xfrm>
            <a:off x="589400" y="2621086"/>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0" name="index_5">
            <a:extLst>
              <a:ext uri="{FF2B5EF4-FFF2-40B4-BE49-F238E27FC236}">
                <a16:creationId xmlns:a16="http://schemas.microsoft.com/office/drawing/2014/main" id="{537B247C-E96C-0439-1C39-501EC016F789}"/>
              </a:ext>
            </a:extLst>
          </p:cNvPr>
          <p:cNvSpPr>
            <a:spLocks noGrp="1"/>
          </p:cNvSpPr>
          <p:nvPr>
            <p:ph type="body" sz="quarter" idx="47"/>
          </p:nvPr>
        </p:nvSpPr>
        <p:spPr>
          <a:xfrm>
            <a:off x="5176602" y="1123200"/>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11" name="index_6">
            <a:extLst>
              <a:ext uri="{FF2B5EF4-FFF2-40B4-BE49-F238E27FC236}">
                <a16:creationId xmlns:a16="http://schemas.microsoft.com/office/drawing/2014/main" id="{EC47000B-13E7-E0EB-7DBC-F1F4CF9C2224}"/>
              </a:ext>
            </a:extLst>
          </p:cNvPr>
          <p:cNvSpPr>
            <a:spLocks noGrp="1"/>
          </p:cNvSpPr>
          <p:nvPr>
            <p:ph type="body" sz="quarter" idx="48"/>
          </p:nvPr>
        </p:nvSpPr>
        <p:spPr>
          <a:xfrm>
            <a:off x="5176602" y="2292256"/>
            <a:ext cx="4221206" cy="169200"/>
          </a:xfrm>
          <a:prstGeom prst="rect">
            <a:avLst/>
          </a:prstGeom>
          <a:noFill/>
          <a:ln>
            <a:noFill/>
          </a:ln>
        </p:spPr>
        <p:txBody>
          <a:bodyPr lIns="0" anchor="ctr"/>
          <a:lstStyle>
            <a:lvl1pPr marL="0" indent="0">
              <a:buNone/>
              <a:defRPr sz="1000" b="1" u="none">
                <a:solidFill>
                  <a:schemeClr val="tx1"/>
                </a:solidFill>
              </a:defRPr>
            </a:lvl1pPr>
          </a:lstStyle>
          <a:p>
            <a:pPr lvl="0"/>
            <a:endParaRPr kumimoji="1" lang="ja-JP" altLang="en-US" dirty="0"/>
          </a:p>
        </p:txBody>
      </p:sp>
      <p:sp>
        <p:nvSpPr>
          <p:cNvPr id="6" name="index_text_3">
            <a:extLst>
              <a:ext uri="{FF2B5EF4-FFF2-40B4-BE49-F238E27FC236}">
                <a16:creationId xmlns:a16="http://schemas.microsoft.com/office/drawing/2014/main" id="{A2C05BBE-36E6-14D5-EE12-DBCA716481F5}"/>
              </a:ext>
            </a:extLst>
          </p:cNvPr>
          <p:cNvSpPr>
            <a:spLocks noGrp="1"/>
          </p:cNvSpPr>
          <p:nvPr>
            <p:ph type="body" sz="quarter" idx="18"/>
          </p:nvPr>
        </p:nvSpPr>
        <p:spPr>
          <a:xfrm>
            <a:off x="590925" y="2952939"/>
            <a:ext cx="4230000" cy="1231402"/>
          </a:xfrm>
          <a:prstGeom prst="rect">
            <a:avLst/>
          </a:prstGeom>
          <a:noFill/>
          <a:ln>
            <a:noFill/>
          </a:ln>
        </p:spPr>
        <p:txBody>
          <a:bodyPr lIns="0" anchor="t"/>
          <a:lstStyle>
            <a:lvl1pPr marL="0" marR="0" indent="0" algn="l" defTabSz="914400" rtl="0" eaLnBrk="1" fontAlgn="auto" latinLnBrk="0" hangingPunct="1">
              <a:lnSpc>
                <a:spcPct val="100000"/>
              </a:lnSpc>
              <a:spcBef>
                <a:spcPts val="350"/>
              </a:spcBef>
              <a:spcAft>
                <a:spcPts val="0"/>
              </a:spcAft>
              <a:buClrTx/>
              <a:buSzTx/>
              <a:buFont typeface="Arial" panose="020B0604020202020204" pitchFamily="34" charset="0"/>
              <a:buNone/>
              <a:tabLst/>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 name="index_text_2">
            <a:extLst>
              <a:ext uri="{FF2B5EF4-FFF2-40B4-BE49-F238E27FC236}">
                <a16:creationId xmlns:a16="http://schemas.microsoft.com/office/drawing/2014/main" id="{EA3E2085-7800-5A1E-D3C6-2AC5F826AEB7}"/>
              </a:ext>
            </a:extLst>
          </p:cNvPr>
          <p:cNvSpPr>
            <a:spLocks noGrp="1"/>
          </p:cNvSpPr>
          <p:nvPr>
            <p:ph type="body" sz="quarter" idx="58"/>
          </p:nvPr>
        </p:nvSpPr>
        <p:spPr>
          <a:xfrm>
            <a:off x="591406" y="2206800"/>
            <a:ext cx="4230000" cy="1404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5" name="index_text_5">
            <a:extLst>
              <a:ext uri="{FF2B5EF4-FFF2-40B4-BE49-F238E27FC236}">
                <a16:creationId xmlns:a16="http://schemas.microsoft.com/office/drawing/2014/main" id="{9E9218EB-8AFA-FB22-730A-2A0C784385B0}"/>
              </a:ext>
            </a:extLst>
          </p:cNvPr>
          <p:cNvSpPr>
            <a:spLocks noGrp="1"/>
          </p:cNvSpPr>
          <p:nvPr>
            <p:ph type="body" sz="quarter" idx="61"/>
          </p:nvPr>
        </p:nvSpPr>
        <p:spPr>
          <a:xfrm>
            <a:off x="5176800" y="1457528"/>
            <a:ext cx="4230000" cy="5652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26" name="index_text_1">
            <a:extLst>
              <a:ext uri="{FF2B5EF4-FFF2-40B4-BE49-F238E27FC236}">
                <a16:creationId xmlns:a16="http://schemas.microsoft.com/office/drawing/2014/main" id="{2C2DDA02-A052-7649-4173-20564D83BAF5}"/>
              </a:ext>
            </a:extLst>
          </p:cNvPr>
          <p:cNvSpPr>
            <a:spLocks noGrp="1"/>
          </p:cNvSpPr>
          <p:nvPr>
            <p:ph type="body" sz="quarter" idx="62"/>
          </p:nvPr>
        </p:nvSpPr>
        <p:spPr>
          <a:xfrm>
            <a:off x="590400" y="1443600"/>
            <a:ext cx="4230000" cy="1548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cxnSp>
        <p:nvCxnSpPr>
          <p:cNvPr id="15" name="connector_2">
            <a:extLst>
              <a:ext uri="{FF2B5EF4-FFF2-40B4-BE49-F238E27FC236}">
                <a16:creationId xmlns:a16="http://schemas.microsoft.com/office/drawing/2014/main" id="{7739C207-A491-0028-419F-DE2EDDBC2180}"/>
              </a:ext>
            </a:extLst>
          </p:cNvPr>
          <p:cNvCxnSpPr>
            <a:cxnSpLocks noGrp="1" noRot="1" noMove="1" noResize="1" noEditPoints="1" noAdjustHandles="1" noChangeArrowheads="1" noChangeShapeType="1"/>
          </p:cNvCxnSpPr>
          <p:nvPr userDrawn="1"/>
        </p:nvCxnSpPr>
        <p:spPr>
          <a:xfrm>
            <a:off x="589400" y="1347951"/>
            <a:ext cx="4140000" cy="0"/>
          </a:xfrm>
          <a:prstGeom prst="line">
            <a:avLst/>
          </a:prstGeom>
        </p:spPr>
        <p:style>
          <a:lnRef idx="1">
            <a:schemeClr val="dk1"/>
          </a:lnRef>
          <a:fillRef idx="0">
            <a:schemeClr val="dk1"/>
          </a:fillRef>
          <a:effectRef idx="0">
            <a:schemeClr val="dk1"/>
          </a:effectRef>
          <a:fontRef idx="minor">
            <a:schemeClr val="tx1"/>
          </a:fontRef>
        </p:style>
      </p:cxnSp>
      <p:sp>
        <p:nvSpPr>
          <p:cNvPr id="18" name="index_1">
            <a:extLst>
              <a:ext uri="{FF2B5EF4-FFF2-40B4-BE49-F238E27FC236}">
                <a16:creationId xmlns:a16="http://schemas.microsoft.com/office/drawing/2014/main" id="{6F1D7AF8-B514-92D1-733A-DA3A36A74DEB}"/>
              </a:ext>
            </a:extLst>
          </p:cNvPr>
          <p:cNvSpPr>
            <a:spLocks noGrp="1"/>
          </p:cNvSpPr>
          <p:nvPr>
            <p:ph type="body" sz="quarter" idx="42"/>
          </p:nvPr>
        </p:nvSpPr>
        <p:spPr>
          <a:xfrm>
            <a:off x="590400" y="1123200"/>
            <a:ext cx="4221206" cy="169200"/>
          </a:xfrm>
          <a:prstGeom prst="rect">
            <a:avLst/>
          </a:prstGeom>
          <a:noFill/>
          <a:ln>
            <a:noFill/>
          </a:ln>
        </p:spPr>
        <p:txBody>
          <a:bodyPr lIns="0" anchor="ctr"/>
          <a:lstStyle>
            <a:lvl1pPr marL="0" indent="0">
              <a:buNone/>
              <a:defRPr sz="1100" b="1" u="none">
                <a:solidFill>
                  <a:schemeClr val="tx1"/>
                </a:solidFill>
              </a:defRPr>
            </a:lvl1pPr>
          </a:lstStyle>
          <a:p>
            <a:pPr lvl="0"/>
            <a:endParaRPr kumimoji="1" lang="en-US" altLang="ja-JP" sz="1100" dirty="0"/>
          </a:p>
        </p:txBody>
      </p:sp>
      <p:sp>
        <p:nvSpPr>
          <p:cNvPr id="19" name="index_text_6">
            <a:extLst>
              <a:ext uri="{FF2B5EF4-FFF2-40B4-BE49-F238E27FC236}">
                <a16:creationId xmlns:a16="http://schemas.microsoft.com/office/drawing/2014/main" id="{D21FC288-AEFE-7438-E146-110162A871A2}"/>
              </a:ext>
            </a:extLst>
          </p:cNvPr>
          <p:cNvSpPr>
            <a:spLocks noGrp="1"/>
          </p:cNvSpPr>
          <p:nvPr>
            <p:ph type="body" sz="quarter" idx="63"/>
          </p:nvPr>
        </p:nvSpPr>
        <p:spPr>
          <a:xfrm>
            <a:off x="5176800" y="2615660"/>
            <a:ext cx="4230000" cy="154800"/>
          </a:xfrm>
          <a:prstGeom prst="rect">
            <a:avLst/>
          </a:prstGeom>
          <a:noFill/>
          <a:ln>
            <a:noFill/>
          </a:ln>
        </p:spPr>
        <p:txBody>
          <a:bodyPr lIns="0" anchor="t"/>
          <a:lstStyle>
            <a:lvl1pPr marL="0" indent="0" algn="l">
              <a:lnSpc>
                <a:spcPct val="100000"/>
              </a:lnSpc>
              <a:spcBef>
                <a:spcPts val="350"/>
              </a:spcBef>
              <a:buNone/>
              <a:defRPr sz="11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Tree>
    <p:extLst>
      <p:ext uri="{BB962C8B-B14F-4D97-AF65-F5344CB8AC3E}">
        <p14:creationId xmlns:p14="http://schemas.microsoft.com/office/powerpoint/2010/main" val="244204862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ai_suggest_v2_color">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06764"/>
            <a:ext cx="8726710" cy="5458496"/>
          </a:xfrm>
          <a:prstGeom prst="rect">
            <a:avLst/>
          </a:prstGeom>
        </p:spPr>
        <p:txBody>
          <a:bodyPr/>
          <a:lstStyle>
            <a:lvl1pPr>
              <a:lnSpc>
                <a:spcPct val="150000"/>
              </a:lnSpc>
              <a:defRPr/>
            </a:lvl1p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1624AB9C-EA45-41CE-A68A-F7B0AE2DC4F8}"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ADE70745-8518-83D3-E5E0-B388CC22BDD8}"/>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9092D23C-4653-3D25-EB39-30FBA8E032F9}"/>
              </a:ext>
            </a:extLst>
          </p:cNvPr>
          <p:cNvSpPr>
            <a:spLocks noGrp="1"/>
          </p:cNvSpPr>
          <p:nvPr>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8" name="connector_1">
            <a:extLst>
              <a:ext uri="{FF2B5EF4-FFF2-40B4-BE49-F238E27FC236}">
                <a16:creationId xmlns:a16="http://schemas.microsoft.com/office/drawing/2014/main" id="{FC561E5E-6CB4-D6A6-A438-05C27F742C4E}"/>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1331231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gen_ai_v2_color">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1624AB9C-EA45-41CE-A68A-F7B0AE2DC4F8}"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ADE70745-8518-83D3-E5E0-B388CC22BDD8}"/>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9092D23C-4653-3D25-EB39-30FBA8E032F9}"/>
              </a:ext>
            </a:extLst>
          </p:cNvPr>
          <p:cNvSpPr>
            <a:spLocks noGrp="1"/>
          </p:cNvSpPr>
          <p:nvPr>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8" name="connector_1">
            <a:extLst>
              <a:ext uri="{FF2B5EF4-FFF2-40B4-BE49-F238E27FC236}">
                <a16:creationId xmlns:a16="http://schemas.microsoft.com/office/drawing/2014/main" id="{FC561E5E-6CB4-D6A6-A438-05C27F742C4E}"/>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
            <a:extLst>
              <a:ext uri="{FF2B5EF4-FFF2-40B4-BE49-F238E27FC236}">
                <a16:creationId xmlns:a16="http://schemas.microsoft.com/office/drawing/2014/main" id="{91AEDC54-2AAB-9BD7-DC74-586ADB4F7C43}"/>
              </a:ext>
            </a:extLst>
          </p:cNvPr>
          <p:cNvSpPr>
            <a:spLocks noGrp="1"/>
          </p:cNvSpPr>
          <p:nvPr>
            <p:ph type="body" sz="quarter" idx="18"/>
          </p:nvPr>
        </p:nvSpPr>
        <p:spPr>
          <a:xfrm>
            <a:off x="468000" y="1407600"/>
            <a:ext cx="9079200" cy="5234400"/>
          </a:xfrm>
          <a:prstGeom prst="rect">
            <a:avLst/>
          </a:prstGeom>
          <a:noFill/>
          <a:ln>
            <a:noFill/>
          </a:ln>
        </p:spPr>
        <p:txBody>
          <a:bodyPr anchor="t"/>
          <a:lstStyle>
            <a:lvl1pPr marL="0" indent="0" algn="l">
              <a:lnSpc>
                <a:spcPct val="130000"/>
              </a:lnSpc>
              <a:buNone/>
              <a:defRPr sz="1400" b="0">
                <a:solidFill>
                  <a:schemeClr val="tx1"/>
                </a:solidFill>
                <a:latin typeface="Arial" panose="020B0604020202020204" pitchFamily="34" charset="0"/>
                <a:cs typeface="Arial" panose="020B0604020202020204" pitchFamily="34" charset="0"/>
              </a:defRPr>
            </a:lvl1pPr>
          </a:lstStyle>
          <a:p>
            <a:pPr lvl="0"/>
            <a:endParaRPr kumimoji="1" lang="ja-JP" altLang="en-US" dirty="0"/>
          </a:p>
        </p:txBody>
      </p:sp>
      <p:sp>
        <p:nvSpPr>
          <p:cNvPr id="6" name="title">
            <a:extLst>
              <a:ext uri="{FF2B5EF4-FFF2-40B4-BE49-F238E27FC236}">
                <a16:creationId xmlns:a16="http://schemas.microsoft.com/office/drawing/2014/main" id="{3A59D8D6-657D-DDD6-D47F-7FD03E300C8B}"/>
              </a:ext>
            </a:extLst>
          </p:cNvPr>
          <p:cNvSpPr>
            <a:spLocks noGrp="1"/>
          </p:cNvSpPr>
          <p:nvPr>
            <p:ph type="body" sz="quarter" idx="42"/>
          </p:nvPr>
        </p:nvSpPr>
        <p:spPr>
          <a:xfrm>
            <a:off x="468000" y="1008000"/>
            <a:ext cx="7642800" cy="244800"/>
          </a:xfrm>
          <a:prstGeom prst="rect">
            <a:avLst/>
          </a:prstGeom>
        </p:spPr>
        <p:txBody>
          <a:bodyPr lIns="90000" anchor="ctr"/>
          <a:lstStyle>
            <a:lvl1pPr marL="0" indent="0" algn="l">
              <a:buNone/>
              <a:defRPr sz="1400" b="1"/>
            </a:lvl1pPr>
          </a:lstStyle>
          <a:p>
            <a:pPr lvl="0"/>
            <a:endParaRPr kumimoji="1" lang="ja-JP" altLang="en-US" dirty="0"/>
          </a:p>
        </p:txBody>
      </p:sp>
    </p:spTree>
    <p:extLst>
      <p:ext uri="{BB962C8B-B14F-4D97-AF65-F5344CB8AC3E}">
        <p14:creationId xmlns:p14="http://schemas.microsoft.com/office/powerpoint/2010/main" val="1510827229"/>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able_big_v2_color">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65200" y="1081819"/>
            <a:ext cx="8892000" cy="5148689"/>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1C88358-4676-4A7A-8E0A-EA2769BD25D4}"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2" name="page_title">
            <a:extLst>
              <a:ext uri="{FF2B5EF4-FFF2-40B4-BE49-F238E27FC236}">
                <a16:creationId xmlns:a16="http://schemas.microsoft.com/office/drawing/2014/main" id="{84191034-C89B-99EA-DCC8-68718228E778}"/>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70A0BE1C-2A9E-FDAA-3E08-D257CBBBD071}"/>
              </a:ext>
            </a:extLst>
          </p:cNvPr>
          <p:cNvSpPr>
            <a:spLocks noGrp="1"/>
          </p:cNvSpPr>
          <p:nvPr>
            <p:ph type="body" sz="quarter" idx="16"/>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8" name="connector_1">
            <a:extLst>
              <a:ext uri="{FF2B5EF4-FFF2-40B4-BE49-F238E27FC236}">
                <a16:creationId xmlns:a16="http://schemas.microsoft.com/office/drawing/2014/main" id="{2C9185DB-A7A9-21F8-1B6F-3B75DA20966E}"/>
              </a:ext>
            </a:extLst>
          </p:cNvPr>
          <p:cNvCxnSpPr>
            <a:cxnSpLocks noGrp="1" noRot="1" noMove="1" noResize="1" noEditPoints="1" noAdjustHandles="1" noChangeArrowheads="1" noChangeShapeType="1"/>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112836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monthly_basic_v2_color">
    <p:spTree>
      <p:nvGrpSpPr>
        <p:cNvPr id="1" name=""/>
        <p:cNvGrpSpPr/>
        <p:nvPr/>
      </p:nvGrpSpPr>
      <p:grpSpPr>
        <a:xfrm>
          <a:off x="0" y="0"/>
          <a:ext cx="0" cy="0"/>
          <a:chOff x="0" y="0"/>
          <a:chExt cx="0" cy="0"/>
        </a:xfrm>
      </p:grpSpPr>
      <p:sp>
        <p:nvSpPr>
          <p:cNvPr id="18" name="table_1">
            <a:extLst>
              <a:ext uri="{FF2B5EF4-FFF2-40B4-BE49-F238E27FC236}">
                <a16:creationId xmlns:a16="http://schemas.microsoft.com/office/drawing/2014/main" id="{7D53968A-7B37-A22B-F9C1-A55C8D59DCA4}"/>
              </a:ext>
            </a:extLst>
          </p:cNvPr>
          <p:cNvSpPr>
            <a:spLocks noGrp="1"/>
          </p:cNvSpPr>
          <p:nvPr>
            <p:ph type="tbl" sz="quarter" idx="12"/>
          </p:nvPr>
        </p:nvSpPr>
        <p:spPr>
          <a:xfrm>
            <a:off x="993600" y="3866400"/>
            <a:ext cx="7920000" cy="97200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8" name="table_2">
            <a:extLst>
              <a:ext uri="{FF2B5EF4-FFF2-40B4-BE49-F238E27FC236}">
                <a16:creationId xmlns:a16="http://schemas.microsoft.com/office/drawing/2014/main" id="{6A5C14E4-C9F1-F5B4-D229-76AF34A368CB}"/>
              </a:ext>
            </a:extLst>
          </p:cNvPr>
          <p:cNvSpPr>
            <a:spLocks noGrp="1"/>
          </p:cNvSpPr>
          <p:nvPr>
            <p:ph type="tbl" sz="quarter" idx="16"/>
          </p:nvPr>
        </p:nvSpPr>
        <p:spPr>
          <a:xfrm>
            <a:off x="993600" y="4970308"/>
            <a:ext cx="7920000" cy="972000"/>
          </a:xfrm>
          <a:prstGeom prst="rect">
            <a:avLst/>
          </a:prstGeom>
        </p:spPr>
        <p:txBody>
          <a:bodyPr/>
          <a:lstStyle/>
          <a:p>
            <a:endParaRPr kumimoji="1" lang="ja-JP" altLang="en-US" dirty="0"/>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58400"/>
            <a:ext cx="8726050" cy="2506836"/>
          </a:xfrm>
          <a:prstGeom prst="rect">
            <a:avLst/>
          </a:prstGeom>
        </p:spPr>
        <p:txBody>
          <a:bodyPr/>
          <a:lstStyle/>
          <a:p>
            <a:endParaRPr kumimoji="1" lang="ja-JP" altLang="en-US"/>
          </a:p>
        </p:txBody>
      </p:sp>
      <p:sp>
        <p:nvSpPr>
          <p:cNvPr id="2" name="page_title">
            <a:extLst>
              <a:ext uri="{FF2B5EF4-FFF2-40B4-BE49-F238E27FC236}">
                <a16:creationId xmlns:a16="http://schemas.microsoft.com/office/drawing/2014/main" id="{0F4179A5-FD6B-E62E-C47B-D90952A1B8C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B19C4C0B-5AA3-FA84-AD66-4D7595C3783A}"/>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4102DB63-2A70-67D1-0396-2DBF44909265}"/>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96771339"/>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aily_basic_v2_color">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90400" y="3787200"/>
            <a:ext cx="8726400" cy="259200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029600"/>
            <a:ext cx="8726050" cy="2613600"/>
          </a:xfrm>
          <a:prstGeom prst="rect">
            <a:avLst/>
          </a:prstGeom>
        </p:spPr>
        <p:txBody>
          <a:bodyPr/>
          <a:lstStyle/>
          <a:p>
            <a:endParaRPr kumimoji="1" lang="ja-JP" altLang="en-US"/>
          </a:p>
        </p:txBody>
      </p:sp>
      <p:sp>
        <p:nvSpPr>
          <p:cNvPr id="2" name="page_title">
            <a:extLst>
              <a:ext uri="{FF2B5EF4-FFF2-40B4-BE49-F238E27FC236}">
                <a16:creationId xmlns:a16="http://schemas.microsoft.com/office/drawing/2014/main" id="{0F4179A5-FD6B-E62E-C47B-D90952A1B8C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B19C4C0B-5AA3-FA84-AD66-4D7595C3783A}"/>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4102DB63-2A70-67D1-0396-2DBF44909265}"/>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77995628"/>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monthly_device_category_v2_color">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6800" y="3697200"/>
            <a:ext cx="8726400" cy="1526400"/>
          </a:xfrm>
          <a:prstGeom prst="rect">
            <a:avLst/>
          </a:prstGeom>
        </p:spPr>
        <p:txBody>
          <a:bodyPr/>
          <a:lstStyle/>
          <a:p>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127000" y="1015200"/>
            <a:ext cx="9410700" cy="2962800"/>
          </a:xfrm>
          <a:prstGeom prst="rect">
            <a:avLst/>
          </a:prstGeom>
        </p:spPr>
        <p:txBody>
          <a:bodyPr/>
          <a:lstStyle/>
          <a:p>
            <a:endParaRPr kumimoji="1" lang="ja-JP" altLang="en-US"/>
          </a:p>
        </p:txBody>
      </p:sp>
      <p:sp>
        <p:nvSpPr>
          <p:cNvPr id="2" name="page_title">
            <a:extLst>
              <a:ext uri="{FF2B5EF4-FFF2-40B4-BE49-F238E27FC236}">
                <a16:creationId xmlns:a16="http://schemas.microsoft.com/office/drawing/2014/main" id="{0F4179A5-FD6B-E62E-C47B-D90952A1B8C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B19C4C0B-5AA3-FA84-AD66-4D7595C3783A}"/>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4102DB63-2A70-67D1-0396-2DBF44909265}"/>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839019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monthly_operating_system_v2_color">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
            <a:extLst>
              <a:ext uri="{FF2B5EF4-FFF2-40B4-BE49-F238E27FC236}">
                <a16:creationId xmlns:a16="http://schemas.microsoft.com/office/drawing/2014/main" id="{03C2C06A-ABC2-65CC-02CB-C15972158C49}"/>
              </a:ext>
            </a:extLst>
          </p:cNvPr>
          <p:cNvSpPr>
            <a:spLocks noGrp="1"/>
          </p:cNvSpPr>
          <p:nvPr>
            <p:ph type="chart" sz="quarter" idx="17"/>
          </p:nvPr>
        </p:nvSpPr>
        <p:spPr>
          <a:xfrm>
            <a:off x="126999" y="1015200"/>
            <a:ext cx="9420225" cy="2962800"/>
          </a:xfrm>
          <a:prstGeom prst="rect">
            <a:avLst/>
          </a:prstGeom>
        </p:spPr>
        <p:txBody>
          <a:bodyPr/>
          <a:lstStyle/>
          <a:p>
            <a:endParaRPr kumimoji="1" lang="ja-JP" altLang="en-US"/>
          </a:p>
        </p:txBody>
      </p:sp>
      <p:sp>
        <p:nvSpPr>
          <p:cNvPr id="2" name="page_title">
            <a:extLst>
              <a:ext uri="{FF2B5EF4-FFF2-40B4-BE49-F238E27FC236}">
                <a16:creationId xmlns:a16="http://schemas.microsoft.com/office/drawing/2014/main" id="{0F4179A5-FD6B-E62E-C47B-D90952A1B8C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B19C4C0B-5AA3-FA84-AD66-4D7595C3783A}"/>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4102DB63-2A70-67D1-0396-2DBF44909265}"/>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table_1">
            <a:extLst>
              <a:ext uri="{FF2B5EF4-FFF2-40B4-BE49-F238E27FC236}">
                <a16:creationId xmlns:a16="http://schemas.microsoft.com/office/drawing/2014/main" id="{7C51354F-D15D-729E-88E8-FCA46F3D1780}"/>
              </a:ext>
            </a:extLst>
          </p:cNvPr>
          <p:cNvSpPr>
            <a:spLocks noGrp="1"/>
          </p:cNvSpPr>
          <p:nvPr>
            <p:ph type="tbl" sz="quarter" idx="12"/>
          </p:nvPr>
        </p:nvSpPr>
        <p:spPr>
          <a:xfrm>
            <a:off x="993600" y="3866400"/>
            <a:ext cx="7920000" cy="972000"/>
          </a:xfrm>
          <a:prstGeom prst="rect">
            <a:avLst/>
          </a:prstGeom>
        </p:spPr>
        <p:txBody>
          <a:bodyPr/>
          <a:lstStyle/>
          <a:p>
            <a:endParaRPr kumimoji="1" lang="ja-JP" altLang="en-US" dirty="0"/>
          </a:p>
        </p:txBody>
      </p:sp>
      <p:sp>
        <p:nvSpPr>
          <p:cNvPr id="8" name="table_2">
            <a:extLst>
              <a:ext uri="{FF2B5EF4-FFF2-40B4-BE49-F238E27FC236}">
                <a16:creationId xmlns:a16="http://schemas.microsoft.com/office/drawing/2014/main" id="{AA8ED2CD-D9EB-763E-7C54-19BF3F6F7E21}"/>
              </a:ext>
            </a:extLst>
          </p:cNvPr>
          <p:cNvSpPr>
            <a:spLocks noGrp="1"/>
          </p:cNvSpPr>
          <p:nvPr>
            <p:ph type="tbl" sz="quarter" idx="16"/>
          </p:nvPr>
        </p:nvSpPr>
        <p:spPr>
          <a:xfrm>
            <a:off x="993600" y="4970308"/>
            <a:ext cx="7920000" cy="972000"/>
          </a:xfrm>
          <a:prstGeom prst="rect">
            <a:avLst/>
          </a:prstGeom>
        </p:spPr>
        <p:txBody>
          <a:bodyPr/>
          <a:lstStyle/>
          <a:p>
            <a:endParaRPr kumimoji="1" lang="ja-JP" altLang="en-US" dirty="0"/>
          </a:p>
        </p:txBody>
      </p:sp>
    </p:spTree>
    <p:extLst>
      <p:ext uri="{BB962C8B-B14F-4D97-AF65-F5344CB8AC3E}">
        <p14:creationId xmlns:p14="http://schemas.microsoft.com/office/powerpoint/2010/main" val="3347919650"/>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gender_v2_color">
    <p:spTree>
      <p:nvGrpSpPr>
        <p:cNvPr id="1" name=""/>
        <p:cNvGrpSpPr/>
        <p:nvPr/>
      </p:nvGrpSpPr>
      <p:grpSpPr>
        <a:xfrm>
          <a:off x="0" y="0"/>
          <a:ext cx="0" cy="0"/>
          <a:chOff x="0" y="0"/>
          <a:chExt cx="0" cy="0"/>
        </a:xfrm>
      </p:grpSpPr>
      <p:sp>
        <p:nvSpPr>
          <p:cNvPr id="10" name="caption_1">
            <a:extLst>
              <a:ext uri="{FF2B5EF4-FFF2-40B4-BE49-F238E27FC236}">
                <a16:creationId xmlns:a16="http://schemas.microsoft.com/office/drawing/2014/main" id="{BE0F1F31-6D21-2BE9-CA52-86800C51D9D5}"/>
              </a:ext>
            </a:extLst>
          </p:cNvPr>
          <p:cNvSpPr>
            <a:spLocks noGrp="1"/>
          </p:cNvSpPr>
          <p:nvPr>
            <p:ph type="body" sz="quarter" idx="44"/>
          </p:nvPr>
        </p:nvSpPr>
        <p:spPr>
          <a:xfrm>
            <a:off x="589399" y="2815200"/>
            <a:ext cx="8784000" cy="183600"/>
          </a:xfrm>
          <a:prstGeom prst="rect">
            <a:avLst/>
          </a:prstGeom>
          <a:noFill/>
        </p:spPr>
        <p:txBody>
          <a:bodyPr anchor="ctr"/>
          <a:lstStyle>
            <a:lvl1pPr marL="0" indent="0" algn="ctr">
              <a:buNone/>
              <a:defRPr sz="1200" b="1">
                <a:solidFill>
                  <a:schemeClr val="tx1"/>
                </a:solidFill>
              </a:defRPr>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B7CD6560-8F19-4C33-A88E-528E07408A2A}"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a:p>
        </p:txBody>
      </p:sp>
      <p:sp>
        <p:nvSpPr>
          <p:cNvPr id="11" name="graph_1">
            <a:extLst>
              <a:ext uri="{FF2B5EF4-FFF2-40B4-BE49-F238E27FC236}">
                <a16:creationId xmlns:a16="http://schemas.microsoft.com/office/drawing/2014/main" id="{03C2C06A-ABC2-65CC-02CB-C15972158C49}"/>
              </a:ext>
            </a:extLst>
          </p:cNvPr>
          <p:cNvSpPr>
            <a:spLocks noGrp="1"/>
          </p:cNvSpPr>
          <p:nvPr>
            <p:ph type="chart" sz="quarter" idx="17"/>
          </p:nvPr>
        </p:nvSpPr>
        <p:spPr>
          <a:xfrm>
            <a:off x="589400" y="1123200"/>
            <a:ext cx="8784000" cy="1681200"/>
          </a:xfrm>
          <a:prstGeom prst="rect">
            <a:avLst/>
          </a:prstGeom>
        </p:spPr>
        <p:txBody>
          <a:bodyPr/>
          <a:lstStyle/>
          <a:p>
            <a:endParaRPr kumimoji="1" lang="ja-JP" altLang="en-US" dirty="0"/>
          </a:p>
        </p:txBody>
      </p:sp>
      <p:sp>
        <p:nvSpPr>
          <p:cNvPr id="2" name="page_title">
            <a:extLst>
              <a:ext uri="{FF2B5EF4-FFF2-40B4-BE49-F238E27FC236}">
                <a16:creationId xmlns:a16="http://schemas.microsoft.com/office/drawing/2014/main" id="{0F4179A5-FD6B-E62E-C47B-D90952A1B8CF}"/>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B19C4C0B-5AA3-FA84-AD66-4D7595C3783A}"/>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4102DB63-2A70-67D1-0396-2DBF44909265}"/>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6" name="graph_2">
            <a:extLst>
              <a:ext uri="{FF2B5EF4-FFF2-40B4-BE49-F238E27FC236}">
                <a16:creationId xmlns:a16="http://schemas.microsoft.com/office/drawing/2014/main" id="{4DC2FE96-C376-96AE-284E-32567A608B0F}"/>
              </a:ext>
            </a:extLst>
          </p:cNvPr>
          <p:cNvSpPr>
            <a:spLocks noGrp="1"/>
          </p:cNvSpPr>
          <p:nvPr>
            <p:ph type="chart" sz="quarter" idx="43"/>
          </p:nvPr>
        </p:nvSpPr>
        <p:spPr>
          <a:xfrm>
            <a:off x="75600" y="3697200"/>
            <a:ext cx="9298800" cy="2952000"/>
          </a:xfrm>
          <a:prstGeom prst="rect">
            <a:avLst/>
          </a:prstGeom>
        </p:spPr>
        <p:txBody>
          <a:bodyPr/>
          <a:lstStyle/>
          <a:p>
            <a:endParaRPr kumimoji="1" lang="ja-JP" altLang="en-US"/>
          </a:p>
        </p:txBody>
      </p:sp>
      <p:sp>
        <p:nvSpPr>
          <p:cNvPr id="8" name="caption_2">
            <a:extLst>
              <a:ext uri="{FF2B5EF4-FFF2-40B4-BE49-F238E27FC236}">
                <a16:creationId xmlns:a16="http://schemas.microsoft.com/office/drawing/2014/main" id="{840F6343-45B9-02E4-3031-52A0B8F6D334}"/>
              </a:ext>
            </a:extLst>
          </p:cNvPr>
          <p:cNvSpPr>
            <a:spLocks noGrp="1"/>
          </p:cNvSpPr>
          <p:nvPr>
            <p:ph type="body" sz="quarter" idx="20"/>
          </p:nvPr>
        </p:nvSpPr>
        <p:spPr>
          <a:xfrm>
            <a:off x="5522400" y="6148800"/>
            <a:ext cx="3841200" cy="176400"/>
          </a:xfrm>
          <a:prstGeom prst="rect">
            <a:avLst/>
          </a:prstGeom>
        </p:spPr>
        <p:txBody>
          <a:bodyPr lIns="90000" anchor="ctr" anchorCtr="0"/>
          <a:lstStyle>
            <a:lvl1pPr marL="0" indent="0" algn="r">
              <a:spcBef>
                <a:spcPts val="0"/>
              </a:spcBef>
              <a:buNone/>
              <a:defRPr sz="900">
                <a:latin typeface="+mn-lt"/>
              </a:defRPr>
            </a:lvl1pPr>
          </a:lstStyle>
          <a:p>
            <a:pPr lvl="0"/>
            <a:endParaRPr kumimoji="1" lang="ja-JP" altLang="en-US" dirty="0"/>
          </a:p>
        </p:txBody>
      </p:sp>
    </p:spTree>
    <p:extLst>
      <p:ext uri="{BB962C8B-B14F-4D97-AF65-F5344CB8AC3E}">
        <p14:creationId xmlns:p14="http://schemas.microsoft.com/office/powerpoint/2010/main" val="2061085957"/>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page_v2_color">
    <p:spTree>
      <p:nvGrpSpPr>
        <p:cNvPr id="1" name=""/>
        <p:cNvGrpSpPr/>
        <p:nvPr/>
      </p:nvGrpSpPr>
      <p:grpSpPr>
        <a:xfrm>
          <a:off x="0" y="0"/>
          <a:ext cx="0" cy="0"/>
          <a:chOff x="0" y="0"/>
          <a:chExt cx="0" cy="0"/>
        </a:xfrm>
      </p:grpSpPr>
      <p:sp>
        <p:nvSpPr>
          <p:cNvPr id="16" name="graph">
            <a:extLst>
              <a:ext uri="{FF2B5EF4-FFF2-40B4-BE49-F238E27FC236}">
                <a16:creationId xmlns:a16="http://schemas.microsoft.com/office/drawing/2014/main" id="{DC684F38-FA4C-189F-27EC-6E47786EE7C5}"/>
              </a:ext>
            </a:extLst>
          </p:cNvPr>
          <p:cNvSpPr>
            <a:spLocks noGrp="1"/>
          </p:cNvSpPr>
          <p:nvPr>
            <p:ph type="chart" sz="quarter" idx="11"/>
          </p:nvPr>
        </p:nvSpPr>
        <p:spPr>
          <a:xfrm>
            <a:off x="4316400" y="1371600"/>
            <a:ext cx="4636800" cy="3888000"/>
          </a:xfrm>
          <a:prstGeom prst="rect">
            <a:avLst/>
          </a:prstGeom>
        </p:spPr>
        <p:txBody>
          <a:bodyPr/>
          <a:lstStyle/>
          <a:p>
            <a:endParaRPr kumimoji="1" lang="ja-JP" altLang="en-US"/>
          </a:p>
        </p:txBody>
      </p:sp>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0" y="977898"/>
            <a:ext cx="3312000" cy="5400000"/>
          </a:xfrm>
          <a:prstGeom prst="rect">
            <a:avLst/>
          </a:prstGeom>
        </p:spPr>
        <p:txBody>
          <a:bodyPr/>
          <a:lstStyle/>
          <a:p>
            <a:endParaRPr kumimoji="1" lang="ja-JP" altLang="en-US"/>
          </a:p>
        </p:txBody>
      </p:sp>
      <p:sp>
        <p:nvSpPr>
          <p:cNvPr id="5" name="text">
            <a:extLst>
              <a:ext uri="{FF2B5EF4-FFF2-40B4-BE49-F238E27FC236}">
                <a16:creationId xmlns:a16="http://schemas.microsoft.com/office/drawing/2014/main" id="{8B179825-D85A-3591-2DEA-6714A3A62917}"/>
              </a:ext>
            </a:extLst>
          </p:cNvPr>
          <p:cNvSpPr>
            <a:spLocks noGrp="1"/>
          </p:cNvSpPr>
          <p:nvPr>
            <p:ph type="body" sz="quarter" idx="14"/>
          </p:nvPr>
        </p:nvSpPr>
        <p:spPr>
          <a:xfrm>
            <a:off x="5209200" y="5504400"/>
            <a:ext cx="3840161" cy="592000"/>
          </a:xfrm>
          <a:prstGeom prst="rect">
            <a:avLst/>
          </a:prstGeom>
        </p:spPr>
        <p:txBody>
          <a:bodyPr/>
          <a:lstStyle>
            <a:lvl1pPr marL="0" indent="0">
              <a:spcBef>
                <a:spcPts val="0"/>
              </a:spcBef>
              <a:buNone/>
              <a:defRPr sz="1000">
                <a:latin typeface="+mj-lt"/>
              </a:defRPr>
            </a:lvl1pPr>
          </a:lstStyle>
          <a:p>
            <a:pPr lvl="0"/>
            <a:endParaRPr kumimoji="1" lang="ja-JP" altLang="en-US" dirty="0"/>
          </a:p>
        </p:txBody>
      </p:sp>
      <p:sp>
        <p:nvSpPr>
          <p:cNvPr id="3" name="スライド番号プレースホルダー 2">
            <a:extLst>
              <a:ext uri="{FF2B5EF4-FFF2-40B4-BE49-F238E27FC236}">
                <a16:creationId xmlns:a16="http://schemas.microsoft.com/office/drawing/2014/main" id="{56388462-34E5-CB04-36C6-48EBEAE0D773}"/>
              </a:ext>
            </a:extLst>
          </p:cNvPr>
          <p:cNvSpPr>
            <a:spLocks noGrp="1"/>
          </p:cNvSpPr>
          <p:nvPr>
            <p:ph type="sldNum" sz="quarter" idx="15"/>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22DB8A0F-A954-6C2A-B056-AA11151234A4}"/>
              </a:ext>
            </a:extLst>
          </p:cNvPr>
          <p:cNvSpPr>
            <a:spLocks noGrp="1"/>
          </p:cNvSpPr>
          <p:nvPr>
            <p:ph type="dt" sz="half" idx="16"/>
          </p:nvPr>
        </p:nvSpPr>
        <p:spPr>
          <a:xfrm>
            <a:off x="681038" y="6356350"/>
            <a:ext cx="2228850" cy="365125"/>
          </a:xfrm>
          <a:prstGeom prst="rect">
            <a:avLst/>
          </a:prstGeom>
        </p:spPr>
        <p:txBody>
          <a:bodyPr/>
          <a:lstStyle/>
          <a:p>
            <a:fld id="{1C9646CF-3BA8-49D2-9054-9691A53BA7F2}" type="datetime1">
              <a:rPr kumimoji="1" lang="ja-JP" altLang="en-US" smtClean="0"/>
              <a:t>2025/7/30</a:t>
            </a:fld>
            <a:endParaRPr kumimoji="1" lang="ja-JP" altLang="en-US"/>
          </a:p>
        </p:txBody>
      </p:sp>
      <p:sp>
        <p:nvSpPr>
          <p:cNvPr id="6" name="フッター プレースホルダー 5">
            <a:extLst>
              <a:ext uri="{FF2B5EF4-FFF2-40B4-BE49-F238E27FC236}">
                <a16:creationId xmlns:a16="http://schemas.microsoft.com/office/drawing/2014/main" id="{4D3E658A-4A6C-14B3-41DB-BBBE3374E5FC}"/>
              </a:ext>
            </a:extLst>
          </p:cNvPr>
          <p:cNvSpPr>
            <a:spLocks noGrp="1"/>
          </p:cNvSpPr>
          <p:nvPr>
            <p:ph type="ftr" sz="quarter" idx="17"/>
          </p:nvPr>
        </p:nvSpPr>
        <p:spPr/>
        <p:txBody>
          <a:bodyPr/>
          <a:lstStyle/>
          <a:p>
            <a:endParaRPr kumimoji="1" lang="ja-JP" altLang="en-US"/>
          </a:p>
        </p:txBody>
      </p:sp>
      <p:sp>
        <p:nvSpPr>
          <p:cNvPr id="7" name="page_title">
            <a:extLst>
              <a:ext uri="{FF2B5EF4-FFF2-40B4-BE49-F238E27FC236}">
                <a16:creationId xmlns:a16="http://schemas.microsoft.com/office/drawing/2014/main" id="{4EC5F3E6-6EA4-281E-8F8B-B4833AEFAFA8}"/>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9" name="date">
            <a:extLst>
              <a:ext uri="{FF2B5EF4-FFF2-40B4-BE49-F238E27FC236}">
                <a16:creationId xmlns:a16="http://schemas.microsoft.com/office/drawing/2014/main" id="{FFB647DC-D5FF-4C01-359C-563A5BAB6994}"/>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10" name="connector_1">
            <a:extLst>
              <a:ext uri="{FF2B5EF4-FFF2-40B4-BE49-F238E27FC236}">
                <a16:creationId xmlns:a16="http://schemas.microsoft.com/office/drawing/2014/main" id="{677E3D86-082C-186A-E240-1DFAC054146F}"/>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1881604"/>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ummary_key_event_v2_color">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9401" y="1041403"/>
            <a:ext cx="8726710" cy="5423858"/>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dirty="0"/>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4147127" y="6376699"/>
            <a:ext cx="5237020" cy="230832"/>
          </a:xfrm>
          <a:prstGeom prst="rect">
            <a:avLst/>
          </a:prstGeom>
          <a:noFill/>
        </p:spPr>
        <p:txBody>
          <a:bodyPr wrap="square" rtlCol="0">
            <a:spAutoFit/>
          </a:bodyPr>
          <a:lstStyle/>
          <a:p>
            <a:pPr algn="l"/>
            <a:endParaRPr kumimoji="1" lang="ja-JP" altLang="en-US" sz="900" b="0" dirty="0"/>
          </a:p>
        </p:txBody>
      </p:sp>
      <p:sp>
        <p:nvSpPr>
          <p:cNvPr id="2" name="page_title">
            <a:extLst>
              <a:ext uri="{FF2B5EF4-FFF2-40B4-BE49-F238E27FC236}">
                <a16:creationId xmlns:a16="http://schemas.microsoft.com/office/drawing/2014/main" id="{3583448C-7745-4E92-9EEF-A2E5FCE4F914}"/>
              </a:ext>
            </a:extLst>
          </p:cNvPr>
          <p:cNvSpPr>
            <a:spLocks noGrp="1"/>
          </p:cNvSpPr>
          <p:nvPr>
            <p:ph type="body" sz="quarter" idx="41"/>
          </p:nvPr>
        </p:nvSpPr>
        <p:spPr>
          <a:xfrm>
            <a:off x="468000" y="360000"/>
            <a:ext cx="7642225" cy="244800"/>
          </a:xfrm>
          <a:prstGeom prst="rect">
            <a:avLst/>
          </a:prstGeom>
          <a:noFill/>
        </p:spPr>
        <p:txBody>
          <a:bodyPr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ADFB14D5-B044-A1A6-E858-7D20E928805B}"/>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F148CED4-7D5B-C0AF-262C-EFB3853553D1}"/>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7767940"/>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summary_appendix_1">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dirty="0"/>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4147127" y="6376699"/>
            <a:ext cx="5237020" cy="230832"/>
          </a:xfrm>
          <a:prstGeom prst="rect">
            <a:avLst/>
          </a:prstGeom>
          <a:noFill/>
        </p:spPr>
        <p:txBody>
          <a:bodyPr wrap="square" rtlCol="0">
            <a:spAutoFit/>
          </a:bodyPr>
          <a:lstStyle/>
          <a:p>
            <a:pPr algn="l"/>
            <a:endParaRPr kumimoji="1" lang="ja-JP" altLang="en-US" sz="900" b="0" dirty="0"/>
          </a:p>
        </p:txBody>
      </p:sp>
      <p:sp>
        <p:nvSpPr>
          <p:cNvPr id="2" name="page_title">
            <a:extLst>
              <a:ext uri="{FF2B5EF4-FFF2-40B4-BE49-F238E27FC236}">
                <a16:creationId xmlns:a16="http://schemas.microsoft.com/office/drawing/2014/main" id="{3583448C-7745-4E92-9EEF-A2E5FCE4F914}"/>
              </a:ext>
            </a:extLst>
          </p:cNvPr>
          <p:cNvSpPr>
            <a:spLocks noGrp="1"/>
          </p:cNvSpPr>
          <p:nvPr>
            <p:ph type="body" sz="quarter" idx="41"/>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ADFB14D5-B044-A1A6-E858-7D20E928805B}"/>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F148CED4-7D5B-C0AF-262C-EFB3853553D1}"/>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テキスト プレースホルダー 21">
            <a:extLst>
              <a:ext uri="{FF2B5EF4-FFF2-40B4-BE49-F238E27FC236}">
                <a16:creationId xmlns:a16="http://schemas.microsoft.com/office/drawing/2014/main" id="{EDCDDBEF-3B8A-A38B-BAE3-D28F1BF268AB}"/>
              </a:ext>
            </a:extLst>
          </p:cNvPr>
          <p:cNvSpPr txBox="1">
            <a:spLocks/>
          </p:cNvSpPr>
          <p:nvPr userDrawn="1"/>
        </p:nvSpPr>
        <p:spPr>
          <a:xfrm>
            <a:off x="589400" y="4419990"/>
            <a:ext cx="7735298" cy="223331"/>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ja-JP" altLang="en-US" sz="1300" b="1" dirty="0">
              <a:latin typeface="Yu Gothic" panose="020B0400000000000000" pitchFamily="34" charset="-128"/>
              <a:ea typeface="Yu Gothic" panose="020B0400000000000000" pitchFamily="34" charset="-128"/>
            </a:endParaRPr>
          </a:p>
        </p:txBody>
      </p:sp>
      <p:cxnSp>
        <p:nvCxnSpPr>
          <p:cNvPr id="14" name="connector_2">
            <a:extLst>
              <a:ext uri="{FF2B5EF4-FFF2-40B4-BE49-F238E27FC236}">
                <a16:creationId xmlns:a16="http://schemas.microsoft.com/office/drawing/2014/main" id="{6604C183-CDD3-64A1-E51F-D816C9A95440}"/>
              </a:ext>
            </a:extLst>
          </p:cNvPr>
          <p:cNvCxnSpPr>
            <a:cxnSpLocks noGrp="1" noRot="1" noMove="1" noResize="1" noEditPoints="1" noAdjustHandles="1" noChangeArrowheads="1" noChangeShapeType="1"/>
          </p:cNvCxnSpPr>
          <p:nvPr userDrawn="1"/>
        </p:nvCxnSpPr>
        <p:spPr>
          <a:xfrm>
            <a:off x="586409" y="4058162"/>
            <a:ext cx="8826062"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able">
            <a:extLst>
              <a:ext uri="{FF2B5EF4-FFF2-40B4-BE49-F238E27FC236}">
                <a16:creationId xmlns:a16="http://schemas.microsoft.com/office/drawing/2014/main" id="{09427E3C-0D5E-A40C-919C-40BE7B21EB56}"/>
              </a:ext>
            </a:extLst>
          </p:cNvPr>
          <p:cNvSpPr>
            <a:spLocks noGrp="1"/>
          </p:cNvSpPr>
          <p:nvPr>
            <p:ph type="tbl" sz="quarter" idx="12"/>
          </p:nvPr>
        </p:nvSpPr>
        <p:spPr>
          <a:xfrm>
            <a:off x="586800" y="1404000"/>
            <a:ext cx="8820000" cy="1602000"/>
          </a:xfrm>
          <a:prstGeom prst="rect">
            <a:avLst/>
          </a:prstGeom>
        </p:spPr>
        <p:txBody>
          <a:bodyPr/>
          <a:lstStyle/>
          <a:p>
            <a:endParaRPr kumimoji="1" lang="ja-JP" altLang="en-US"/>
          </a:p>
        </p:txBody>
      </p:sp>
      <p:sp>
        <p:nvSpPr>
          <p:cNvPr id="19" name="img">
            <a:extLst>
              <a:ext uri="{FF2B5EF4-FFF2-40B4-BE49-F238E27FC236}">
                <a16:creationId xmlns:a16="http://schemas.microsoft.com/office/drawing/2014/main" id="{32A42866-DBE7-90A3-CAAB-DB1763C44153}"/>
              </a:ext>
            </a:extLst>
          </p:cNvPr>
          <p:cNvSpPr>
            <a:spLocks noGrp="1"/>
          </p:cNvSpPr>
          <p:nvPr>
            <p:ph type="pic" sz="quarter" idx="26"/>
          </p:nvPr>
        </p:nvSpPr>
        <p:spPr>
          <a:xfrm>
            <a:off x="4518000" y="4485600"/>
            <a:ext cx="4888800" cy="1713600"/>
          </a:xfrm>
          <a:prstGeom prst="rect">
            <a:avLst/>
          </a:prstGeom>
        </p:spPr>
        <p:txBody>
          <a:bodyPr/>
          <a:lstStyle/>
          <a:p>
            <a:endParaRPr kumimoji="1" lang="ja-JP" altLang="en-US" dirty="0"/>
          </a:p>
        </p:txBody>
      </p:sp>
      <p:sp>
        <p:nvSpPr>
          <p:cNvPr id="20" name="text_3">
            <a:extLst>
              <a:ext uri="{FF2B5EF4-FFF2-40B4-BE49-F238E27FC236}">
                <a16:creationId xmlns:a16="http://schemas.microsoft.com/office/drawing/2014/main" id="{DF598C0B-34C6-4645-F89B-A29C8F4CDA9C}"/>
              </a:ext>
            </a:extLst>
          </p:cNvPr>
          <p:cNvSpPr>
            <a:spLocks noGrp="1"/>
          </p:cNvSpPr>
          <p:nvPr>
            <p:ph type="body" sz="quarter" idx="27"/>
          </p:nvPr>
        </p:nvSpPr>
        <p:spPr>
          <a:xfrm>
            <a:off x="586800" y="4384800"/>
            <a:ext cx="7736400" cy="223200"/>
          </a:xfrm>
          <a:prstGeom prst="rect">
            <a:avLst/>
          </a:prstGeom>
        </p:spPr>
        <p:txBody>
          <a:bodyPr lIns="0" tIns="0" rIns="0" bIns="0" anchor="ctr"/>
          <a:lstStyle>
            <a:lvl1pPr marL="0" indent="0" algn="l">
              <a:buNone/>
              <a:defRPr sz="1300" b="1">
                <a:latin typeface="Arial" panose="020B0604020202020204" pitchFamily="34" charset="0"/>
                <a:cs typeface="Arial" panose="020B0604020202020204" pitchFamily="34" charset="0"/>
              </a:defRPr>
            </a:lvl1pPr>
          </a:lstStyle>
          <a:p>
            <a:pPr lvl="0"/>
            <a:endParaRPr kumimoji="1" lang="ja-JP" altLang="en-US" dirty="0"/>
          </a:p>
        </p:txBody>
      </p:sp>
      <p:sp>
        <p:nvSpPr>
          <p:cNvPr id="21" name="text_1">
            <a:extLst>
              <a:ext uri="{FF2B5EF4-FFF2-40B4-BE49-F238E27FC236}">
                <a16:creationId xmlns:a16="http://schemas.microsoft.com/office/drawing/2014/main" id="{BDB4C162-0ECC-64A0-919A-CBEC24229DC2}"/>
              </a:ext>
            </a:extLst>
          </p:cNvPr>
          <p:cNvSpPr>
            <a:spLocks noGrp="1"/>
          </p:cNvSpPr>
          <p:nvPr>
            <p:ph type="body" sz="quarter" idx="19"/>
          </p:nvPr>
        </p:nvSpPr>
        <p:spPr>
          <a:xfrm>
            <a:off x="586800" y="1058400"/>
            <a:ext cx="9133200" cy="154800"/>
          </a:xfrm>
          <a:prstGeom prst="rect">
            <a:avLst/>
          </a:prstGeom>
        </p:spPr>
        <p:txBody>
          <a:bodyPr lIns="0" tIns="0" rIns="0" bIns="0" anchor="t" anchorCtr="0"/>
          <a:lstStyle>
            <a:lvl1pPr marL="0" indent="0" algn="l">
              <a:buNone/>
              <a:defRPr sz="1000" b="0"/>
            </a:lvl1pPr>
          </a:lstStyle>
          <a:p>
            <a:pPr lvl="0"/>
            <a:endParaRPr kumimoji="1" lang="ja-JP" altLang="en-US" dirty="0"/>
          </a:p>
        </p:txBody>
      </p:sp>
      <p:sp>
        <p:nvSpPr>
          <p:cNvPr id="22" name="text_4">
            <a:extLst>
              <a:ext uri="{FF2B5EF4-FFF2-40B4-BE49-F238E27FC236}">
                <a16:creationId xmlns:a16="http://schemas.microsoft.com/office/drawing/2014/main" id="{445306C1-0F50-04B6-F5A7-4521DC15D442}"/>
              </a:ext>
            </a:extLst>
          </p:cNvPr>
          <p:cNvSpPr>
            <a:spLocks noGrp="1"/>
          </p:cNvSpPr>
          <p:nvPr>
            <p:ph type="body" sz="quarter" idx="43"/>
          </p:nvPr>
        </p:nvSpPr>
        <p:spPr>
          <a:xfrm>
            <a:off x="590400" y="4734000"/>
            <a:ext cx="3546000" cy="1134000"/>
          </a:xfrm>
          <a:prstGeom prst="rect">
            <a:avLst/>
          </a:prstGeom>
        </p:spPr>
        <p:txBody>
          <a:bodyPr lIns="0" tIns="0" rIns="0" bIns="0" anchor="t" anchorCtr="0"/>
          <a:lstStyle>
            <a:lvl1pPr marL="0" indent="0" algn="l">
              <a:buNone/>
              <a:defRPr sz="1000" b="0"/>
            </a:lvl1pPr>
          </a:lstStyle>
          <a:p>
            <a:pPr lvl="0"/>
            <a:endParaRPr kumimoji="1" lang="ja-JP" altLang="en-US" dirty="0"/>
          </a:p>
        </p:txBody>
      </p:sp>
      <p:sp>
        <p:nvSpPr>
          <p:cNvPr id="23" name="text_2">
            <a:extLst>
              <a:ext uri="{FF2B5EF4-FFF2-40B4-BE49-F238E27FC236}">
                <a16:creationId xmlns:a16="http://schemas.microsoft.com/office/drawing/2014/main" id="{8F899A14-0ACD-ECE3-5304-12A0D01B96EE}"/>
              </a:ext>
            </a:extLst>
          </p:cNvPr>
          <p:cNvSpPr>
            <a:spLocks noGrp="1"/>
          </p:cNvSpPr>
          <p:nvPr>
            <p:ph type="body" sz="quarter" idx="44"/>
          </p:nvPr>
        </p:nvSpPr>
        <p:spPr>
          <a:xfrm>
            <a:off x="586800" y="3276000"/>
            <a:ext cx="9133200" cy="439200"/>
          </a:xfrm>
          <a:prstGeom prst="rect">
            <a:avLst/>
          </a:prstGeom>
        </p:spPr>
        <p:txBody>
          <a:bodyPr lIns="0" tIns="0" rIns="0" bIns="0" anchor="t" anchorCtr="0"/>
          <a:lstStyle>
            <a:lvl1pPr marL="0" indent="0" algn="l">
              <a:buNone/>
              <a:defRPr sz="1000" b="0"/>
            </a:lvl1pPr>
          </a:lstStyle>
          <a:p>
            <a:pPr lvl="0"/>
            <a:endParaRPr kumimoji="1" lang="ja-JP" altLang="en-US" dirty="0"/>
          </a:p>
        </p:txBody>
      </p:sp>
    </p:spTree>
    <p:extLst>
      <p:ext uri="{BB962C8B-B14F-4D97-AF65-F5344CB8AC3E}">
        <p14:creationId xmlns:p14="http://schemas.microsoft.com/office/powerpoint/2010/main" val="404192123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summary_appendix_2">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6800" y="1285200"/>
            <a:ext cx="8784000" cy="5270400"/>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dirty="0"/>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4147127" y="6376699"/>
            <a:ext cx="5237020" cy="230832"/>
          </a:xfrm>
          <a:prstGeom prst="rect">
            <a:avLst/>
          </a:prstGeom>
          <a:noFill/>
        </p:spPr>
        <p:txBody>
          <a:bodyPr wrap="square" rtlCol="0">
            <a:spAutoFit/>
          </a:bodyPr>
          <a:lstStyle/>
          <a:p>
            <a:pPr algn="l"/>
            <a:endParaRPr kumimoji="1" lang="ja-JP" altLang="en-US" sz="900" b="0" dirty="0"/>
          </a:p>
        </p:txBody>
      </p:sp>
      <p:sp>
        <p:nvSpPr>
          <p:cNvPr id="2" name="page_title">
            <a:extLst>
              <a:ext uri="{FF2B5EF4-FFF2-40B4-BE49-F238E27FC236}">
                <a16:creationId xmlns:a16="http://schemas.microsoft.com/office/drawing/2014/main" id="{3583448C-7745-4E92-9EEF-A2E5FCE4F914}"/>
              </a:ext>
            </a:extLst>
          </p:cNvPr>
          <p:cNvSpPr>
            <a:spLocks noGrp="1"/>
          </p:cNvSpPr>
          <p:nvPr>
            <p:ph type="body" sz="quarter" idx="41"/>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ADFB14D5-B044-A1A6-E858-7D20E928805B}"/>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F148CED4-7D5B-C0AF-262C-EFB3853553D1}"/>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able_title">
            <a:extLst>
              <a:ext uri="{FF2B5EF4-FFF2-40B4-BE49-F238E27FC236}">
                <a16:creationId xmlns:a16="http://schemas.microsoft.com/office/drawing/2014/main" id="{EEE55AFF-6CB1-A19D-B775-09420657C117}"/>
              </a:ext>
            </a:extLst>
          </p:cNvPr>
          <p:cNvSpPr>
            <a:spLocks noGrp="1"/>
          </p:cNvSpPr>
          <p:nvPr>
            <p:ph type="body" sz="quarter" idx="10"/>
          </p:nvPr>
        </p:nvSpPr>
        <p:spPr>
          <a:xfrm>
            <a:off x="586800" y="950400"/>
            <a:ext cx="8823600" cy="291600"/>
          </a:xfrm>
          <a:prstGeom prst="rect">
            <a:avLst/>
          </a:prstGeom>
          <a:solidFill>
            <a:srgbClr val="0017C1"/>
          </a:solidFill>
        </p:spPr>
        <p:txBody>
          <a:bodyPr anchor="ctr"/>
          <a:lstStyle>
            <a:lvl1pPr marL="0" indent="0">
              <a:buNone/>
              <a:defRPr sz="950" b="1">
                <a:solidFill>
                  <a:schemeClr val="bg1"/>
                </a:solidFill>
              </a:defRPr>
            </a:lvl1pPr>
          </a:lstStyle>
          <a:p>
            <a:pPr lvl="0"/>
            <a:endParaRPr kumimoji="1" lang="ja-JP" altLang="en-US" dirty="0"/>
          </a:p>
        </p:txBody>
      </p:sp>
    </p:spTree>
    <p:extLst>
      <p:ext uri="{BB962C8B-B14F-4D97-AF65-F5344CB8AC3E}">
        <p14:creationId xmlns:p14="http://schemas.microsoft.com/office/powerpoint/2010/main" val="30987577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summary_appendix_3">
    <p:spTree>
      <p:nvGrpSpPr>
        <p:cNvPr id="1" name=""/>
        <p:cNvGrpSpPr/>
        <p:nvPr/>
      </p:nvGrpSpPr>
      <p:grpSpPr>
        <a:xfrm>
          <a:off x="0" y="0"/>
          <a:ext cx="0" cy="0"/>
          <a:chOff x="0" y="0"/>
          <a:chExt cx="0" cy="0"/>
        </a:xfrm>
      </p:grpSpPr>
      <p:sp>
        <p:nvSpPr>
          <p:cNvPr id="18" name="table">
            <a:extLst>
              <a:ext uri="{FF2B5EF4-FFF2-40B4-BE49-F238E27FC236}">
                <a16:creationId xmlns:a16="http://schemas.microsoft.com/office/drawing/2014/main" id="{7D53968A-7B37-A22B-F9C1-A55C8D59DCA4}"/>
              </a:ext>
            </a:extLst>
          </p:cNvPr>
          <p:cNvSpPr>
            <a:spLocks noGrp="1"/>
          </p:cNvSpPr>
          <p:nvPr>
            <p:ph type="tbl" sz="quarter" idx="12"/>
          </p:nvPr>
        </p:nvSpPr>
        <p:spPr>
          <a:xfrm>
            <a:off x="586800" y="2250000"/>
            <a:ext cx="8823600" cy="4100400"/>
          </a:xfrm>
          <a:prstGeom prst="rect">
            <a:avLst/>
          </a:prstGeom>
        </p:spPr>
        <p:txBody>
          <a:bodyPr/>
          <a:lstStyle/>
          <a:p>
            <a:endParaRPr kumimoji="1" lang="ja-JP" altLang="en-US"/>
          </a:p>
        </p:txBody>
      </p:sp>
      <p:sp>
        <p:nvSpPr>
          <p:cNvPr id="3" name="スライド番号プレースホルダー 2">
            <a:extLst>
              <a:ext uri="{FF2B5EF4-FFF2-40B4-BE49-F238E27FC236}">
                <a16:creationId xmlns:a16="http://schemas.microsoft.com/office/drawing/2014/main" id="{51950E5F-94AC-E32F-7024-F4969657816D}"/>
              </a:ext>
            </a:extLst>
          </p:cNvPr>
          <p:cNvSpPr>
            <a:spLocks noGrp="1"/>
          </p:cNvSpPr>
          <p:nvPr>
            <p:ph type="sldNum" sz="quarter" idx="13"/>
          </p:nvPr>
        </p:nvSpPr>
        <p:spPr>
          <a:xfrm>
            <a:off x="7560000" y="6356350"/>
            <a:ext cx="2228850" cy="365125"/>
          </a:xfrm>
          <a:prstGeom prst="rect">
            <a:avLst/>
          </a:prstGeom>
        </p:spPr>
        <p:txBody>
          <a:bodyPr/>
          <a:lstStyle>
            <a:lvl1pPr>
              <a:defRPr sz="900"/>
            </a:lvl1pPr>
          </a:lstStyle>
          <a:p>
            <a:fld id="{93BF14CA-2582-4BFF-825A-396A65C60C80}" type="slidenum">
              <a:rPr lang="ja-JP" altLang="en-US" smtClean="0"/>
              <a:pPr/>
              <a:t>‹#›</a:t>
            </a:fld>
            <a:endParaRPr lang="ja-JP" altLang="en-US" dirty="0"/>
          </a:p>
        </p:txBody>
      </p:sp>
      <p:sp>
        <p:nvSpPr>
          <p:cNvPr id="4" name="日付プレースホルダー 3">
            <a:extLst>
              <a:ext uri="{FF2B5EF4-FFF2-40B4-BE49-F238E27FC236}">
                <a16:creationId xmlns:a16="http://schemas.microsoft.com/office/drawing/2014/main" id="{CC1BB9EB-055D-95E1-822E-94105F2F108F}"/>
              </a:ext>
            </a:extLst>
          </p:cNvPr>
          <p:cNvSpPr>
            <a:spLocks noGrp="1"/>
          </p:cNvSpPr>
          <p:nvPr>
            <p:ph type="dt" sz="half" idx="14"/>
          </p:nvPr>
        </p:nvSpPr>
        <p:spPr>
          <a:xfrm>
            <a:off x="681038" y="6356350"/>
            <a:ext cx="2228850" cy="365125"/>
          </a:xfrm>
          <a:prstGeom prst="rect">
            <a:avLst/>
          </a:prstGeom>
        </p:spPr>
        <p:txBody>
          <a:bodyPr/>
          <a:lstStyle/>
          <a:p>
            <a:fld id="{36934982-E5C8-4722-85BA-959C38E66643}" type="datetime1">
              <a:rPr kumimoji="1" lang="ja-JP" altLang="en-US" smtClean="0"/>
              <a:t>2025/7/30</a:t>
            </a:fld>
            <a:endParaRPr kumimoji="1" lang="ja-JP" altLang="en-US"/>
          </a:p>
        </p:txBody>
      </p:sp>
      <p:sp>
        <p:nvSpPr>
          <p:cNvPr id="5" name="フッター プレースホルダー 4">
            <a:extLst>
              <a:ext uri="{FF2B5EF4-FFF2-40B4-BE49-F238E27FC236}">
                <a16:creationId xmlns:a16="http://schemas.microsoft.com/office/drawing/2014/main" id="{5A9E4372-9703-3BB7-637D-2CEAFC20C782}"/>
              </a:ext>
            </a:extLst>
          </p:cNvPr>
          <p:cNvSpPr>
            <a:spLocks noGrp="1"/>
          </p:cNvSpPr>
          <p:nvPr>
            <p:ph type="ftr" sz="quarter" idx="15"/>
          </p:nvPr>
        </p:nvSpPr>
        <p:spPr/>
        <p:txBody>
          <a:bodyPr/>
          <a:lstStyle/>
          <a:p>
            <a:endParaRPr kumimoji="1" lang="ja-JP" altLang="en-US" dirty="0"/>
          </a:p>
        </p:txBody>
      </p:sp>
      <p:sp>
        <p:nvSpPr>
          <p:cNvPr id="6" name="caption">
            <a:extLst>
              <a:ext uri="{FF2B5EF4-FFF2-40B4-BE49-F238E27FC236}">
                <a16:creationId xmlns:a16="http://schemas.microsoft.com/office/drawing/2014/main" id="{F38B5430-442A-A8AA-2276-5B3F850614B7}"/>
              </a:ext>
            </a:extLst>
          </p:cNvPr>
          <p:cNvSpPr txBox="1"/>
          <p:nvPr userDrawn="1"/>
        </p:nvSpPr>
        <p:spPr>
          <a:xfrm>
            <a:off x="4147127" y="6376699"/>
            <a:ext cx="5237020" cy="230832"/>
          </a:xfrm>
          <a:prstGeom prst="rect">
            <a:avLst/>
          </a:prstGeom>
          <a:noFill/>
        </p:spPr>
        <p:txBody>
          <a:bodyPr wrap="square" rtlCol="0">
            <a:spAutoFit/>
          </a:bodyPr>
          <a:lstStyle/>
          <a:p>
            <a:pPr algn="l"/>
            <a:endParaRPr kumimoji="1" lang="ja-JP" altLang="en-US" sz="900" b="0" dirty="0"/>
          </a:p>
        </p:txBody>
      </p:sp>
      <p:sp>
        <p:nvSpPr>
          <p:cNvPr id="2" name="page_title">
            <a:extLst>
              <a:ext uri="{FF2B5EF4-FFF2-40B4-BE49-F238E27FC236}">
                <a16:creationId xmlns:a16="http://schemas.microsoft.com/office/drawing/2014/main" id="{3583448C-7745-4E92-9EEF-A2E5FCE4F914}"/>
              </a:ext>
            </a:extLst>
          </p:cNvPr>
          <p:cNvSpPr>
            <a:spLocks noGrp="1"/>
          </p:cNvSpPr>
          <p:nvPr>
            <p:ph type="body" sz="quarter" idx="41"/>
          </p:nvPr>
        </p:nvSpPr>
        <p:spPr>
          <a:xfrm>
            <a:off x="468000" y="360000"/>
            <a:ext cx="7642225" cy="244800"/>
          </a:xfrm>
          <a:prstGeom prst="rect">
            <a:avLst/>
          </a:prstGeom>
          <a:noFill/>
        </p:spPr>
        <p:txBody>
          <a:bodyPr lIns="0" anchor="ctr"/>
          <a:lstStyle>
            <a:lvl1pPr marL="0" indent="0">
              <a:buNone/>
              <a:defRPr sz="1600" b="1">
                <a:solidFill>
                  <a:schemeClr val="tx1"/>
                </a:solidFill>
              </a:defRPr>
            </a:lvl1pPr>
          </a:lstStyle>
          <a:p>
            <a:pPr lvl="0"/>
            <a:endParaRPr kumimoji="1" lang="ja-JP" altLang="en-US" dirty="0"/>
          </a:p>
        </p:txBody>
      </p:sp>
      <p:sp>
        <p:nvSpPr>
          <p:cNvPr id="7" name="date">
            <a:extLst>
              <a:ext uri="{FF2B5EF4-FFF2-40B4-BE49-F238E27FC236}">
                <a16:creationId xmlns:a16="http://schemas.microsoft.com/office/drawing/2014/main" id="{ADFB14D5-B044-A1A6-E858-7D20E928805B}"/>
              </a:ext>
            </a:extLst>
          </p:cNvPr>
          <p:cNvSpPr>
            <a:spLocks noGrp="1"/>
          </p:cNvSpPr>
          <p:nvPr>
            <p:ph type="body" sz="quarter" idx="42"/>
          </p:nvPr>
        </p:nvSpPr>
        <p:spPr>
          <a:xfrm>
            <a:off x="8118687" y="507998"/>
            <a:ext cx="1428538" cy="160764"/>
          </a:xfrm>
          <a:prstGeom prst="rect">
            <a:avLst/>
          </a:prstGeom>
        </p:spPr>
        <p:txBody>
          <a:bodyPr anchor="ctr"/>
          <a:lstStyle>
            <a:lvl1pPr marL="0" indent="0" algn="r">
              <a:buNone/>
              <a:defRPr sz="1000" b="0"/>
            </a:lvl1pPr>
          </a:lstStyle>
          <a:p>
            <a:pPr lvl="0"/>
            <a:endParaRPr kumimoji="1" lang="ja-JP" altLang="en-US" dirty="0"/>
          </a:p>
        </p:txBody>
      </p:sp>
      <p:cxnSp>
        <p:nvCxnSpPr>
          <p:cNvPr id="9" name="connector_1">
            <a:extLst>
              <a:ext uri="{FF2B5EF4-FFF2-40B4-BE49-F238E27FC236}">
                <a16:creationId xmlns:a16="http://schemas.microsoft.com/office/drawing/2014/main" id="{F148CED4-7D5B-C0AF-262C-EFB3853553D1}"/>
              </a:ext>
            </a:extLst>
          </p:cNvPr>
          <p:cNvCxnSpPr/>
          <p:nvPr userDrawn="1"/>
        </p:nvCxnSpPr>
        <p:spPr>
          <a:xfrm flipH="1">
            <a:off x="349250" y="698500"/>
            <a:ext cx="9188450" cy="0"/>
          </a:xfrm>
          <a:prstGeom prst="line">
            <a:avLst/>
          </a:prstGeom>
          <a:ln w="9525">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able_title">
            <a:extLst>
              <a:ext uri="{FF2B5EF4-FFF2-40B4-BE49-F238E27FC236}">
                <a16:creationId xmlns:a16="http://schemas.microsoft.com/office/drawing/2014/main" id="{EEE55AFF-6CB1-A19D-B775-09420657C117}"/>
              </a:ext>
            </a:extLst>
          </p:cNvPr>
          <p:cNvSpPr>
            <a:spLocks noGrp="1"/>
          </p:cNvSpPr>
          <p:nvPr>
            <p:ph type="body" sz="quarter" idx="10"/>
          </p:nvPr>
        </p:nvSpPr>
        <p:spPr>
          <a:xfrm>
            <a:off x="586800" y="950400"/>
            <a:ext cx="8823600" cy="291600"/>
          </a:xfrm>
          <a:prstGeom prst="rect">
            <a:avLst/>
          </a:prstGeom>
          <a:solidFill>
            <a:srgbClr val="0017C1"/>
          </a:solidFill>
        </p:spPr>
        <p:txBody>
          <a:bodyPr anchor="ctr"/>
          <a:lstStyle>
            <a:lvl1pPr marL="0" indent="0">
              <a:buNone/>
              <a:defRPr sz="950" b="1">
                <a:solidFill>
                  <a:schemeClr val="bg1"/>
                </a:solidFill>
              </a:defRPr>
            </a:lvl1pPr>
          </a:lstStyle>
          <a:p>
            <a:pPr lvl="0"/>
            <a:endParaRPr kumimoji="1" lang="ja-JP" altLang="en-US" dirty="0"/>
          </a:p>
        </p:txBody>
      </p:sp>
      <p:sp>
        <p:nvSpPr>
          <p:cNvPr id="8" name="text_1">
            <a:extLst>
              <a:ext uri="{FF2B5EF4-FFF2-40B4-BE49-F238E27FC236}">
                <a16:creationId xmlns:a16="http://schemas.microsoft.com/office/drawing/2014/main" id="{B3E2B29F-F477-DC8D-D7B8-07AC814CEC2C}"/>
              </a:ext>
            </a:extLst>
          </p:cNvPr>
          <p:cNvSpPr>
            <a:spLocks noGrp="1"/>
          </p:cNvSpPr>
          <p:nvPr>
            <p:ph type="body" sz="quarter" idx="43"/>
          </p:nvPr>
        </p:nvSpPr>
        <p:spPr>
          <a:xfrm>
            <a:off x="586800" y="1425600"/>
            <a:ext cx="2113200" cy="147600"/>
          </a:xfrm>
          <a:prstGeom prst="rect">
            <a:avLst/>
          </a:prstGeom>
        </p:spPr>
        <p:txBody>
          <a:bodyPr lIns="0" tIns="0" rIns="0" bIns="0" anchor="t" anchorCtr="0"/>
          <a:lstStyle>
            <a:lvl1pPr marL="0" indent="0" algn="l">
              <a:buNone/>
              <a:defRPr sz="950" b="1"/>
            </a:lvl1pPr>
          </a:lstStyle>
          <a:p>
            <a:pPr lvl="0"/>
            <a:endParaRPr kumimoji="1" lang="ja-JP" altLang="en-US" dirty="0"/>
          </a:p>
        </p:txBody>
      </p:sp>
      <p:sp>
        <p:nvSpPr>
          <p:cNvPr id="11" name="text_2">
            <a:extLst>
              <a:ext uri="{FF2B5EF4-FFF2-40B4-BE49-F238E27FC236}">
                <a16:creationId xmlns:a16="http://schemas.microsoft.com/office/drawing/2014/main" id="{7F04B75C-6C89-750C-1A28-53B66135E0EF}"/>
              </a:ext>
            </a:extLst>
          </p:cNvPr>
          <p:cNvSpPr>
            <a:spLocks noGrp="1"/>
          </p:cNvSpPr>
          <p:nvPr>
            <p:ph type="body" sz="quarter" idx="44"/>
          </p:nvPr>
        </p:nvSpPr>
        <p:spPr>
          <a:xfrm>
            <a:off x="586800" y="1634400"/>
            <a:ext cx="8607600" cy="417600"/>
          </a:xfrm>
          <a:prstGeom prst="rect">
            <a:avLst/>
          </a:prstGeom>
        </p:spPr>
        <p:txBody>
          <a:bodyPr lIns="0" tIns="0" rIns="0" bIns="0" anchor="t" anchorCtr="0"/>
          <a:lstStyle>
            <a:lvl1pPr marL="0" indent="0" algn="l">
              <a:buNone/>
              <a:defRPr sz="950" b="0"/>
            </a:lvl1pPr>
          </a:lstStyle>
          <a:p>
            <a:pPr lvl="0"/>
            <a:endParaRPr kumimoji="1" lang="ja-JP" altLang="en-US" dirty="0"/>
          </a:p>
        </p:txBody>
      </p:sp>
    </p:spTree>
    <p:extLst>
      <p:ext uri="{BB962C8B-B14F-4D97-AF65-F5344CB8AC3E}">
        <p14:creationId xmlns:p14="http://schemas.microsoft.com/office/powerpoint/2010/main" val="218753477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3B21202-1969-7FEE-0F83-5F7217F894A0}"/>
              </a:ext>
            </a:extLst>
          </p:cNvPr>
          <p:cNvSpPr>
            <a:spLocks noGrp="1"/>
          </p:cNvSpPr>
          <p:nvPr>
            <p:ph type="sldNum" sz="quarter" idx="10"/>
          </p:nvPr>
        </p:nvSpPr>
        <p:spPr>
          <a:xfrm>
            <a:off x="7560000" y="6356350"/>
            <a:ext cx="2228850" cy="365125"/>
          </a:xfrm>
          <a:prstGeom prst="rect">
            <a:avLst/>
          </a:prstGeom>
        </p:spPr>
        <p:txBody>
          <a:bodyPr/>
          <a:lstStyle/>
          <a:p>
            <a:fld id="{93BF14CA-2582-4BFF-825A-396A65C60C80}" type="slidenum">
              <a:rPr kumimoji="1" lang="ja-JP" altLang="en-US" smtClean="0"/>
              <a:t>‹#›</a:t>
            </a:fld>
            <a:endParaRPr kumimoji="1" lang="ja-JP" altLang="en-US"/>
          </a:p>
        </p:txBody>
      </p:sp>
      <p:sp>
        <p:nvSpPr>
          <p:cNvPr id="3" name="日付プレースホルダー 2">
            <a:extLst>
              <a:ext uri="{FF2B5EF4-FFF2-40B4-BE49-F238E27FC236}">
                <a16:creationId xmlns:a16="http://schemas.microsoft.com/office/drawing/2014/main" id="{6B3EC6C9-C798-8A3F-B7D8-D4832BD48C68}"/>
              </a:ext>
            </a:extLst>
          </p:cNvPr>
          <p:cNvSpPr>
            <a:spLocks noGrp="1"/>
          </p:cNvSpPr>
          <p:nvPr>
            <p:ph type="dt" sz="half" idx="11"/>
          </p:nvPr>
        </p:nvSpPr>
        <p:spPr>
          <a:xfrm>
            <a:off x="681038" y="6356350"/>
            <a:ext cx="2228850" cy="365125"/>
          </a:xfrm>
          <a:prstGeom prst="rect">
            <a:avLst/>
          </a:prstGeom>
        </p:spPr>
        <p:txBody>
          <a:bodyPr/>
          <a:lstStyle/>
          <a:p>
            <a:fld id="{478B6B89-7AAF-451A-A6DD-6A10069D8EA5}" type="datetime1">
              <a:rPr kumimoji="1" lang="ja-JP" altLang="en-US" smtClean="0"/>
              <a:t>2025/7/30</a:t>
            </a:fld>
            <a:endParaRPr kumimoji="1" lang="ja-JP" altLang="en-US"/>
          </a:p>
        </p:txBody>
      </p:sp>
      <p:sp>
        <p:nvSpPr>
          <p:cNvPr id="4" name="フッター プレースホルダー 3">
            <a:extLst>
              <a:ext uri="{FF2B5EF4-FFF2-40B4-BE49-F238E27FC236}">
                <a16:creationId xmlns:a16="http://schemas.microsoft.com/office/drawing/2014/main" id="{726E6540-CCC3-B9F5-4488-D5814DD93977}"/>
              </a:ext>
            </a:extLst>
          </p:cNvPr>
          <p:cNvSpPr>
            <a:spLocks noGrp="1"/>
          </p:cNvSpPr>
          <p:nvPr>
            <p:ph type="ftr" sz="quarter" idx="12"/>
          </p:nvPr>
        </p:nvSpPr>
        <p:spPr/>
        <p:txBody>
          <a:bodyPr/>
          <a:lstStyle/>
          <a:p>
            <a:endParaRPr kumimoji="1" lang="ja-JP" altLang="en-US"/>
          </a:p>
        </p:txBody>
      </p:sp>
    </p:spTree>
    <p:extLst>
      <p:ext uri="{BB962C8B-B14F-4D97-AF65-F5344CB8AC3E}">
        <p14:creationId xmlns:p14="http://schemas.microsoft.com/office/powerpoint/2010/main" val="342498866"/>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93" Type="http://schemas.openxmlformats.org/officeDocument/2006/relationships/slideLayout" Target="../slideLayouts/slideLayout93.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B46F2243-DD8D-36D7-7069-7157E786A3EF}"/>
              </a:ext>
            </a:extLst>
          </p:cNvPr>
          <p:cNvSpPr>
            <a:spLocks noGrp="1"/>
          </p:cNvSpPr>
          <p:nvPr>
            <p:ph type="ftr" sz="quarter" idx="3"/>
          </p:nvPr>
        </p:nvSpPr>
        <p:spPr>
          <a:xfrm>
            <a:off x="3281363" y="6356350"/>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5" name="日付プレースホルダー 4">
            <a:extLst>
              <a:ext uri="{FF2B5EF4-FFF2-40B4-BE49-F238E27FC236}">
                <a16:creationId xmlns:a16="http://schemas.microsoft.com/office/drawing/2014/main" id="{A9FFDA2E-5A12-6C65-0BA7-39EA0030057A}"/>
              </a:ext>
            </a:extLst>
          </p:cNvPr>
          <p:cNvSpPr>
            <a:spLocks noGrp="1"/>
          </p:cNvSpPr>
          <p:nvPr>
            <p:ph type="dt" sz="half" idx="2"/>
          </p:nvPr>
        </p:nvSpPr>
        <p:spPr>
          <a:xfrm>
            <a:off x="681038" y="6356350"/>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D58EA8-9B98-41E6-956B-055930B8C0DB}" type="datetime1">
              <a:rPr kumimoji="1" lang="ja-JP" altLang="en-US" smtClean="0"/>
              <a:t>2025/7/30</a:t>
            </a:fld>
            <a:endParaRPr kumimoji="1" lang="ja-JP" altLang="en-US"/>
          </a:p>
        </p:txBody>
      </p:sp>
      <p:sp>
        <p:nvSpPr>
          <p:cNvPr id="6" name="スライド番号プレースホルダー 5">
            <a:extLst>
              <a:ext uri="{FF2B5EF4-FFF2-40B4-BE49-F238E27FC236}">
                <a16:creationId xmlns:a16="http://schemas.microsoft.com/office/drawing/2014/main" id="{528165C1-0FFC-ABC5-B5A3-EB901A606A63}"/>
              </a:ext>
            </a:extLst>
          </p:cNvPr>
          <p:cNvSpPr>
            <a:spLocks noGrp="1"/>
          </p:cNvSpPr>
          <p:nvPr>
            <p:ph type="sldNum" sz="quarter" idx="4"/>
          </p:nvPr>
        </p:nvSpPr>
        <p:spPr>
          <a:xfrm>
            <a:off x="6996113" y="6356350"/>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DF5643A-3597-4586-BDDD-5EEE5E0D934B}" type="slidenum">
              <a:rPr kumimoji="1" lang="ja-JP" altLang="en-US" smtClean="0"/>
              <a:t>‹#›</a:t>
            </a:fld>
            <a:endParaRPr kumimoji="1" lang="ja-JP" altLang="en-US"/>
          </a:p>
        </p:txBody>
      </p:sp>
    </p:spTree>
    <p:extLst>
      <p:ext uri="{BB962C8B-B14F-4D97-AF65-F5344CB8AC3E}">
        <p14:creationId xmlns:p14="http://schemas.microsoft.com/office/powerpoint/2010/main" val="4115954684"/>
      </p:ext>
    </p:extLst>
  </p:cSld>
  <p:clrMap bg1="lt1" tx1="dk1" bg2="lt2" tx2="dk2" accent1="accent1" accent2="accent2" accent3="accent3" accent4="accent4" accent5="accent5" accent6="accent6" hlink="hlink" folHlink="folHlink"/>
  <p:sldLayoutIdLst>
    <p:sldLayoutId id="2147483727" r:id="rId1"/>
    <p:sldLayoutId id="2147483728" r:id="rId2"/>
    <p:sldLayoutId id="2147483754" r:id="rId3"/>
    <p:sldLayoutId id="2147483749" r:id="rId4"/>
    <p:sldLayoutId id="2147483729" r:id="rId5"/>
    <p:sldLayoutId id="2147483730" r:id="rId6"/>
    <p:sldLayoutId id="2147483731" r:id="rId7"/>
    <p:sldLayoutId id="2147483732" r:id="rId8"/>
    <p:sldLayoutId id="2147483733" r:id="rId9"/>
    <p:sldLayoutId id="2147483755" r:id="rId10"/>
    <p:sldLayoutId id="2147483734" r:id="rId11"/>
    <p:sldLayoutId id="2147483735" r:id="rId12"/>
    <p:sldLayoutId id="2147483736" r:id="rId13"/>
    <p:sldLayoutId id="2147483737" r:id="rId14"/>
    <p:sldLayoutId id="2147483738" r:id="rId15"/>
    <p:sldLayoutId id="2147483739" r:id="rId16"/>
    <p:sldLayoutId id="2147483740" r:id="rId17"/>
    <p:sldLayoutId id="2147483741" r:id="rId18"/>
    <p:sldLayoutId id="2147483753" r:id="rId19"/>
    <p:sldLayoutId id="2147483751" r:id="rId20"/>
    <p:sldLayoutId id="2147483742" r:id="rId21"/>
    <p:sldLayoutId id="2147483743" r:id="rId22"/>
    <p:sldLayoutId id="2147483752" r:id="rId23"/>
    <p:sldLayoutId id="2147483744" r:id="rId24"/>
    <p:sldLayoutId id="2147483745" r:id="rId25"/>
    <p:sldLayoutId id="2147483746" r:id="rId26"/>
    <p:sldLayoutId id="2147483750" r:id="rId27"/>
    <p:sldLayoutId id="2147483748" r:id="rId28"/>
    <p:sldLayoutId id="2147483768" r:id="rId29"/>
    <p:sldLayoutId id="2147483759" r:id="rId30"/>
    <p:sldLayoutId id="2147483760" r:id="rId31"/>
    <p:sldLayoutId id="2147483761" r:id="rId32"/>
    <p:sldLayoutId id="2147483777" r:id="rId33"/>
    <p:sldLayoutId id="2147483773" r:id="rId34"/>
    <p:sldLayoutId id="2147483776" r:id="rId35"/>
    <p:sldLayoutId id="2147483781" r:id="rId36"/>
    <p:sldLayoutId id="2147483756" r:id="rId37"/>
    <p:sldLayoutId id="2147483757" r:id="rId38"/>
    <p:sldLayoutId id="2147483782" r:id="rId39"/>
    <p:sldLayoutId id="2147483764" r:id="rId40"/>
    <p:sldLayoutId id="2147483783" r:id="rId41"/>
    <p:sldLayoutId id="2147483770" r:id="rId42"/>
    <p:sldLayoutId id="2147483784" r:id="rId43"/>
    <p:sldLayoutId id="2147483765" r:id="rId44"/>
    <p:sldLayoutId id="2147483785" r:id="rId45"/>
    <p:sldLayoutId id="2147483767" r:id="rId46"/>
    <p:sldLayoutId id="2147483786" r:id="rId47"/>
    <p:sldLayoutId id="2147483766" r:id="rId48"/>
    <p:sldLayoutId id="2147483787" r:id="rId49"/>
    <p:sldLayoutId id="2147483758" r:id="rId50"/>
    <p:sldLayoutId id="2147483788" r:id="rId51"/>
    <p:sldLayoutId id="2147483771" r:id="rId52"/>
    <p:sldLayoutId id="2147483789" r:id="rId53"/>
    <p:sldLayoutId id="2147483762" r:id="rId54"/>
    <p:sldLayoutId id="2147483790" r:id="rId55"/>
    <p:sldLayoutId id="2147483763" r:id="rId56"/>
    <p:sldLayoutId id="2147483791" r:id="rId57"/>
    <p:sldLayoutId id="2147483769" r:id="rId58"/>
    <p:sldLayoutId id="2147483792" r:id="rId59"/>
    <p:sldLayoutId id="2147483772" r:id="rId60"/>
    <p:sldLayoutId id="2147483774" r:id="rId61"/>
    <p:sldLayoutId id="2147483794" r:id="rId62"/>
    <p:sldLayoutId id="2147483775" r:id="rId63"/>
    <p:sldLayoutId id="2147483779" r:id="rId64"/>
    <p:sldLayoutId id="2147483795" r:id="rId65"/>
    <p:sldLayoutId id="2147483778" r:id="rId66"/>
    <p:sldLayoutId id="2147483796" r:id="rId67"/>
    <p:sldLayoutId id="2147483780" r:id="rId68"/>
    <p:sldLayoutId id="2147483797" r:id="rId69"/>
    <p:sldLayoutId id="2147483800" r:id="rId70"/>
    <p:sldLayoutId id="2147483798" r:id="rId71"/>
    <p:sldLayoutId id="2147483802" r:id="rId72"/>
    <p:sldLayoutId id="2147483799" r:id="rId73"/>
    <p:sldLayoutId id="2147483801" r:id="rId74"/>
    <p:sldLayoutId id="2147483805" r:id="rId75"/>
    <p:sldLayoutId id="2147483806" r:id="rId76"/>
    <p:sldLayoutId id="2147483816" r:id="rId77"/>
    <p:sldLayoutId id="2147483817" r:id="rId78"/>
    <p:sldLayoutId id="2147483819" r:id="rId79"/>
    <p:sldLayoutId id="2147483814" r:id="rId80"/>
    <p:sldLayoutId id="2147483818" r:id="rId81"/>
    <p:sldLayoutId id="2147483804" r:id="rId82"/>
    <p:sldLayoutId id="2147483807" r:id="rId83"/>
    <p:sldLayoutId id="2147483808" r:id="rId84"/>
    <p:sldLayoutId id="2147483812" r:id="rId85"/>
    <p:sldLayoutId id="2147483813" r:id="rId86"/>
    <p:sldLayoutId id="2147483809" r:id="rId87"/>
    <p:sldLayoutId id="2147483810" r:id="rId88"/>
    <p:sldLayoutId id="2147483815" r:id="rId89"/>
    <p:sldLayoutId id="2147483820" r:id="rId90"/>
    <p:sldLayoutId id="2147483821" r:id="rId91"/>
    <p:sldLayoutId id="2147483822" r:id="rId92"/>
    <p:sldLayoutId id="2147483747" r:id="rId9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5.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7.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6.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6.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83.xml"/>
<Relationship Id="rId2" Type="http://schemas.openxmlformats.org/officeDocument/2006/relationships/chart" Target="../charts/chart870117c4.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84.xml"/>
<Relationship Id="rId2" Type="http://schemas.openxmlformats.org/officeDocument/2006/relationships/chart" Target="../charts/chart815e3099.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83.xml"/>
<Relationship Id="rId2" Type="http://schemas.openxmlformats.org/officeDocument/2006/relationships/chart" Target="../charts/chart84dde856f.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84.xml"/>
<Relationship Id="rId2" Type="http://schemas.openxmlformats.org/officeDocument/2006/relationships/chart" Target="../charts/chart8198c9ba5.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83.xml"/>
<Relationship Id="rId2" Type="http://schemas.openxmlformats.org/officeDocument/2006/relationships/chart" Target="../charts/chart8651858f8.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84.xml"/>
<Relationship Id="rId2" Type="http://schemas.openxmlformats.org/officeDocument/2006/relationships/chart" Target="../charts/chart8720b5494.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83.xml"/>
<Relationship Id="rId2" Type="http://schemas.openxmlformats.org/officeDocument/2006/relationships/chart" Target="../charts/chart83e6ee119.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83.xml"/>
<Relationship Id="rId2" Type="http://schemas.openxmlformats.org/officeDocument/2006/relationships/chart" Target="../charts/chart84af1ed4a.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83.xml"/>
<Relationship Id="rId2" Type="http://schemas.openxmlformats.org/officeDocument/2006/relationships/chart" Target="../charts/chart816d70b41.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6.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6.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26.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27.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28.xml.rels><?xml version="1.0" encoding="UTF-8" standalone="yes"?>

<Relationships  xmlns="http://schemas.openxmlformats.org/package/2006/relationships">
<Relationship Id="rId1" Type="http://schemas.openxmlformats.org/officeDocument/2006/relationships/slideLayout" Target="../slideLayouts/slideLayout88.xml"/>
<Relationship Id="rId2" Type="http://schemas.openxmlformats.org/officeDocument/2006/relationships/image" Target="../media/4ad2855254876fcabf8eeb51507abe7bd952d7fd.png"/>
</Relationships>

</file>

<file path=ppt/slides/_rels/slide29.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30.xml.rels><?xml version="1.0" encoding="UTF-8" standalone="yes"?>

<Relationships  xmlns="http://schemas.openxmlformats.org/package/2006/relationships">
<Relationship Id="rId1" Type="http://schemas.openxmlformats.org/officeDocument/2006/relationships/slideLayout" Target="../slideLayouts/slideLayout76.xml"/>
</Relationships>

</file>

<file path=ppt/slides/_rels/slide31.xml.rels><?xml version="1.0" encoding="UTF-8" standalone="yes"?>

<Relationships  xmlns="http://schemas.openxmlformats.org/package/2006/relationships">
<Relationship Id="rId1" Type="http://schemas.openxmlformats.org/officeDocument/2006/relationships/slideLayout" Target="../slideLayouts/slideLayout87.xml"/>
<Relationship Id="rId2" Type="http://schemas.openxmlformats.org/officeDocument/2006/relationships/chart" Target="../charts/chart87e1544b9.xml"/>
<Relationship Id="rId3" Type="http://schemas.openxmlformats.org/officeDocument/2006/relationships/chart" Target="../charts/chart86de35c38.xml"/>
</Relationships>

</file>

<file path=ppt/slides/_rels/slide32.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33.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34.xml.rels><?xml version="1.0" encoding="UTF-8" standalone="yes"?>

<Relationships  xmlns="http://schemas.openxmlformats.org/package/2006/relationships">
<Relationship Id="rId1" Type="http://schemas.openxmlformats.org/officeDocument/2006/relationships/slideLayout" Target="../slideLayouts/slideLayout85.xml"/>
<Relationship Id="rId2" Type="http://schemas.openxmlformats.org/officeDocument/2006/relationships/chart" Target="../charts/chart87a13beb9.xml"/>
</Relationships>

</file>

<file path=ppt/slides/_rels/slide35.xml.rels><?xml version="1.0" encoding="UTF-8" standalone="yes"?>

<Relationships  xmlns="http://schemas.openxmlformats.org/package/2006/relationships">
<Relationship Id="rId1" Type="http://schemas.openxmlformats.org/officeDocument/2006/relationships/slideLayout" Target="../slideLayouts/slideLayout86.xml"/>
<Relationship Id="rId2" Type="http://schemas.openxmlformats.org/officeDocument/2006/relationships/chart" Target="../charts/chart87336890.xml"/>
</Relationships>

</file>

<file path=ppt/slides/_rels/slide36.xml.rels><?xml version="1.0" encoding="UTF-8" standalone="yes"?>

<Relationships  xmlns="http://schemas.openxmlformats.org/package/2006/relationships">
<Relationship Id="rId1" Type="http://schemas.openxmlformats.org/officeDocument/2006/relationships/slideLayout" Target="../slideLayouts/slideLayout76.xml"/>
</Relationships>

</file>

<file path=ppt/slides/_rels/slide37.xml.rels><?xml version="1.0" encoding="UTF-8" standalone="yes"?>

<Relationships  xmlns="http://schemas.openxmlformats.org/package/2006/relationships">
<Relationship Id="rId1" Type="http://schemas.openxmlformats.org/officeDocument/2006/relationships/slideLayout" Target="../slideLayouts/slideLayout83.xml"/>
<Relationship Id="rId2" Type="http://schemas.openxmlformats.org/officeDocument/2006/relationships/chart" Target="../charts/chart852c08926.xml"/>
</Relationships>

</file>

<file path=ppt/slides/_rels/slide38.xml.rels><?xml version="1.0" encoding="UTF-8" standalone="yes"?>

<Relationships  xmlns="http://schemas.openxmlformats.org/package/2006/relationships">
<Relationship Id="rId1" Type="http://schemas.openxmlformats.org/officeDocument/2006/relationships/slideLayout" Target="../slideLayouts/slideLayout84.xml"/>
<Relationship Id="rId2" Type="http://schemas.openxmlformats.org/officeDocument/2006/relationships/chart" Target="../charts/chart85debe6df.xml"/>
</Relationships>

</file>

<file path=ppt/slides/_rels/slide39.xml.rels><?xml version="1.0" encoding="UTF-8" standalone="yes"?>

<Relationships  xmlns="http://schemas.openxmlformats.org/package/2006/relationships">
<Relationship Id="rId1" Type="http://schemas.openxmlformats.org/officeDocument/2006/relationships/slideLayout" Target="../slideLayouts/slideLayout83.xml"/>
<Relationship Id="rId2" Type="http://schemas.openxmlformats.org/officeDocument/2006/relationships/chart" Target="../charts/chart86a8ae3b5.xml"/>
</Relationships>

</file>

<file path=ppt/slides/_rels/slide40.xml.rels><?xml version="1.0" encoding="UTF-8" standalone="yes"?>

<Relationships  xmlns="http://schemas.openxmlformats.org/package/2006/relationships">
<Relationship Id="rId1" Type="http://schemas.openxmlformats.org/officeDocument/2006/relationships/slideLayout" Target="../slideLayouts/slideLayout84.xml"/>
<Relationship Id="rId2" Type="http://schemas.openxmlformats.org/officeDocument/2006/relationships/chart" Target="../charts/chart8776c449b.xml"/>
</Relationships>

</file>

<file path=ppt/slides/_rels/slide41.xml.rels><?xml version="1.0" encoding="UTF-8" standalone="yes"?>

<Relationships  xmlns="http://schemas.openxmlformats.org/package/2006/relationships">
<Relationship Id="rId1" Type="http://schemas.openxmlformats.org/officeDocument/2006/relationships/slideLayout" Target="../slideLayouts/slideLayout89.xml"/>
</Relationships>

</file>

<file path=ppt/slides/_rels/slide42.xml.rels><?xml version="1.0" encoding="UTF-8" standalone="yes"?>

<Relationships  xmlns="http://schemas.openxmlformats.org/package/2006/relationships">
<Relationship Id="rId1" Type="http://schemas.openxmlformats.org/officeDocument/2006/relationships/slideLayout" Target="../slideLayouts/slideLayout76.xml"/>
</Relationships>

</file>

<file path=ppt/slides/_rels/slide43.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_rels/slide44.xml.rels><?xml version="1.0" encoding="UTF-8" standalone="yes"?>

<Relationships  xmlns="http://schemas.openxmlformats.org/package/2006/relationships">
<Relationship Id="rId1" Type="http://schemas.openxmlformats.org/officeDocument/2006/relationships/slideLayout" Target="../slideLayouts/slideLayout8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_1"/>
          <p:cNvSpPr>
            <a:spLocks noGrp="1"/>
          </p:cNvSpPr>
          <p:nvPr>
            <p:ph type="body" sz="quarter" idx="15"/>
          </p:nvPr>
        </p:nvSpPr>
        <p:spPr>
          <a:xfrm>
            <a:off x="1355670" y="1325647"/>
            <a:ext cx="7194661" cy="434665"/>
          </a:xfrm>
        </p:spPr>
        <p:txBody>
          <a:bodyPr/>
          <a:lstStyle/>
          <a:p>
            <a:r>
              <a:rPr/>
              <a:t>GA4レポート</a:t>
            </a:r>
          </a:p>
        </p:txBody>
      </p:sp>
      <p:sp>
        <p:nvSpPr>
          <p:cNvPr id="3" name="page_title_2"/>
          <p:cNvSpPr>
            <a:spLocks noGrp="1"/>
          </p:cNvSpPr>
          <p:nvPr>
            <p:ph type="body" sz="quarter" idx="16"/>
          </p:nvPr>
        </p:nvSpPr>
        <p:spPr>
          <a:xfrm>
            <a:off x="1355671" y="2041183"/>
            <a:ext cx="7194661" cy="973231"/>
          </a:xfrm>
        </p:spPr>
        <p:txBody>
          <a:bodyPr/>
          <a:lstStyle/>
          <a:p>
            <a:r>
              <a:rPr/>
              <a:t>基本レポート</a:t>
            </a:r>
          </a:p>
        </p:txBody>
      </p:sp>
      <p:sp>
        <p:nvSpPr>
          <p:cNvPr id="4" name="date_background"/>
          <p:cNvSpPr>
            <a:spLocks noGrp="1"/>
          </p:cNvSpPr>
          <p:nvPr>
            <p:ph type="body" sz="quarter" idx="17"/>
          </p:nvPr>
        </p:nvSpPr>
        <p:spPr>
          <a:xfrm>
            <a:off x="4433454" y="3916110"/>
            <a:ext cx="4765964" cy="2101327"/>
          </a:xfrm>
        </p:spPr>
        <p:txBody>
          <a:bodyPr/>
          <a:lstStyle/>
          <a:p>
            <a:pPr algn="l" marL="0" marR="0">
              <a:lnSpc>
                <a:spcPct val="100000"/>
              </a:lnSpc>
              <a:spcBef>
                <a:spcPts val="0"/>
              </a:spcBef>
              <a:spcAft>
                <a:spcPts val="0"/>
              </a:spcAft>
              <a:buNone/>
            </a:pPr>
            <a:r>
              <a:rPr cap="none" sz="12000" i="0" b="1" u="none">
                <a:solidFill>
                  <a:srgbClr val="D9E6FF">
                    <a:alpha val="100000"/>
                  </a:srgbClr>
                </a:solidFill>
                <a:latin typeface="Arial"/>
                <a:cs typeface="Arial"/>
                <a:ea typeface="Arial"/>
                <a:sym typeface="Arial"/>
              </a:rPr>
              <a:t>‘26.03</a:t>
            </a:r>
          </a:p>
        </p:txBody>
      </p:sp>
      <p:graphicFrame>
        <p:nvGraphicFramePr>
          <p:cNvPr id="5" name="contents"/>
          <p:cNvGraphicFramePr>
            <a:graphicFrameLocks noGrp="true"/>
          </p:cNvGraphicFramePr>
          <p:nvPr/>
        </p:nvGraphicFramePr>
        <p:xfrm rot="0">
          <a:off x="1355670" y="3493454"/>
          <a:ext cx="3868264" cy="1608792"/>
        </p:xfrm>
        <a:graphic>
          <a:graphicData uri="http://schemas.openxmlformats.org/drawingml/2006/table">
            <a:tbl>
              <a:tblPr/>
              <a:tblGrid>
                <a:gridCol w="1749600"/>
                <a:gridCol w="3502800"/>
              </a:tblGrid>
              <a:tr h="547200">
                <a:tc>
                  <a:txBody>
                    <a:bodyPr/>
                    <a:lstStyle/>
                    <a:p>
                      <a:pPr algn="l" marL="317500" marR="317500">
                        <a:lnSpc>
                          <a:spcPct val="100000"/>
                        </a:lnSpc>
                        <a:spcBef>
                          <a:spcPts val="500"/>
                        </a:spcBef>
                        <a:spcAft>
                          <a:spcPts val="500"/>
                        </a:spcAft>
                        <a:buNone/>
                      </a:pPr>
                      <a:r>
                        <a:rPr cap="none" sz="1200" i="0" b="1" u="none">
                          <a:solidFill>
                            <a:srgbClr val="FFFFFF">
                              <a:alpha val="100000"/>
                            </a:srgbClr>
                          </a:solidFill>
                          <a:latin typeface="游ゴシック"/>
                          <a:cs typeface="游ゴシック"/>
                          <a:ea typeface="游ゴシック"/>
                          <a:sym typeface="游ゴシック"/>
                        </a:rPr>
                        <a:t>分析対象月</a:t>
                      </a:r>
                    </a:p>
                  </a:txBody>
                  <a:tcPr anchor="ctr" marB="63500" marT="63500" marR="0" marL="0">
                    <a:lnL algn="ctr" cmpd="sng" cap="flat" w="0">
                      <a:noFill/>
                      <a:prstDash val="solid"/>
                    </a:lnL>
                    <a:lnR algn="ctr" cmpd="sng" cap="flat" w="0">
                      <a:no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l" marL="317500" marR="63500">
                        <a:lnSpc>
                          <a:spcPct val="100000"/>
                        </a:lnSpc>
                        <a:spcBef>
                          <a:spcPts val="500"/>
                        </a:spcBef>
                        <a:spcAft>
                          <a:spcPts val="500"/>
                        </a:spcAft>
                        <a:buNone/>
                      </a:pPr>
                      <a:r>
                        <a:rPr cap="none" sz="1200" i="0" b="1" u="none">
                          <a:solidFill>
                            <a:srgbClr val="000000">
                              <a:alpha val="100000"/>
                            </a:srgbClr>
                          </a:solidFill>
                          <a:latin typeface="游ゴシック"/>
                          <a:cs typeface="游ゴシック"/>
                          <a:ea typeface="游ゴシック"/>
                          <a:sym typeface="游ゴシック"/>
                        </a:rPr>
                        <a:t>2026年3月</a:t>
                      </a:r>
                    </a:p>
                  </a:txBody>
                  <a:tcPr anchor="ctr" marB="63500" marT="63500" marR="0" marL="0">
                    <a:lnL algn="ctr" cmpd="sng" cap="flat" w="0">
                      <a:noFill/>
                      <a:prstDash val="solid"/>
                    </a:lnL>
                    <a:lnR algn="ctr" cmpd="sng" cap="flat" w="0">
                      <a:no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547200">
                <a:tc>
                  <a:txBody>
                    <a:bodyPr/>
                    <a:lstStyle/>
                    <a:p>
                      <a:pPr algn="l" marL="317500" marR="317500">
                        <a:lnSpc>
                          <a:spcPct val="100000"/>
                        </a:lnSpc>
                        <a:spcBef>
                          <a:spcPts val="500"/>
                        </a:spcBef>
                        <a:spcAft>
                          <a:spcPts val="500"/>
                        </a:spcAft>
                        <a:buNone/>
                      </a:pPr>
                      <a:r>
                        <a:rPr cap="none" sz="1200" i="0" b="1" u="none">
                          <a:solidFill>
                            <a:srgbClr val="FFFFFF">
                              <a:alpha val="100000"/>
                            </a:srgbClr>
                          </a:solidFill>
                          <a:latin typeface="游ゴシック"/>
                          <a:cs typeface="游ゴシック"/>
                          <a:ea typeface="游ゴシック"/>
                          <a:sym typeface="游ゴシック"/>
                        </a:rPr>
                        <a:t>分析対象サイト</a:t>
                      </a:r>
                    </a:p>
                  </a:txBody>
                  <a:tcPr anchor="ctr" marB="63500" marT="63500" marR="0" marL="0">
                    <a:lnL algn="ctr" cmpd="sng" cap="flat" w="0">
                      <a:noFill/>
                      <a:prstDash val="solid"/>
                    </a:lnL>
                    <a:lnR algn="ctr" cmpd="sng" cap="flat" w="0">
                      <a:no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l" marL="317500" marR="63500">
                        <a:lnSpc>
                          <a:spcPct val="100000"/>
                        </a:lnSpc>
                        <a:spcBef>
                          <a:spcPts val="500"/>
                        </a:spcBef>
                        <a:spcAft>
                          <a:spcPts val="500"/>
                        </a:spcAft>
                        <a:buNone/>
                      </a:pPr>
                      <a:r>
                        <a:rPr cap="none" sz="1200" i="0" b="1" u="none">
                          <a:solidFill>
                            <a:srgbClr val="000000">
                              <a:alpha val="100000"/>
                            </a:srgbClr>
                          </a:solidFill>
                          <a:latin typeface="游ゴシック"/>
                          <a:cs typeface="游ゴシック"/>
                          <a:ea typeface="游ゴシック"/>
                          <a:sym typeface="游ゴシック"/>
                        </a:rPr>
                        <a:t>ID：300476400 </a:t>
                      </a:r>
                      <a:br>
                        <a:rPr cap="none" sz="1200" i="0" b="1" u="none">
                          <a:solidFill>
                            <a:srgbClr val="000000">
                              <a:alpha val="100000"/>
                            </a:srgbClr>
                          </a:solidFill>
                          <a:latin typeface="游ゴシック"/>
                          <a:cs typeface="游ゴシック"/>
                          <a:ea typeface="游ゴシック"/>
                          <a:sym typeface="游ゴシック"/>
                        </a:rPr>
                      </a:br>
                      <a:r>
                        <a:rPr cap="none" sz="1200" i="0" b="1" u="none">
                          <a:solidFill>
                            <a:srgbClr val="000000">
                              <a:alpha val="100000"/>
                            </a:srgbClr>
                          </a:solidFill>
                          <a:latin typeface="游ゴシック"/>
                          <a:cs typeface="游ゴシック"/>
                          <a:ea typeface="游ゴシック"/>
                          <a:sym typeface="游ゴシック"/>
                        </a:rPr>
                        <a:t>プロパティ名：共立メンテナンス_名古屋 - GA4</a:t>
                      </a:r>
                    </a:p>
                  </a:txBody>
                  <a:tcPr anchor="ctr" marB="63500" marT="63500" marR="0" marL="0">
                    <a:lnL algn="ctr" cmpd="sng" cap="flat" w="0">
                      <a:noFill/>
                      <a:prstDash val="solid"/>
                    </a:lnL>
                    <a:lnR algn="ctr" cmpd="sng" cap="flat" w="0">
                      <a:no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547200">
                <a:tc>
                  <a:txBody>
                    <a:bodyPr/>
                    <a:lstStyle/>
                    <a:p>
                      <a:pPr algn="l" marL="317500" marR="317500">
                        <a:lnSpc>
                          <a:spcPct val="100000"/>
                        </a:lnSpc>
                        <a:spcBef>
                          <a:spcPts val="500"/>
                        </a:spcBef>
                        <a:spcAft>
                          <a:spcPts val="500"/>
                        </a:spcAft>
                        <a:buNone/>
                      </a:pPr>
                      <a:r>
                        <a:rPr cap="none" sz="1200" i="0" b="1" u="none">
                          <a:solidFill>
                            <a:srgbClr val="FFFFFF">
                              <a:alpha val="100000"/>
                            </a:srgbClr>
                          </a:solidFill>
                          <a:latin typeface="游ゴシック"/>
                          <a:cs typeface="游ゴシック"/>
                          <a:ea typeface="游ゴシック"/>
                          <a:sym typeface="游ゴシック"/>
                        </a:rPr>
                        <a:t>レポート出力日</a:t>
                      </a:r>
                    </a:p>
                  </a:txBody>
                  <a:tcPr anchor="ctr" marB="63500" marT="63500" marR="0" marL="0">
                    <a:lnL algn="ctr" cmpd="sng" cap="flat" w="0">
                      <a:noFill/>
                      <a:prstDash val="solid"/>
                    </a:lnL>
                    <a:lnR algn="ctr" cmpd="sng" cap="flat" w="0">
                      <a:no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l" marL="317500" marR="63500">
                        <a:lnSpc>
                          <a:spcPct val="100000"/>
                        </a:lnSpc>
                        <a:spcBef>
                          <a:spcPts val="500"/>
                        </a:spcBef>
                        <a:spcAft>
                          <a:spcPts val="500"/>
                        </a:spcAft>
                        <a:buNone/>
                      </a:pPr>
                      <a:r>
                        <a:rPr cap="none" sz="1200" i="0" b="1" u="none">
                          <a:solidFill>
                            <a:srgbClr val="000000">
                              <a:alpha val="100000"/>
                            </a:srgbClr>
                          </a:solidFill>
                          <a:latin typeface="游ゴシック"/>
                          <a:cs typeface="游ゴシック"/>
                          <a:ea typeface="游ゴシック"/>
                          <a:sym typeface="游ゴシック"/>
                        </a:rPr>
                        <a:t>2026年4月2日</a:t>
                      </a:r>
                    </a:p>
                  </a:txBody>
                  <a:tcPr anchor="ctr" marB="63500" marT="63500" marR="0" marL="0">
                    <a:lnL algn="ctr" cmpd="sng" cap="flat" w="0">
                      <a:noFill/>
                      <a:prstDash val="solid"/>
                    </a:lnL>
                    <a:lnR algn="ctr" cmpd="sng" cap="flat" w="0">
                      <a:no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目次</a:t>
            </a:r>
          </a:p>
        </p:txBody>
      </p:sp>
      <p:sp>
        <p:nvSpPr>
          <p:cNvPr id="4" name="index_1"/>
          <p:cNvSpPr>
            <a:spLocks noGrp="1"/>
          </p:cNvSpPr>
          <p:nvPr>
            <p:ph type="body" sz="quarter" idx="44"/>
          </p:nvPr>
        </p:nvSpPr>
        <p:spPr>
          <a:xfrm>
            <a:off x="600719" y="1123149"/>
            <a:ext cx="4221206" cy="169200"/>
          </a:xfrm>
        </p:spPr>
        <p:txBody>
          <a:bodyPr/>
          <a:lstStyle/>
          <a:p>
            <a:pPr algn="l" marL="0" marR="0">
              <a:lnSpc>
                <a:spcPct val="100000"/>
              </a:lnSpc>
              <a:spcBef>
                <a:spcPts val="0"/>
              </a:spcBef>
              <a:spcAft>
                <a:spcPts val="0"/>
              </a:spcAft>
              <a:buNone/>
            </a:pPr>
            <a:r>
              <a:rPr cap="none" sz="1100" i="0" b="1" u="none">
                <a:solidFill>
                  <a:srgbClr val="0017C1">
                    <a:alpha val="100000"/>
                  </a:srgbClr>
                </a:solidFill>
                <a:latin typeface="Arial"/>
                <a:cs typeface="Arial"/>
                <a:ea typeface="Arial"/>
                <a:sym typeface="Arial"/>
              </a:rPr>
              <a:t>概要</a:t>
            </a:r>
          </a:p>
        </p:txBody>
      </p:sp>
      <p:sp>
        <p:nvSpPr>
          <p:cNvPr id="5" name="index_2"/>
          <p:cNvSpPr>
            <a:spLocks noGrp="1"/>
          </p:cNvSpPr>
          <p:nvPr>
            <p:ph type="body" sz="quarter" idx="45"/>
          </p:nvPr>
        </p:nvSpPr>
        <p:spPr>
          <a:xfrm>
            <a:off x="600719" y="1839623"/>
            <a:ext cx="4221206" cy="169200"/>
          </a:xfrm>
        </p:spPr>
        <p:txBody>
          <a:bodyPr/>
          <a:lstStyle/>
          <a:p>
            <a:pPr algn="l" marL="0" marR="0">
              <a:lnSpc>
                <a:spcPct val="100000"/>
              </a:lnSpc>
              <a:spcBef>
                <a:spcPts val="0"/>
              </a:spcBef>
              <a:spcAft>
                <a:spcPts val="0"/>
              </a:spcAft>
              <a:buNone/>
            </a:pPr>
            <a:r>
              <a:rPr cap="none" sz="1100" i="0" b="1" u="none">
                <a:solidFill>
                  <a:srgbClr val="0017C1">
                    <a:alpha val="100000"/>
                  </a:srgbClr>
                </a:solidFill>
                <a:latin typeface="Arial"/>
                <a:cs typeface="Arial"/>
                <a:ea typeface="Arial"/>
                <a:sym typeface="Arial"/>
              </a:rPr>
              <a:t>ユーザー</a:t>
            </a:r>
          </a:p>
        </p:txBody>
      </p:sp>
      <p:sp>
        <p:nvSpPr>
          <p:cNvPr id="6" name="index_3"/>
          <p:cNvSpPr>
            <a:spLocks noGrp="1"/>
          </p:cNvSpPr>
          <p:nvPr>
            <p:ph type="body" sz="quarter" idx="46"/>
          </p:nvPr>
        </p:nvSpPr>
        <p:spPr>
          <a:xfrm>
            <a:off x="600719" y="4514400"/>
            <a:ext cx="4221206" cy="169200"/>
          </a:xfrm>
        </p:spPr>
        <p:txBody>
          <a:bodyPr/>
          <a:lstStyle/>
          <a:p>
            <a:pPr algn="l" marL="0" marR="0">
              <a:lnSpc>
                <a:spcPct val="100000"/>
              </a:lnSpc>
              <a:spcBef>
                <a:spcPts val="0"/>
              </a:spcBef>
              <a:spcAft>
                <a:spcPts val="0"/>
              </a:spcAft>
              <a:buNone/>
            </a:pPr>
            <a:r>
              <a:rPr cap="none" sz="1100" i="0" b="1" u="none">
                <a:solidFill>
                  <a:srgbClr val="0017C1">
                    <a:alpha val="100000"/>
                  </a:srgbClr>
                </a:solidFill>
                <a:latin typeface="Arial"/>
                <a:cs typeface="Arial"/>
                <a:ea typeface="Arial"/>
                <a:sym typeface="Arial"/>
              </a:rPr>
              <a:t>集客</a:t>
            </a:r>
          </a:p>
        </p:txBody>
      </p:sp>
      <p:sp>
        <p:nvSpPr>
          <p:cNvPr id="7" name="index_4"/>
          <p:cNvSpPr>
            <a:spLocks noGrp="1"/>
          </p:cNvSpPr>
          <p:nvPr>
            <p:ph type="body" sz="quarter" idx="47"/>
          </p:nvPr>
        </p:nvSpPr>
        <p:spPr>
          <a:xfrm>
            <a:off x="5176602" y="1123200"/>
            <a:ext cx="4221206" cy="169200"/>
          </a:xfrm>
        </p:spPr>
        <p:txBody>
          <a:bodyPr/>
          <a:lstStyle/>
          <a:p>
            <a:pPr algn="l" marL="0" marR="0">
              <a:lnSpc>
                <a:spcPct val="100000"/>
              </a:lnSpc>
              <a:spcBef>
                <a:spcPts val="0"/>
              </a:spcBef>
              <a:spcAft>
                <a:spcPts val="0"/>
              </a:spcAft>
              <a:buNone/>
            </a:pPr>
            <a:r>
              <a:rPr cap="none" sz="1100" i="0" b="1" u="none">
                <a:solidFill>
                  <a:srgbClr val="0017C1">
                    <a:alpha val="100000"/>
                  </a:srgbClr>
                </a:solidFill>
                <a:latin typeface="Arial"/>
                <a:cs typeface="Arial"/>
                <a:ea typeface="Arial"/>
                <a:sym typeface="Arial"/>
              </a:rPr>
              <a:t>行動</a:t>
            </a:r>
          </a:p>
        </p:txBody>
      </p:sp>
      <p:sp>
        <p:nvSpPr>
          <p:cNvPr id="8" name="index_5"/>
          <p:cNvSpPr>
            <a:spLocks noGrp="1"/>
          </p:cNvSpPr>
          <p:nvPr>
            <p:ph type="body" sz="quarter" idx="48"/>
          </p:nvPr>
        </p:nvSpPr>
        <p:spPr>
          <a:xfrm>
            <a:off x="5176602" y="2329200"/>
            <a:ext cx="4221206" cy="169200"/>
          </a:xfrm>
        </p:spPr>
        <p:txBody>
          <a:bodyPr/>
          <a:lstStyle/>
          <a:p>
            <a:pPr algn="l" marL="0" marR="0">
              <a:lnSpc>
                <a:spcPct val="100000"/>
              </a:lnSpc>
              <a:spcBef>
                <a:spcPts val="0"/>
              </a:spcBef>
              <a:spcAft>
                <a:spcPts val="0"/>
              </a:spcAft>
              <a:buNone/>
            </a:pPr>
            <a:r>
              <a:rPr cap="none" sz="1100" i="0" b="1" u="none">
                <a:solidFill>
                  <a:srgbClr val="0017C1">
                    <a:alpha val="100000"/>
                  </a:srgbClr>
                </a:solidFill>
                <a:latin typeface="Arial"/>
                <a:cs typeface="Arial"/>
                <a:ea typeface="Arial"/>
                <a:sym typeface="Arial"/>
              </a:rPr>
              <a:t>ユーザーの属性</a:t>
            </a:r>
          </a:p>
        </p:txBody>
      </p:sp>
      <p:sp>
        <p:nvSpPr>
          <p:cNvPr id="9" name="index_6"/>
          <p:cNvSpPr>
            <a:spLocks noGrp="1"/>
          </p:cNvSpPr>
          <p:nvPr>
            <p:ph type="body" sz="quarter" idx="49"/>
          </p:nvPr>
        </p:nvSpPr>
        <p:spPr>
          <a:xfrm>
            <a:off x="5176602" y="3942000"/>
            <a:ext cx="4221206" cy="169200"/>
          </a:xfrm>
        </p:spPr>
        <p:txBody>
          <a:bodyPr/>
          <a:lstStyle/>
          <a:p>
            <a:pPr algn="l" marL="0" marR="0">
              <a:lnSpc>
                <a:spcPct val="100000"/>
              </a:lnSpc>
              <a:spcBef>
                <a:spcPts val="0"/>
              </a:spcBef>
              <a:spcAft>
                <a:spcPts val="0"/>
              </a:spcAft>
              <a:buNone/>
            </a:pPr>
            <a:r>
              <a:rPr cap="none" sz="1100" i="0" b="1" u="none">
                <a:solidFill>
                  <a:srgbClr val="0017C1">
                    <a:alpha val="100000"/>
                  </a:srgbClr>
                </a:solidFill>
                <a:latin typeface="Arial"/>
                <a:cs typeface="Arial"/>
                <a:ea typeface="Arial"/>
                <a:sym typeface="Arial"/>
              </a:rPr>
              <a:t>キーイベント</a:t>
            </a:r>
          </a:p>
        </p:txBody>
      </p:sp>
      <p:sp>
        <p:nvSpPr>
          <p:cNvPr id="10" name="index_7"/>
          <p:cNvSpPr>
            <a:spLocks noGrp="1"/>
          </p:cNvSpPr>
          <p:nvPr>
            <p:ph type="body" sz="quarter" idx="50"/>
          </p:nvPr>
        </p:nvSpPr>
        <p:spPr>
          <a:xfrm>
            <a:off x="5176602" y="5558400"/>
            <a:ext cx="4221206" cy="169200"/>
          </a:xfrm>
        </p:spPr>
        <p:txBody>
          <a:bodyPr/>
          <a:lstStyle/>
          <a:p>
            <a:pPr algn="l" marL="0" marR="0">
              <a:lnSpc>
                <a:spcPct val="100000"/>
              </a:lnSpc>
              <a:spcBef>
                <a:spcPts val="0"/>
              </a:spcBef>
              <a:spcAft>
                <a:spcPts val="0"/>
              </a:spcAft>
              <a:buNone/>
            </a:pPr>
            <a:r>
              <a:rPr cap="none" sz="1100" i="0" b="1" u="none">
                <a:solidFill>
                  <a:srgbClr val="0017C1">
                    <a:alpha val="100000"/>
                  </a:srgbClr>
                </a:solidFill>
                <a:latin typeface="Arial"/>
                <a:cs typeface="Arial"/>
                <a:ea typeface="Arial"/>
                <a:sym typeface="Arial"/>
              </a:rPr>
              <a:t>Appendix</a:t>
            </a:r>
          </a:p>
        </p:txBody>
      </p:sp>
      <p:sp>
        <p:nvSpPr>
          <p:cNvPr id="11" name="index_text_1"/>
          <p:cNvSpPr>
            <a:spLocks noGrp="1"/>
          </p:cNvSpPr>
          <p:nvPr>
            <p:ph type="body" sz="quarter" idx="58"/>
          </p:nvPr>
        </p:nvSpPr>
        <p:spPr>
          <a:xfrm>
            <a:off x="601200" y="1476000"/>
            <a:ext cx="4230000" cy="140400"/>
          </a:xfrm>
        </p:spPr>
        <p:txBody>
          <a:bodyPr/>
          <a:lstStyle/>
          <a:p>
            <a:r>
              <a:rPr/>
              <a:t>・サイト概況（当月/前月/前々月/前年同月）</a:t>
            </a:r>
          </a:p>
        </p:txBody>
      </p:sp>
      <p:sp>
        <p:nvSpPr>
          <p:cNvPr id="12" name="index_text_2"/>
          <p:cNvSpPr>
            <a:spLocks noGrp="1"/>
          </p:cNvSpPr>
          <p:nvPr>
            <p:ph type="body" sz="quarter" idx="18"/>
          </p:nvPr>
        </p:nvSpPr>
        <p:spPr>
          <a:xfrm>
            <a:off x="600719" y="2200875"/>
            <a:ext cx="4230000" cy="2101327"/>
          </a:xfrm>
        </p:spPr>
        <p:txBody>
          <a:bodyPr/>
          <a:lstStyle/>
          <a:p>
            <a:r>
              <a:rPr/>
              <a:t>・ユーザーの推移（月別）
・ユーザーの推移（日別）
・セッションの推移（月別）
・セッションの推移（日別）
・表示回数の推移（月別）
・表示回数の推移（日別）
・当月の日別表示回数ランキング
・エンゲージメント率の推移（月別）
・平均エンゲージメント時間の推移（月別）
・ユーザー/新しいユーザーの推移（月別）</a:t>
            </a:r>
          </a:p>
        </p:txBody>
      </p:sp>
      <p:sp>
        <p:nvSpPr>
          <p:cNvPr id="13" name="index_text_3"/>
          <p:cNvSpPr>
            <a:spLocks noGrp="1"/>
          </p:cNvSpPr>
          <p:nvPr>
            <p:ph type="body" sz="quarter" idx="59"/>
          </p:nvPr>
        </p:nvSpPr>
        <p:spPr>
          <a:xfrm>
            <a:off x="601719" y="4867200"/>
            <a:ext cx="4230000" cy="360000"/>
          </a:xfrm>
        </p:spPr>
        <p:txBody>
          <a:bodyPr/>
          <a:lstStyle/>
          <a:p>
            <a:r>
              <a:rPr/>
              <a:t>・流入経路のサマリ
・流入経路TOP 20（参照元/メディア）</a:t>
            </a:r>
          </a:p>
        </p:txBody>
      </p:sp>
      <p:sp>
        <p:nvSpPr>
          <p:cNvPr id="14" name="index_text_4"/>
          <p:cNvSpPr>
            <a:spLocks noGrp="1"/>
          </p:cNvSpPr>
          <p:nvPr>
            <p:ph type="body" sz="quarter" idx="61"/>
          </p:nvPr>
        </p:nvSpPr>
        <p:spPr>
          <a:xfrm>
            <a:off x="5176800" y="1476000"/>
            <a:ext cx="4230000" cy="565200"/>
          </a:xfrm>
        </p:spPr>
        <p:txBody>
          <a:bodyPr/>
          <a:lstStyle/>
          <a:p>
            <a:r>
              <a:rPr/>
              <a:t>・アクセスランキングTOP 20
・ランディングページTOP 20
・ランディングページのパフォーマンス</a:t>
            </a:r>
          </a:p>
        </p:txBody>
      </p:sp>
      <p:sp>
        <p:nvSpPr>
          <p:cNvPr id="15" name="index_text_5"/>
          <p:cNvSpPr>
            <a:spLocks noGrp="1"/>
          </p:cNvSpPr>
          <p:nvPr>
            <p:ph type="body" sz="quarter" idx="63"/>
          </p:nvPr>
        </p:nvSpPr>
        <p:spPr>
          <a:xfrm>
            <a:off x="5178325" y="2682000"/>
            <a:ext cx="4230000" cy="975600"/>
          </a:xfrm>
        </p:spPr>
        <p:txBody>
          <a:bodyPr/>
          <a:lstStyle/>
          <a:p>
            <a:r>
              <a:rPr/>
              <a:t>・訪問ユーザーの属性
・地域別アクセスランキング
・スマートフォン/PC/タブレットユーザーの分布
・スマートフォン/PC/タブレット比率の推移（月別）
・スマートフォンOS比率の推移（月別）</a:t>
            </a:r>
          </a:p>
        </p:txBody>
      </p:sp>
      <p:sp>
        <p:nvSpPr>
          <p:cNvPr id="16" name="index_text_6"/>
          <p:cNvSpPr>
            <a:spLocks noGrp="1"/>
          </p:cNvSpPr>
          <p:nvPr>
            <p:ph type="body" sz="quarter" idx="60"/>
          </p:nvPr>
        </p:nvSpPr>
        <p:spPr>
          <a:xfrm>
            <a:off x="5176800" y="4294800"/>
            <a:ext cx="4230000" cy="975600"/>
          </a:xfrm>
        </p:spPr>
        <p:txBody>
          <a:bodyPr/>
          <a:lstStyle/>
          <a:p>
            <a:r>
              <a:rPr/>
              <a:t>・キーイベントの推移（月別）
・キーイベントの推移（日別）
・キーイベントレートの推移（月別）
・キーイベントレートの推移（日別）
・キーイベントのサマリ</a:t>
            </a:r>
          </a:p>
        </p:txBody>
      </p:sp>
      <p:sp>
        <p:nvSpPr>
          <p:cNvPr id="17" name="index_text_7"/>
          <p:cNvSpPr>
            <a:spLocks noGrp="1"/>
          </p:cNvSpPr>
          <p:nvPr>
            <p:ph type="body" sz="quarter" idx="62"/>
          </p:nvPr>
        </p:nvSpPr>
        <p:spPr>
          <a:xfrm>
            <a:off x="5178325" y="5911200"/>
            <a:ext cx="4230000" cy="154800"/>
          </a:xfrm>
        </p:spPr>
        <p:txBody>
          <a:bodyPr/>
          <a:lstStyle/>
          <a:p>
            <a:r>
              <a:rPr/>
              <a:t>・指標・用語の説明</a:t>
            </a:r>
          </a:p>
        </p:txBody>
      </p:sp>
      <p:sp>
        <p:nvSpPr>
          <p:cNvPr id="18" name="スライド番号プレースホルダー 4"/>
          <p:cNvSpPr>
            <a:spLocks noGrp="1"/>
          </p:cNvSpPr>
          <p:nvPr>
            <p:ph type="sldNum" sz="quarter" idx="12"/>
          </p:nvPr>
        </p:nvSpPr>
        <p:spPr>
          <a:xfrm>
            <a:off x="7560000" y="6356350"/>
            <a:ext cx="2228850" cy="365125"/>
          </a:xfrm>
        </p:spPr>
        <p:txBody>
          <a:bodyPr/>
          <a:lstStyle/>
          <a:p>
            <a:fld id="{2DF5643A-3597-4586-BDDD-5EEE5E0D934B}" type="slidenum">
              <a:rPr/>
              <a:t>2</a:t>
            </a:fld>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_1"/>
          <p:cNvSpPr>
            <a:spLocks noGrp="1"/>
          </p:cNvSpPr>
          <p:nvPr>
            <p:ph type="body" sz="quarter" idx="15"/>
          </p:nvPr>
        </p:nvSpPr>
        <p:spPr>
          <a:xfrm>
            <a:off x="1355670" y="1325647"/>
            <a:ext cx="7194661" cy="434665"/>
          </a:xfrm>
        </p:spPr>
        <p:txBody>
          <a:bodyPr/>
          <a:lstStyle/>
          <a:p>
            <a:r>
              <a:rPr/>
              <a:t>基本レポート</a:t>
            </a:r>
          </a:p>
        </p:txBody>
      </p:sp>
      <p:sp>
        <p:nvSpPr>
          <p:cNvPr id="3" name="page_title_2"/>
          <p:cNvSpPr>
            <a:spLocks noGrp="1"/>
          </p:cNvSpPr>
          <p:nvPr>
            <p:ph type="body" sz="quarter" idx="16"/>
          </p:nvPr>
        </p:nvSpPr>
        <p:spPr>
          <a:xfrm>
            <a:off x="1355671" y="2041183"/>
            <a:ext cx="7194661" cy="973231"/>
          </a:xfrm>
        </p:spPr>
        <p:txBody>
          <a:bodyPr/>
          <a:lstStyle/>
          <a:p>
            <a:r>
              <a:rPr/>
              <a:t>概要</a:t>
            </a:r>
          </a:p>
        </p:txBody>
      </p:sp>
      <p:sp>
        <p:nvSpPr>
          <p:cNvPr id="4" name="date_background"/>
          <p:cNvSpPr>
            <a:spLocks noGrp="1"/>
          </p:cNvSpPr>
          <p:nvPr>
            <p:ph type="body" sz="quarter" idx="17"/>
          </p:nvPr>
        </p:nvSpPr>
        <p:spPr>
          <a:xfrm>
            <a:off x="4433454" y="3916110"/>
            <a:ext cx="4765964" cy="2101327"/>
          </a:xfrm>
        </p:spPr>
        <p:txBody>
          <a:bodyPr/>
          <a:lstStyle/>
          <a:p>
            <a:pPr algn="l" marL="0" marR="0">
              <a:lnSpc>
                <a:spcPct val="100000"/>
              </a:lnSpc>
              <a:spcBef>
                <a:spcPts val="0"/>
              </a:spcBef>
              <a:spcAft>
                <a:spcPts val="0"/>
              </a:spcAft>
              <a:buNone/>
            </a:pPr>
            <a:r>
              <a:rPr cap="none" sz="12000" i="0" b="1" u="none">
                <a:solidFill>
                  <a:srgbClr val="D9E6FF">
                    <a:alpha val="100000"/>
                  </a:srgbClr>
                </a:solidFill>
                <a:latin typeface="Arial"/>
                <a:cs typeface="Arial"/>
                <a:ea typeface="Arial"/>
                <a:sym typeface="Arial"/>
              </a:rPr>
              <a:t>‘26.03</a:t>
            </a:r>
          </a:p>
        </p:txBody>
      </p:sp>
      <p:sp>
        <p:nvSpPr>
          <p:cNvPr id="5" name="text"/>
          <p:cNvSpPr>
            <a:spLocks noGrp="1"/>
          </p:cNvSpPr>
          <p:nvPr>
            <p:ph type="body" sz="quarter" idx="18"/>
          </p:nvPr>
        </p:nvSpPr>
        <p:spPr>
          <a:xfrm>
            <a:off x="1355670" y="3577197"/>
            <a:ext cx="7843748" cy="2101327"/>
          </a:xfrm>
        </p:spPr>
        <p:txBody>
          <a:bodyPr/>
          <a:lstStyle/>
          <a:p>
            <a:r>
              <a:rPr/>
              <a:t>直近3ヶ月と前年同月比較のサマリーです。
レポートを確認する月（当月）と前月・前々月・前年同月の数値を比較し、
要点を確認いただけます。</a:t>
            </a:r>
          </a:p>
        </p:txBody>
      </p:sp>
      <p:sp>
        <p:nvSpPr>
          <p:cNvPr id="6" name="スライド番号プレースホルダー 1"/>
          <p:cNvSpPr>
            <a:spLocks noGrp="1"/>
          </p:cNvSpPr>
          <p:nvPr>
            <p:ph type="sldNum" sz="quarter" idx="12"/>
          </p:nvPr>
        </p:nvSpPr>
        <p:spPr>
          <a:xfrm>
            <a:off x="7560000" y="6356350"/>
            <a:ext cx="2228850" cy="365125"/>
          </a:xfrm>
        </p:spPr>
        <p:txBody>
          <a:bodyPr/>
          <a:lstStyle/>
          <a:p>
            <a:fld id="{93BF14CA-2582-4BFF-825A-396A65C60C80}" type="slidenum">
              <a:rPr/>
              <a:t>3</a:t>
            </a:fld>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サイト概況（当月/前月/前々月/前年同月）</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1476000"/>
                <a:gridCol w="824000"/>
                <a:gridCol w="824000"/>
                <a:gridCol w="824000"/>
                <a:gridCol w="824000"/>
                <a:gridCol w="824000"/>
                <a:gridCol w="824000"/>
                <a:gridCol w="824000"/>
                <a:gridCol w="824000"/>
                <a:gridCol w="824000"/>
              </a:tblGrid>
              <a:tr h="540000">
                <a:tc rowSpan="2">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gridSpan="2">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当月</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（3月）</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hMerge="true">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当月</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（3月）</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gridSpan="2">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前月</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（2月）</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hMerge="true">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前月</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（2月）</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gridSpan="2">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前々月</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（1月）</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hMerge="true">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前々月</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（1月）</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gridSpan="2">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前年同月</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（2025年 3月）</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hMerge="true">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前年同月</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（2025年 3月）</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rowSpan="2">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13ヶ月分</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の最大値</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540000">
                <a:tc vMerge="true">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数値</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最大値比</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数値</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最大値比</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数値</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最大値比</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数値</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最大値比</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vMerge="true">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13ヶ月分</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の最大値</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540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游ゴシック"/>
                          <a:cs typeface="游ゴシック"/>
                          <a:ea typeface="游ゴシック"/>
                          <a:sym typeface="游ゴシック"/>
                        </a:rPr>
                        <a:t>セッション</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10,304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78.01%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13,160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99.63%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12,436</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94.15%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10,043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76.03%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13,209</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540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游ゴシック"/>
                          <a:cs typeface="游ゴシック"/>
                          <a:ea typeface="游ゴシック"/>
                          <a:sym typeface="游ゴシック"/>
                        </a:rPr>
                        <a:t>新しいユーザー</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6,192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63.65%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9,112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93.67%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9,364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96.26%</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6,691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68.78%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9,728</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540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游ゴシック"/>
                          <a:cs typeface="游ゴシック"/>
                          <a:ea typeface="游ゴシック"/>
                          <a:sym typeface="游ゴシック"/>
                        </a:rPr>
                        <a:t>ユーザー</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6,668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65.50%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9,717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95.45%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9,865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96.91%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7,181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70.54%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10,180</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540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游ゴシック"/>
                          <a:cs typeface="游ゴシック"/>
                          <a:ea typeface="游ゴシック"/>
                          <a:sym typeface="游ゴシック"/>
                        </a:rPr>
                        <a:t>キーイベント</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179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32.08%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299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53.58%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279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50.00%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480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86.02%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558</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540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游ゴシック"/>
                          <a:cs typeface="游ゴシック"/>
                          <a:ea typeface="游ゴシック"/>
                          <a:sym typeface="游ゴシック"/>
                        </a:rPr>
                        <a:t>セッション</a:t>
                      </a:r>
                      <a:br>
                        <a:rPr cap="none" sz="1000" i="0" b="1" u="none">
                          <a:solidFill>
                            <a:srgbClr val="000000">
                              <a:alpha val="100000"/>
                            </a:srgbClr>
                          </a:solidFill>
                          <a:latin typeface="游ゴシック"/>
                          <a:cs typeface="游ゴシック"/>
                          <a:ea typeface="游ゴシック"/>
                          <a:sym typeface="游ゴシック"/>
                        </a:rPr>
                      </a:br>
                      <a:r>
                        <a:rPr cap="none" sz="1000" i="0" b="1" u="none">
                          <a:solidFill>
                            <a:srgbClr val="000000">
                              <a:alpha val="100000"/>
                            </a:srgbClr>
                          </a:solidFill>
                          <a:latin typeface="游ゴシック"/>
                          <a:cs typeface="游ゴシック"/>
                          <a:ea typeface="游ゴシック"/>
                          <a:sym typeface="游ゴシック"/>
                        </a:rPr>
                        <a:t>（mobile）</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7,766</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69.98%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10,220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92.10%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9,258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83.43%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7,693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69.33%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11,097</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540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游ゴシック"/>
                          <a:cs typeface="游ゴシック"/>
                          <a:ea typeface="游ゴシック"/>
                          <a:sym typeface="游ゴシック"/>
                        </a:rPr>
                        <a:t>セッション</a:t>
                      </a:r>
                      <a:br>
                        <a:rPr cap="none" sz="1000" i="0" b="1" u="none">
                          <a:solidFill>
                            <a:srgbClr val="000000">
                              <a:alpha val="100000"/>
                            </a:srgbClr>
                          </a:solidFill>
                          <a:latin typeface="游ゴシック"/>
                          <a:cs typeface="游ゴシック"/>
                          <a:ea typeface="游ゴシック"/>
                          <a:sym typeface="游ゴシック"/>
                        </a:rPr>
                      </a:br>
                      <a:r>
                        <a:rPr cap="none" sz="1000" i="0" b="1" u="none">
                          <a:solidFill>
                            <a:srgbClr val="000000">
                              <a:alpha val="100000"/>
                            </a:srgbClr>
                          </a:solidFill>
                          <a:latin typeface="游ゴシック"/>
                          <a:cs typeface="游ゴシック"/>
                          <a:ea typeface="游ゴシック"/>
                          <a:sym typeface="游ゴシック"/>
                        </a:rPr>
                        <a:t>（Organic Search）</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6,087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100.00%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4,109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67.50%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4,209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69.15%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5,519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90.67%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6,087</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4</a:t>
            </a:fld>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_1"/>
          <p:cNvSpPr>
            <a:spLocks noGrp="1"/>
          </p:cNvSpPr>
          <p:nvPr>
            <p:ph type="body" sz="quarter" idx="15"/>
          </p:nvPr>
        </p:nvSpPr>
        <p:spPr>
          <a:xfrm>
            <a:off x="1355670" y="1325647"/>
            <a:ext cx="7194661" cy="434665"/>
          </a:xfrm>
        </p:spPr>
        <p:txBody>
          <a:bodyPr/>
          <a:lstStyle/>
          <a:p>
            <a:r>
              <a:rPr/>
              <a:t>基本レポート</a:t>
            </a:r>
          </a:p>
        </p:txBody>
      </p:sp>
      <p:sp>
        <p:nvSpPr>
          <p:cNvPr id="3" name="page_title_2"/>
          <p:cNvSpPr>
            <a:spLocks noGrp="1"/>
          </p:cNvSpPr>
          <p:nvPr>
            <p:ph type="body" sz="quarter" idx="16"/>
          </p:nvPr>
        </p:nvSpPr>
        <p:spPr>
          <a:xfrm>
            <a:off x="1355671" y="2041183"/>
            <a:ext cx="7194661" cy="973231"/>
          </a:xfrm>
        </p:spPr>
        <p:txBody>
          <a:bodyPr/>
          <a:lstStyle/>
          <a:p>
            <a:r>
              <a:rPr/>
              <a:t>ユーザー</a:t>
            </a:r>
          </a:p>
        </p:txBody>
      </p:sp>
      <p:sp>
        <p:nvSpPr>
          <p:cNvPr id="4" name="date_background"/>
          <p:cNvSpPr>
            <a:spLocks noGrp="1"/>
          </p:cNvSpPr>
          <p:nvPr>
            <p:ph type="body" sz="quarter" idx="17"/>
          </p:nvPr>
        </p:nvSpPr>
        <p:spPr>
          <a:xfrm>
            <a:off x="4433454" y="3916110"/>
            <a:ext cx="4765964" cy="2101327"/>
          </a:xfrm>
        </p:spPr>
        <p:txBody>
          <a:bodyPr/>
          <a:lstStyle/>
          <a:p>
            <a:pPr algn="l" marL="0" marR="0">
              <a:lnSpc>
                <a:spcPct val="100000"/>
              </a:lnSpc>
              <a:spcBef>
                <a:spcPts val="0"/>
              </a:spcBef>
              <a:spcAft>
                <a:spcPts val="0"/>
              </a:spcAft>
              <a:buNone/>
            </a:pPr>
            <a:r>
              <a:rPr cap="none" sz="12000" i="0" b="1" u="none">
                <a:solidFill>
                  <a:srgbClr val="D9E6FF">
                    <a:alpha val="100000"/>
                  </a:srgbClr>
                </a:solidFill>
                <a:latin typeface="Arial"/>
                <a:cs typeface="Arial"/>
                <a:ea typeface="Arial"/>
                <a:sym typeface="Arial"/>
              </a:rPr>
              <a:t>‘26.03</a:t>
            </a:r>
          </a:p>
        </p:txBody>
      </p:sp>
      <p:sp>
        <p:nvSpPr>
          <p:cNvPr id="5" name="text"/>
          <p:cNvSpPr>
            <a:spLocks noGrp="1"/>
          </p:cNvSpPr>
          <p:nvPr>
            <p:ph type="body" sz="quarter" idx="18"/>
          </p:nvPr>
        </p:nvSpPr>
        <p:spPr>
          <a:xfrm>
            <a:off x="1355670" y="3577197"/>
            <a:ext cx="7843748" cy="2101327"/>
          </a:xfrm>
        </p:spPr>
        <p:txBody>
          <a:bodyPr/>
          <a:lstStyle/>
          <a:p>
            <a:r>
              <a:rPr/>
              <a:t>GA4に基づいたユーザー数・セッション数・表示回数・エンゲージメントの
比較をしていただく項目です。
主に月別・日別で確認いただけます。</a:t>
            </a:r>
          </a:p>
        </p:txBody>
      </p:sp>
      <p:sp>
        <p:nvSpPr>
          <p:cNvPr id="6" name="スライド番号プレースホルダー 1"/>
          <p:cNvSpPr>
            <a:spLocks noGrp="1"/>
          </p:cNvSpPr>
          <p:nvPr>
            <p:ph type="sldNum" sz="quarter" idx="12"/>
          </p:nvPr>
        </p:nvSpPr>
        <p:spPr>
          <a:xfrm>
            <a:off x="7560000" y="6356350"/>
            <a:ext cx="2228850" cy="365125"/>
          </a:xfrm>
        </p:spPr>
        <p:txBody>
          <a:bodyPr/>
          <a:lstStyle/>
          <a:p>
            <a:fld id="{93BF14CA-2582-4BFF-825A-396A65C60C80}" type="slidenum">
              <a:rPr/>
              <a:t>5</a:t>
            </a:fld>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ユーザーの推移（月別）</a:t>
            </a:r>
          </a:p>
        </p:txBody>
      </p:sp>
      <p:graphicFrame>
        <p:nvGraphicFramePr>
          <p:cNvPr id="4" name="graph"/>
          <p:cNvGraphicFramePr>
            <a:graphicFrameLocks noGrp="true"/>
          </p:cNvGraphicFramePr>
          <p:nvPr/>
        </p:nvGraphicFramePr>
        <p:xfrm rot="0">
          <a:off x="589400" y="1058400"/>
          <a:ext cx="8726050" cy="2506836"/>
        </p:xfrm>
        <a:graphic>
          <a:graphicData uri="http://schemas.openxmlformats.org/drawingml/2006/chart">
            <c:chart xmlns:c="http://schemas.openxmlformats.org/drawingml/2006/chart" r:id="rId2"/>
          </a:graphicData>
        </a:graphic>
      </p:graphicFrame>
      <p:graphicFrame>
        <p:nvGraphicFramePr>
          <p:cNvPr id="5" name="table_1"/>
          <p:cNvGraphicFramePr>
            <a:graphicFrameLocks noGrp="true"/>
          </p:cNvGraphicFramePr>
          <p:nvPr/>
        </p:nvGraphicFramePr>
        <p:xfrm rot="0">
          <a:off x="993600" y="3866400"/>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2025年4月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2025年5月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2025年6月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2025年7月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2025年8月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2025年9月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4,741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4,969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5,156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6,593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7,505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10,180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5,663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6,041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6,856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7,382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6,415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6,683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graphicFrame>
        <p:nvGraphicFramePr>
          <p:cNvPr id="6" name="table_2"/>
          <p:cNvGraphicFramePr>
            <a:graphicFrameLocks noGrp="true"/>
          </p:cNvGraphicFramePr>
          <p:nvPr/>
        </p:nvGraphicFramePr>
        <p:xfrm rot="0">
          <a:off x="993600" y="4970308"/>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2025年10月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2026年3月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8,509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7,643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6,222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9,865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9,717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6,668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6,703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6,235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5,469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10,794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14,720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7,181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sp>
        <p:nvSpPr>
          <p:cNvPr id="7"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6</a:t>
            </a:fld>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ユーザーの推移（日別）</a:t>
            </a:r>
          </a:p>
        </p:txBody>
      </p:sp>
      <p:graphicFrame>
        <p:nvGraphicFramePr>
          <p:cNvPr id="4" name="graph"/>
          <p:cNvGraphicFramePr>
            <a:graphicFrameLocks noGrp="true"/>
          </p:cNvGraphicFramePr>
          <p:nvPr/>
        </p:nvGraphicFramePr>
        <p:xfrm rot="0">
          <a:off x="589400" y="1029600"/>
          <a:ext cx="8726050" cy="2613600"/>
        </p:xfrm>
        <a:graphic>
          <a:graphicData uri="http://schemas.openxmlformats.org/drawingml/2006/chart">
            <c:chart xmlns:c="http://schemas.openxmlformats.org/drawingml/2006/chart" r:id="rId2"/>
          </a:graphicData>
        </a:graphic>
      </p:graphicFrame>
      <p:graphicFrame>
        <p:nvGraphicFramePr>
          <p:cNvPr id="5" name="table"/>
          <p:cNvGraphicFramePr>
            <a:graphicFrameLocks noGrp="true"/>
          </p:cNvGraphicFramePr>
          <p:nvPr/>
        </p:nvGraphicFramePr>
        <p:xfrm rot="0">
          <a:off x="590400" y="3787200"/>
          <a:ext cx="8726400" cy="2592000"/>
        </p:xfrm>
        <a:graphic>
          <a:graphicData uri="http://schemas.openxmlformats.org/drawingml/2006/table">
            <a:tbl>
              <a:tblPr/>
              <a:tblGrid>
                <a:gridCol w="1246629"/>
                <a:gridCol w="1246629"/>
                <a:gridCol w="1246629"/>
                <a:gridCol w="1246629"/>
                <a:gridCol w="1246629"/>
                <a:gridCol w="1246629"/>
                <a:gridCol w="1246629"/>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日</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火</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水</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木</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金</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土</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4979F5">
                        <a:alpha val="10000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01</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07</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236</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244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320</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08</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14</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303</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210</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15</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21</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269</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209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264</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22</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28</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269</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241</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29</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30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31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277</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247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r>
            </a:tbl>
          </a:graphicData>
        </a:graphic>
      </p:graphicFrame>
      <p:sp>
        <p:nvSpPr>
          <p:cNvPr id="6"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7</a:t>
            </a:fld>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セッションの推移（月別）</a:t>
            </a:r>
          </a:p>
        </p:txBody>
      </p:sp>
      <p:graphicFrame>
        <p:nvGraphicFramePr>
          <p:cNvPr id="4" name="graph"/>
          <p:cNvGraphicFramePr>
            <a:graphicFrameLocks noGrp="true"/>
          </p:cNvGraphicFramePr>
          <p:nvPr/>
        </p:nvGraphicFramePr>
        <p:xfrm rot="0">
          <a:off x="589400" y="1058400"/>
          <a:ext cx="8726050" cy="2506836"/>
        </p:xfrm>
        <a:graphic>
          <a:graphicData uri="http://schemas.openxmlformats.org/drawingml/2006/chart">
            <c:chart xmlns:c="http://schemas.openxmlformats.org/drawingml/2006/chart" r:id="rId2"/>
          </a:graphicData>
        </a:graphic>
      </p:graphicFrame>
      <p:graphicFrame>
        <p:nvGraphicFramePr>
          <p:cNvPr id="5" name="table_1"/>
          <p:cNvGraphicFramePr>
            <a:graphicFrameLocks noGrp="true"/>
          </p:cNvGraphicFramePr>
          <p:nvPr/>
        </p:nvGraphicFramePr>
        <p:xfrm rot="0">
          <a:off x="993600" y="3866400"/>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2025年4月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2025年5月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2025年6月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2025年7月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2025年8月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2025年9月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6,046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6,473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6,925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8,588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10,106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13,209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7,414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8,166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9,358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9,600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8,262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8,531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graphicFrame>
        <p:nvGraphicFramePr>
          <p:cNvPr id="6" name="table_2"/>
          <p:cNvGraphicFramePr>
            <a:graphicFrameLocks noGrp="true"/>
          </p:cNvGraphicFramePr>
          <p:nvPr/>
        </p:nvGraphicFramePr>
        <p:xfrm rot="0">
          <a:off x="993600" y="4970308"/>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2025年10月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2026年3月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10,991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10,233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8,549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12,436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13,160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10,304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8,494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8,491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7,354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13,672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19,202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10,043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sp>
        <p:nvSpPr>
          <p:cNvPr id="7"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8</a:t>
            </a:fld>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セッションの推移（日別）</a:t>
            </a:r>
          </a:p>
        </p:txBody>
      </p:sp>
      <p:graphicFrame>
        <p:nvGraphicFramePr>
          <p:cNvPr id="4" name="graph"/>
          <p:cNvGraphicFramePr>
            <a:graphicFrameLocks noGrp="true"/>
          </p:cNvGraphicFramePr>
          <p:nvPr/>
        </p:nvGraphicFramePr>
        <p:xfrm rot="0">
          <a:off x="589400" y="1029600"/>
          <a:ext cx="8726050" cy="2613600"/>
        </p:xfrm>
        <a:graphic>
          <a:graphicData uri="http://schemas.openxmlformats.org/drawingml/2006/chart">
            <c:chart xmlns:c="http://schemas.openxmlformats.org/drawingml/2006/chart" r:id="rId2"/>
          </a:graphicData>
        </a:graphic>
      </p:graphicFrame>
      <p:graphicFrame>
        <p:nvGraphicFramePr>
          <p:cNvPr id="5" name="table"/>
          <p:cNvGraphicFramePr>
            <a:graphicFrameLocks noGrp="true"/>
          </p:cNvGraphicFramePr>
          <p:nvPr/>
        </p:nvGraphicFramePr>
        <p:xfrm rot="0">
          <a:off x="590400" y="3787200"/>
          <a:ext cx="8726400" cy="2592000"/>
        </p:xfrm>
        <a:graphic>
          <a:graphicData uri="http://schemas.openxmlformats.org/drawingml/2006/table">
            <a:tbl>
              <a:tblPr/>
              <a:tblGrid>
                <a:gridCol w="1246629"/>
                <a:gridCol w="1246629"/>
                <a:gridCol w="1246629"/>
                <a:gridCol w="1246629"/>
                <a:gridCol w="1246629"/>
                <a:gridCol w="1246629"/>
                <a:gridCol w="1246629"/>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日</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火</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水</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木</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金</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土</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4979F5">
                        <a:alpha val="10000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01</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07</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285</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345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449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379</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08</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14</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395</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361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433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361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263</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15</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21</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348</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292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357</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22</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28</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356</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357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291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302</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29</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30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31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353</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r>
            </a:tbl>
          </a:graphicData>
        </a:graphic>
      </p:graphicFrame>
      <p:sp>
        <p:nvSpPr>
          <p:cNvPr id="6"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9</a:t>
            </a:fld>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表示回数の推移（月別）</a:t>
            </a:r>
          </a:p>
        </p:txBody>
      </p:sp>
      <p:graphicFrame>
        <p:nvGraphicFramePr>
          <p:cNvPr id="4" name="graph"/>
          <p:cNvGraphicFramePr>
            <a:graphicFrameLocks noGrp="true"/>
          </p:cNvGraphicFramePr>
          <p:nvPr/>
        </p:nvGraphicFramePr>
        <p:xfrm rot="0">
          <a:off x="589400" y="1058400"/>
          <a:ext cx="8726050" cy="2506836"/>
        </p:xfrm>
        <a:graphic>
          <a:graphicData uri="http://schemas.openxmlformats.org/drawingml/2006/chart">
            <c:chart xmlns:c="http://schemas.openxmlformats.org/drawingml/2006/chart" r:id="rId2"/>
          </a:graphicData>
        </a:graphic>
      </p:graphicFrame>
      <p:graphicFrame>
        <p:nvGraphicFramePr>
          <p:cNvPr id="5" name="table_1"/>
          <p:cNvGraphicFramePr>
            <a:graphicFrameLocks noGrp="true"/>
          </p:cNvGraphicFramePr>
          <p:nvPr/>
        </p:nvGraphicFramePr>
        <p:xfrm rot="0">
          <a:off x="993600" y="3866400"/>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2025年4月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2025年5月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2025年6月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2025年7月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2025年8月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2025年9月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23,170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20,536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22,727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28,130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33,076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28,881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15,198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23,195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22,741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23,277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23,638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22,001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graphicFrame>
        <p:nvGraphicFramePr>
          <p:cNvPr id="6" name="table_2"/>
          <p:cNvGraphicFramePr>
            <a:graphicFrameLocks noGrp="true"/>
          </p:cNvGraphicFramePr>
          <p:nvPr/>
        </p:nvGraphicFramePr>
        <p:xfrm rot="0">
          <a:off x="993600" y="4970308"/>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2025年10月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2026年3月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26,996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25,546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21,971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32,562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36,872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26,823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31,649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21,834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19,384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36,984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60,833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25,728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sp>
        <p:nvSpPr>
          <p:cNvPr id="7"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10</a:t>
            </a:fld>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表示回数の推移（日別）</a:t>
            </a:r>
          </a:p>
        </p:txBody>
      </p:sp>
      <p:graphicFrame>
        <p:nvGraphicFramePr>
          <p:cNvPr id="4" name="graph"/>
          <p:cNvGraphicFramePr>
            <a:graphicFrameLocks noGrp="true"/>
          </p:cNvGraphicFramePr>
          <p:nvPr/>
        </p:nvGraphicFramePr>
        <p:xfrm rot="0">
          <a:off x="589400" y="1029600"/>
          <a:ext cx="8726050" cy="2613600"/>
        </p:xfrm>
        <a:graphic>
          <a:graphicData uri="http://schemas.openxmlformats.org/drawingml/2006/chart">
            <c:chart xmlns:c="http://schemas.openxmlformats.org/drawingml/2006/chart" r:id="rId2"/>
          </a:graphicData>
        </a:graphic>
      </p:graphicFrame>
      <p:graphicFrame>
        <p:nvGraphicFramePr>
          <p:cNvPr id="5" name="table"/>
          <p:cNvGraphicFramePr>
            <a:graphicFrameLocks noGrp="true"/>
          </p:cNvGraphicFramePr>
          <p:nvPr/>
        </p:nvGraphicFramePr>
        <p:xfrm rot="0">
          <a:off x="590400" y="3787200"/>
          <a:ext cx="8726400" cy="2592000"/>
        </p:xfrm>
        <a:graphic>
          <a:graphicData uri="http://schemas.openxmlformats.org/drawingml/2006/table">
            <a:tbl>
              <a:tblPr/>
              <a:tblGrid>
                <a:gridCol w="1246629"/>
                <a:gridCol w="1246629"/>
                <a:gridCol w="1246629"/>
                <a:gridCol w="1246629"/>
                <a:gridCol w="1246629"/>
                <a:gridCol w="1246629"/>
                <a:gridCol w="1246629"/>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日</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火</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水</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木</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金</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土</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4979F5">
                        <a:alpha val="10000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01</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07</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775</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676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986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957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743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1,206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1,102</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08</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14</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1,152</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967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1,102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939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821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773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814</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15</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21</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1,048</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799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866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923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939</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22</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28</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855</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956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748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783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761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663</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29</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30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31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917</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786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637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r>
            </a:tbl>
          </a:graphicData>
        </a:graphic>
      </p:graphicFrame>
      <p:sp>
        <p:nvSpPr>
          <p:cNvPr id="6"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11</a:t>
            </a:fld>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41"/>
          </p:nvPr>
        </p:nvSpPr>
        <p:spPr>
          <a:xfrm>
            <a:off x="468000" y="360000"/>
            <a:ext cx="7642225" cy="244800"/>
          </a:xfrm>
        </p:spPr>
        <p:txBody>
          <a:bodyPr/>
          <a:lstStyle/>
          <a:p>
            <a:r>
              <a:rPr/>
              <a:t>当月の日別表示回数ランキング（1/2）</a:t>
            </a:r>
          </a:p>
        </p:txBody>
      </p:sp>
      <p:graphicFrame>
        <p:nvGraphicFramePr>
          <p:cNvPr id="3" name="table"/>
          <p:cNvGraphicFramePr>
            <a:graphicFrameLocks noGrp="true"/>
          </p:cNvGraphicFramePr>
          <p:nvPr/>
        </p:nvGraphicFramePr>
        <p:xfrm rot="0">
          <a:off x="565200" y="1081819"/>
          <a:ext cx="8892000" cy="5148689"/>
        </p:xfrm>
        <a:graphic>
          <a:graphicData uri="http://schemas.openxmlformats.org/drawingml/2006/table">
            <a:tbl>
              <a:tblPr/>
              <a:tblGrid>
                <a:gridCol w="666000"/>
                <a:gridCol w="2196000"/>
                <a:gridCol w="2010000"/>
                <a:gridCol w="2010000"/>
                <a:gridCol w="2010000"/>
              </a:tblGrid>
              <a:tr h="360000">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 </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日付</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表示回数</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平均エンゲージメント時間</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2026/03/06（金）</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1,206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FF0000">
                              <a:alpha val="100000"/>
                            </a:srgbClr>
                          </a:solidFill>
                          <a:latin typeface="游ゴシック"/>
                          <a:cs typeface="游ゴシック"/>
                          <a:ea typeface="游ゴシック"/>
                          <a:sym typeface="游ゴシック"/>
                        </a:rPr>
                        <a:t>2026/03/08（日）</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1,152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3C78D8">
                              <a:alpha val="100000"/>
                            </a:srgbClr>
                          </a:solidFill>
                          <a:latin typeface="游ゴシック"/>
                          <a:cs typeface="游ゴシック"/>
                          <a:ea typeface="游ゴシック"/>
                          <a:sym typeface="游ゴシック"/>
                        </a:rPr>
                        <a:t>2026/03/07（土）</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1,102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00:01:44</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2026/03/10（火）</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1,102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FF0000">
                              <a:alpha val="100000"/>
                            </a:srgbClr>
                          </a:solidFill>
                          <a:latin typeface="游ゴシック"/>
                          <a:cs typeface="游ゴシック"/>
                          <a:ea typeface="游ゴシック"/>
                          <a:sym typeface="游ゴシック"/>
                        </a:rPr>
                        <a:t>2026/03/15（日）</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1,048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00:02:12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2026/03/03（火）</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986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2026/03/09（月）</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967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2026/03/04（水）</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957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244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2026/03/23（月）</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956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00:01:45</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2026/03/11（水）</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00:02:08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3C78D8">
                              <a:alpha val="100000"/>
                            </a:srgbClr>
                          </a:solidFill>
                          <a:latin typeface="游ゴシック"/>
                          <a:cs typeface="游ゴシック"/>
                          <a:ea typeface="游ゴシック"/>
                          <a:sym typeface="游ゴシック"/>
                        </a:rPr>
                        <a:t>2026/03/21（土）</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2026/03/20（金）</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923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00:02:20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FF0000">
                              <a:alpha val="100000"/>
                            </a:srgbClr>
                          </a:solidFill>
                          <a:latin typeface="游ゴシック"/>
                          <a:cs typeface="游ゴシック"/>
                          <a:ea typeface="游ゴシック"/>
                          <a:sym typeface="游ゴシック"/>
                        </a:rPr>
                        <a:t>2026/03/29（日）</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917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2026/03/18（水）</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866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00:01:41</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31728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FF0000">
                              <a:alpha val="100000"/>
                            </a:srgbClr>
                          </a:solidFill>
                          <a:latin typeface="游ゴシック"/>
                          <a:cs typeface="游ゴシック"/>
                          <a:ea typeface="游ゴシック"/>
                          <a:sym typeface="游ゴシック"/>
                        </a:rPr>
                        <a:t>2026/03/22（日）</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00:01:44</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bl>
          </a:graphicData>
        </a:graphic>
      </p:graphicFrame>
      <p:sp>
        <p:nvSpPr>
          <p:cNvPr id="4"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12</a:t>
            </a:fld>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41"/>
          </p:nvPr>
        </p:nvSpPr>
        <p:spPr>
          <a:xfrm>
            <a:off x="468000" y="360000"/>
            <a:ext cx="7642225" cy="244800"/>
          </a:xfrm>
        </p:spPr>
        <p:txBody>
          <a:bodyPr/>
          <a:lstStyle/>
          <a:p>
            <a:r>
              <a:rPr/>
              <a:t>当月の日別表示回数ランキング（2/2）</a:t>
            </a:r>
          </a:p>
        </p:txBody>
      </p:sp>
      <p:graphicFrame>
        <p:nvGraphicFramePr>
          <p:cNvPr id="3" name="table"/>
          <p:cNvGraphicFramePr>
            <a:graphicFrameLocks noGrp="true"/>
          </p:cNvGraphicFramePr>
          <p:nvPr/>
        </p:nvGraphicFramePr>
        <p:xfrm rot="0">
          <a:off x="565200" y="1081819"/>
          <a:ext cx="8892000" cy="5148689"/>
        </p:xfrm>
        <a:graphic>
          <a:graphicData uri="http://schemas.openxmlformats.org/drawingml/2006/table">
            <a:tbl>
              <a:tblPr/>
              <a:tblGrid>
                <a:gridCol w="666000"/>
                <a:gridCol w="2196000"/>
                <a:gridCol w="2010000"/>
                <a:gridCol w="2010000"/>
                <a:gridCol w="2010000"/>
              </a:tblGrid>
              <a:tr h="360000">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 </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日付</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表示回数</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平均エンゲージメント時間</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2026/03/19（木）</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2026/03/12（木）</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821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00:01:29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3C78D8">
                              <a:alpha val="100000"/>
                            </a:srgbClr>
                          </a:solidFill>
                          <a:latin typeface="游ゴシック"/>
                          <a:cs typeface="游ゴシック"/>
                          <a:ea typeface="游ゴシック"/>
                          <a:sym typeface="游ゴシック"/>
                        </a:rPr>
                        <a:t>2026/03/14（土）</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814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00:02:28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2026/03/17（火）</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799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00:02:06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2026/03/30（月）</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786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247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2026/03/25（水）</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783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FF0000">
                              <a:alpha val="100000"/>
                            </a:srgbClr>
                          </a:solidFill>
                          <a:latin typeface="游ゴシック"/>
                          <a:cs typeface="游ゴシック"/>
                          <a:ea typeface="游ゴシック"/>
                          <a:sym typeface="游ゴシック"/>
                        </a:rPr>
                        <a:t>2026/03/01（日）</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775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2026/03/13（金）</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773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2026/03/27（金）</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761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2026/03/24（火）</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748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00:01:27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2026/03/05（木）</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743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00:01:34</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2026/03/02（月）</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676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00:02:19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3C78D8">
                              <a:alpha val="100000"/>
                            </a:srgbClr>
                          </a:solidFill>
                          <a:latin typeface="游ゴシック"/>
                          <a:cs typeface="游ゴシック"/>
                          <a:ea typeface="游ゴシック"/>
                          <a:sym typeface="游ゴシック"/>
                        </a:rPr>
                        <a:t>2026/03/28（土）</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241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00:01:23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2026/03/16（月）</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209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30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2026/03/31（火）</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637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9745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31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2026/03/26（木）</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bl>
          </a:graphicData>
        </a:graphic>
      </p:graphicFrame>
      <p:sp>
        <p:nvSpPr>
          <p:cNvPr id="4"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13</a:t>
            </a:fld>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エンゲージメント率の推移（月別）</a:t>
            </a:r>
          </a:p>
        </p:txBody>
      </p:sp>
      <p:graphicFrame>
        <p:nvGraphicFramePr>
          <p:cNvPr id="4" name="graph"/>
          <p:cNvGraphicFramePr>
            <a:graphicFrameLocks noGrp="true"/>
          </p:cNvGraphicFramePr>
          <p:nvPr/>
        </p:nvGraphicFramePr>
        <p:xfrm rot="0">
          <a:off x="589400" y="1058400"/>
          <a:ext cx="8726050" cy="2506836"/>
        </p:xfrm>
        <a:graphic>
          <a:graphicData uri="http://schemas.openxmlformats.org/drawingml/2006/chart">
            <c:chart xmlns:c="http://schemas.openxmlformats.org/drawingml/2006/chart" r:id="rId2"/>
          </a:graphicData>
        </a:graphic>
      </p:graphicFrame>
      <p:graphicFrame>
        <p:nvGraphicFramePr>
          <p:cNvPr id="5" name="table_1"/>
          <p:cNvGraphicFramePr>
            <a:graphicFrameLocks noGrp="true"/>
          </p:cNvGraphicFramePr>
          <p:nvPr/>
        </p:nvGraphicFramePr>
        <p:xfrm rot="0">
          <a:off x="993600" y="3866400"/>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2025年4月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2025年5月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2025年6月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2025年7月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2025年8月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2025年9月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65.18%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67.82%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66.69%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65.67%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66.67%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51.49%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67.56%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66.10%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66.08%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61.36%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62.30%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62.88%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graphicFrame>
        <p:nvGraphicFramePr>
          <p:cNvPr id="6" name="table_2"/>
          <p:cNvGraphicFramePr>
            <a:graphicFrameLocks noGrp="true"/>
          </p:cNvGraphicFramePr>
          <p:nvPr/>
        </p:nvGraphicFramePr>
        <p:xfrm rot="0">
          <a:off x="993600" y="4970308"/>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2025年10月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2026年3月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57.87%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64.85%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64.88%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66.89%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69.51%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64.25%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62.67%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65.53%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64.75%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59.84%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59.17%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65.13%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sp>
        <p:nvSpPr>
          <p:cNvPr id="7"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14</a:t>
            </a:fld>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平均エンゲージメント時間の推移（月別）</a:t>
            </a:r>
          </a:p>
        </p:txBody>
      </p:sp>
      <p:graphicFrame>
        <p:nvGraphicFramePr>
          <p:cNvPr id="4" name="graph"/>
          <p:cNvGraphicFramePr>
            <a:graphicFrameLocks noGrp="true"/>
          </p:cNvGraphicFramePr>
          <p:nvPr/>
        </p:nvGraphicFramePr>
        <p:xfrm rot="0">
          <a:off x="589400" y="1058400"/>
          <a:ext cx="8726050" cy="2506836"/>
        </p:xfrm>
        <a:graphic>
          <a:graphicData uri="http://schemas.openxmlformats.org/drawingml/2006/chart">
            <c:chart xmlns:c="http://schemas.openxmlformats.org/drawingml/2006/chart" r:id="rId2"/>
          </a:graphicData>
        </a:graphic>
      </p:graphicFrame>
      <p:graphicFrame>
        <p:nvGraphicFramePr>
          <p:cNvPr id="5" name="table_1"/>
          <p:cNvGraphicFramePr>
            <a:graphicFrameLocks noGrp="true"/>
          </p:cNvGraphicFramePr>
          <p:nvPr/>
        </p:nvGraphicFramePr>
        <p:xfrm rot="0">
          <a:off x="993600" y="3866400"/>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2025年4月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2025年5月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2025年6月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2025年7月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2025年8月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2025年9月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00:02:12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00:02:05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graphicFrame>
        <p:nvGraphicFramePr>
          <p:cNvPr id="6" name="table_2"/>
          <p:cNvGraphicFramePr>
            <a:graphicFrameLocks noGrp="true"/>
          </p:cNvGraphicFramePr>
          <p:nvPr/>
        </p:nvGraphicFramePr>
        <p:xfrm rot="0">
          <a:off x="993600" y="4970308"/>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2025年10月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2026年3月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00:02:04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00:02:21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00:02:02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00:02:06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00:02:01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sp>
        <p:nvSpPr>
          <p:cNvPr id="7"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15</a:t>
            </a:fld>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ユーザー/新しいユーザーの推移（月別）</a:t>
            </a:r>
          </a:p>
        </p:txBody>
      </p:sp>
      <p:graphicFrame>
        <p:nvGraphicFramePr>
          <p:cNvPr id="4" name="graph"/>
          <p:cNvGraphicFramePr>
            <a:graphicFrameLocks noGrp="true"/>
          </p:cNvGraphicFramePr>
          <p:nvPr/>
        </p:nvGraphicFramePr>
        <p:xfrm rot="0">
          <a:off x="589400" y="1058400"/>
          <a:ext cx="8726050" cy="2506836"/>
        </p:xfrm>
        <a:graphic>
          <a:graphicData uri="http://schemas.openxmlformats.org/drawingml/2006/chart">
            <c:chart xmlns:c="http://schemas.openxmlformats.org/drawingml/2006/chart" r:id="rId2"/>
          </a:graphicData>
        </a:graphic>
      </p:graphicFrame>
      <p:graphicFrame>
        <p:nvGraphicFramePr>
          <p:cNvPr id="5" name="table_1"/>
          <p:cNvGraphicFramePr>
            <a:graphicFrameLocks noGrp="true"/>
          </p:cNvGraphicFramePr>
          <p:nvPr/>
        </p:nvGraphicFramePr>
        <p:xfrm rot="0">
          <a:off x="993600" y="3866400"/>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2025年4月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2025年5月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2025年6月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2025年7月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2025年8月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2025年9月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4,741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4,969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5,156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6,593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7,505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10,180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新しいユーザー</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4,505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4,766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4,929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6,295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7,146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9,728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graphicFrame>
        <p:nvGraphicFramePr>
          <p:cNvPr id="6" name="table_2"/>
          <p:cNvGraphicFramePr>
            <a:graphicFrameLocks noGrp="true"/>
          </p:cNvGraphicFramePr>
          <p:nvPr/>
        </p:nvGraphicFramePr>
        <p:xfrm rot="0">
          <a:off x="993600" y="4970308"/>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2025年10月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2026年3月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8,509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7,643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6,222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9,865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9,717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6,668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新しいユーザー</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8,127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7,227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5,866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9,364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9,112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6,192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sp>
        <p:nvSpPr>
          <p:cNvPr id="7"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16</a:t>
            </a:fld>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_1"/>
          <p:cNvSpPr>
            <a:spLocks noGrp="1"/>
          </p:cNvSpPr>
          <p:nvPr>
            <p:ph type="body" sz="quarter" idx="15"/>
          </p:nvPr>
        </p:nvSpPr>
        <p:spPr>
          <a:xfrm>
            <a:off x="1355670" y="1325647"/>
            <a:ext cx="7194661" cy="434665"/>
          </a:xfrm>
        </p:spPr>
        <p:txBody>
          <a:bodyPr/>
          <a:lstStyle/>
          <a:p>
            <a:r>
              <a:rPr/>
              <a:t>基本レポート</a:t>
            </a:r>
          </a:p>
        </p:txBody>
      </p:sp>
      <p:sp>
        <p:nvSpPr>
          <p:cNvPr id="3" name="page_title_2"/>
          <p:cNvSpPr>
            <a:spLocks noGrp="1"/>
          </p:cNvSpPr>
          <p:nvPr>
            <p:ph type="body" sz="quarter" idx="16"/>
          </p:nvPr>
        </p:nvSpPr>
        <p:spPr>
          <a:xfrm>
            <a:off x="1355671" y="2041183"/>
            <a:ext cx="7194661" cy="973231"/>
          </a:xfrm>
        </p:spPr>
        <p:txBody>
          <a:bodyPr/>
          <a:lstStyle/>
          <a:p>
            <a:r>
              <a:rPr/>
              <a:t>集客</a:t>
            </a:r>
          </a:p>
        </p:txBody>
      </p:sp>
      <p:sp>
        <p:nvSpPr>
          <p:cNvPr id="4" name="date_background"/>
          <p:cNvSpPr>
            <a:spLocks noGrp="1"/>
          </p:cNvSpPr>
          <p:nvPr>
            <p:ph type="body" sz="quarter" idx="17"/>
          </p:nvPr>
        </p:nvSpPr>
        <p:spPr>
          <a:xfrm>
            <a:off x="4433454" y="3916110"/>
            <a:ext cx="4765964" cy="2101327"/>
          </a:xfrm>
        </p:spPr>
        <p:txBody>
          <a:bodyPr/>
          <a:lstStyle/>
          <a:p>
            <a:pPr algn="l" marL="0" marR="0">
              <a:lnSpc>
                <a:spcPct val="100000"/>
              </a:lnSpc>
              <a:spcBef>
                <a:spcPts val="0"/>
              </a:spcBef>
              <a:spcAft>
                <a:spcPts val="0"/>
              </a:spcAft>
              <a:buNone/>
            </a:pPr>
            <a:r>
              <a:rPr cap="none" sz="12000" i="0" b="1" u="none">
                <a:solidFill>
                  <a:srgbClr val="D9E6FF">
                    <a:alpha val="100000"/>
                  </a:srgbClr>
                </a:solidFill>
                <a:latin typeface="Arial"/>
                <a:cs typeface="Arial"/>
                <a:ea typeface="Arial"/>
                <a:sym typeface="Arial"/>
              </a:rPr>
              <a:t>‘26.03</a:t>
            </a:r>
          </a:p>
        </p:txBody>
      </p:sp>
      <p:sp>
        <p:nvSpPr>
          <p:cNvPr id="5" name="text"/>
          <p:cNvSpPr>
            <a:spLocks noGrp="1"/>
          </p:cNvSpPr>
          <p:nvPr>
            <p:ph type="body" sz="quarter" idx="18"/>
          </p:nvPr>
        </p:nvSpPr>
        <p:spPr>
          <a:xfrm>
            <a:off x="1355670" y="3577197"/>
            <a:ext cx="7843748" cy="2101327"/>
          </a:xfrm>
        </p:spPr>
        <p:txBody>
          <a:bodyPr/>
          <a:lstStyle/>
          <a:p>
            <a:r>
              <a:rPr/>
              <a:t>分析対象のWEBサイトへどこからユーザーが来訪したのか、
を確認いただける項目です。
SNSや広告、メールマガジンでの流入など、流入経路の参照元や
メディアを含め総合的に分析いただけます。</a:t>
            </a:r>
          </a:p>
        </p:txBody>
      </p:sp>
      <p:sp>
        <p:nvSpPr>
          <p:cNvPr id="6" name="スライド番号プレースホルダー 1"/>
          <p:cNvSpPr>
            <a:spLocks noGrp="1"/>
          </p:cNvSpPr>
          <p:nvPr>
            <p:ph type="sldNum" sz="quarter" idx="12"/>
          </p:nvPr>
        </p:nvSpPr>
        <p:spPr>
          <a:xfrm>
            <a:off x="7560000" y="6356350"/>
            <a:ext cx="2228850" cy="365125"/>
          </a:xfrm>
        </p:spPr>
        <p:txBody>
          <a:bodyPr/>
          <a:lstStyle/>
          <a:p>
            <a:fld id="{93BF14CA-2582-4BFF-825A-396A65C60C80}" type="slidenum">
              <a:rPr/>
              <a:t>17</a:t>
            </a:fld>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流入経路のサマリ（当月 3月）</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1482000"/>
                <a:gridCol w="1482000"/>
                <a:gridCol w="1482000"/>
                <a:gridCol w="1482000"/>
                <a:gridCol w="1482000"/>
                <a:gridCol w="1482000"/>
              </a:tblGrid>
              <a:tr h="540000">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流入経路</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新しいユーザー</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セッション</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エンゲージメント率</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平均エンゲージ</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メント時間</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Organic Search</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4,015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3,664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6,087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65.50%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00:01:55</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Referral</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1,261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1,102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1,723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71.39%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00:02:37</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Direct</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976</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921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1,458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54.12%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00:01:33</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Paid Search</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382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335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491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66.40%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00:02:02</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Unassigned</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219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146</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352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52.27%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00:02:21</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Organic Social</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65.62%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00:00:34</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Cross-network</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80.00%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00:00:21</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Organic Video</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33.33%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00:00:23</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Paid Other</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100.00%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00:04:54</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18</a:t>
            </a:fld>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流入経路のサマリ（前月 2月）</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1482000"/>
                <a:gridCol w="1482000"/>
                <a:gridCol w="1482000"/>
                <a:gridCol w="1482000"/>
                <a:gridCol w="1482000"/>
                <a:gridCol w="1482000"/>
              </a:tblGrid>
              <a:tr h="540000">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流入経路</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新しいユーザー</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セッション</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エンゲージメント率</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平均エンゲージ</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メント時間</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Paid Search</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4,318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4,009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5,139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70.97%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00:01:46</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Organic Search</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3,006</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2,671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4,109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68.95%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00:01:48</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Referral</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1,213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1,020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1,672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74.64%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00:02:48</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Direct</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1,188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1,107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1,630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56.32%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00:01:38</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Unassigned</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216</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135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325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57.85%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00:02:18</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Cross-network</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93.22%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00:02:21</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Organic Social</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149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58.39%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00:00:44</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19</a:t>
            </a:fld>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流入経路のサマリ（前々月 1月）</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1482000"/>
                <a:gridCol w="1482000"/>
                <a:gridCol w="1482000"/>
                <a:gridCol w="1482000"/>
                <a:gridCol w="1482000"/>
                <a:gridCol w="1482000"/>
              </a:tblGrid>
              <a:tr h="540000">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流入経路</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新しいユーザー</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セッション</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エンゲージメント率</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平均エンゲージ</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メント時間</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Paid Search</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3,719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3,574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4,286</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68.76%</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00:01:34</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Organic Search</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3,163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2,917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4,209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71.28%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00:01:43</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Direct</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1,776</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1,721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2,167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49.52%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00:01:06</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Referral</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998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889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1,390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71.01%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00:02:31</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Unassigned</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173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284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51.06%</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00:02:40</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Cross-network</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124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123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124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91.13%</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00:01:22</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Organic Social</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74.51%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00:00:17</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Organic Video</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100.00%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00:00:15</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Paid Other</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100.00%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00:03:01</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20</a:t>
            </a:fld>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流入経路のサマリ（前年同月 2025年 3月）</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1482000"/>
                <a:gridCol w="1482000"/>
                <a:gridCol w="1482000"/>
                <a:gridCol w="1482000"/>
                <a:gridCol w="1482000"/>
                <a:gridCol w="1482000"/>
              </a:tblGrid>
              <a:tr h="540000">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流入経路</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新しいユーザー</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セッション</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エンゲージメント率</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平均エンゲージ</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メント時間</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Organic Search</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3,970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3,624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5,519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67.78%</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00:01:50</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Paid Search</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1,262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1,170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1,562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57.75%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00:01:16</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Referral</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951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811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1,267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73.32%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00:03:02</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Direct</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925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864</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1,339</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56.91%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00:01:43</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Unassigned</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285</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220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431</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58.47%</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00:02:46</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00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Arial"/>
                          <a:cs typeface="Arial"/>
                          <a:ea typeface="Arial"/>
                          <a:sym typeface="Arial"/>
                        </a:rPr>
                        <a:t>Organic Social</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50.00%</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00:00:01</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21</a:t>
            </a:fld>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流入経路TOP 20（参照元/メディア）</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306000"/>
                <a:gridCol w="1800000"/>
                <a:gridCol w="1324080"/>
                <a:gridCol w="1324080"/>
                <a:gridCol w="1324080"/>
                <a:gridCol w="1324080"/>
                <a:gridCol w="1324080"/>
              </a:tblGrid>
              <a:tr h="252000">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 </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参照元/メディア</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新しいユーザー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エンゲージメント率</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エンゲージのあった</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セッション</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平均エンゲージ</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メント時間</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google / organic</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2,910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2,656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61.56%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2,786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00:01:45</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(direct) / (none)</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976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921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54.12%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789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yahoo / organic</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933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75.31%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982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00:02:16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dormy-ac.com / referral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71.51%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00:03:35</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aasa.ac.jp / referral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201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73.36%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00:02:18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google / cpc</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66.44%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00:02:36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yahoo / cpc</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65.98%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bing / organic</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74.87%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00:02:48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univcoop-tokai.jp / referral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75.12%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00:02:16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qr / pamphlet</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54.89%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chukyo-u.ac.jp / referral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72.15%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00:02:38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www2.sundai.ac.jp / referral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72.94%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00:03:59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service.smt.docomo.ne.jp / referral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66.13%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00:02:53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(not set)</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00:02:46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chubugakki.ac.jp / referral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48.89%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cuservice.co.jp / referral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80.43%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00:02:34</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hal.ac.jp / referral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77.50%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DM / QR</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61.70%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00:02:18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nufs.ac.jp / referral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66.67%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00:01:44</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1771">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art.kawai-juku.ac.jp / referral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69.12%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00:08:54</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22</a:t>
            </a:fld>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_1"/>
          <p:cNvSpPr>
            <a:spLocks noGrp="1"/>
          </p:cNvSpPr>
          <p:nvPr>
            <p:ph type="body" sz="quarter" idx="15"/>
          </p:nvPr>
        </p:nvSpPr>
        <p:spPr>
          <a:xfrm>
            <a:off x="1355670" y="1325647"/>
            <a:ext cx="7194661" cy="434665"/>
          </a:xfrm>
        </p:spPr>
        <p:txBody>
          <a:bodyPr/>
          <a:lstStyle/>
          <a:p>
            <a:r>
              <a:rPr/>
              <a:t>基本レポート</a:t>
            </a:r>
          </a:p>
        </p:txBody>
      </p:sp>
      <p:sp>
        <p:nvSpPr>
          <p:cNvPr id="3" name="page_title_2"/>
          <p:cNvSpPr>
            <a:spLocks noGrp="1"/>
          </p:cNvSpPr>
          <p:nvPr>
            <p:ph type="body" sz="quarter" idx="16"/>
          </p:nvPr>
        </p:nvSpPr>
        <p:spPr>
          <a:xfrm>
            <a:off x="1355671" y="2041183"/>
            <a:ext cx="7194661" cy="973231"/>
          </a:xfrm>
        </p:spPr>
        <p:txBody>
          <a:bodyPr/>
          <a:lstStyle/>
          <a:p>
            <a:r>
              <a:rPr/>
              <a:t>行動</a:t>
            </a:r>
          </a:p>
        </p:txBody>
      </p:sp>
      <p:sp>
        <p:nvSpPr>
          <p:cNvPr id="4" name="date_background"/>
          <p:cNvSpPr>
            <a:spLocks noGrp="1"/>
          </p:cNvSpPr>
          <p:nvPr>
            <p:ph type="body" sz="quarter" idx="17"/>
          </p:nvPr>
        </p:nvSpPr>
        <p:spPr>
          <a:xfrm>
            <a:off x="4433454" y="3916110"/>
            <a:ext cx="4765964" cy="2101327"/>
          </a:xfrm>
        </p:spPr>
        <p:txBody>
          <a:bodyPr/>
          <a:lstStyle/>
          <a:p>
            <a:pPr algn="l" marL="0" marR="0">
              <a:lnSpc>
                <a:spcPct val="100000"/>
              </a:lnSpc>
              <a:spcBef>
                <a:spcPts val="0"/>
              </a:spcBef>
              <a:spcAft>
                <a:spcPts val="0"/>
              </a:spcAft>
              <a:buNone/>
            </a:pPr>
            <a:r>
              <a:rPr cap="none" sz="12000" i="0" b="1" u="none">
                <a:solidFill>
                  <a:srgbClr val="D9E6FF">
                    <a:alpha val="100000"/>
                  </a:srgbClr>
                </a:solidFill>
                <a:latin typeface="Arial"/>
                <a:cs typeface="Arial"/>
                <a:ea typeface="Arial"/>
                <a:sym typeface="Arial"/>
              </a:rPr>
              <a:t>‘26.03</a:t>
            </a:r>
          </a:p>
        </p:txBody>
      </p:sp>
      <p:sp>
        <p:nvSpPr>
          <p:cNvPr id="5" name="text"/>
          <p:cNvSpPr>
            <a:spLocks noGrp="1"/>
          </p:cNvSpPr>
          <p:nvPr>
            <p:ph type="body" sz="quarter" idx="18"/>
          </p:nvPr>
        </p:nvSpPr>
        <p:spPr>
          <a:xfrm>
            <a:off x="1355670" y="3577197"/>
            <a:ext cx="7843748" cy="2101327"/>
          </a:xfrm>
        </p:spPr>
        <p:txBody>
          <a:bodyPr/>
          <a:lstStyle/>
          <a:p>
            <a:r>
              <a:rPr/>
              <a:t>アクセス数の多かったTOP20ページと
ユーザーが最初に来訪したページ（ランディングページ）のTOP20を確認いただけます。
またランディングページの要改修箇所や改修検討箇所も図で確認可能です。</a:t>
            </a:r>
          </a:p>
        </p:txBody>
      </p:sp>
      <p:sp>
        <p:nvSpPr>
          <p:cNvPr id="6" name="スライド番号プレースホルダー 1"/>
          <p:cNvSpPr>
            <a:spLocks noGrp="1"/>
          </p:cNvSpPr>
          <p:nvPr>
            <p:ph type="sldNum" sz="quarter" idx="12"/>
          </p:nvPr>
        </p:nvSpPr>
        <p:spPr>
          <a:xfrm>
            <a:off x="7560000" y="6356350"/>
            <a:ext cx="2228850" cy="365125"/>
          </a:xfrm>
        </p:spPr>
        <p:txBody>
          <a:bodyPr/>
          <a:lstStyle/>
          <a:p>
            <a:fld id="{93BF14CA-2582-4BFF-825A-396A65C60C80}" type="slidenum">
              <a:rPr/>
              <a:t>23</a:t>
            </a:fld>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アクセスランキングTOP 20（1/2）</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540000"/>
                <a:gridCol w="4212000"/>
                <a:gridCol w="1035000"/>
                <a:gridCol w="1035000"/>
                <a:gridCol w="1035000"/>
                <a:gridCol w="1035000"/>
              </a:tblGrid>
              <a:tr h="432000">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No.</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ページURL</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ページタイトル</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表示回数</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850" i="0" b="1" u="none">
                          <a:solidFill>
                            <a:srgbClr val="FFFFFF">
                              <a:alpha val="100000"/>
                            </a:srgbClr>
                          </a:solidFill>
                          <a:latin typeface="游ゴシック"/>
                          <a:cs typeface="游ゴシック"/>
                          <a:ea typeface="游ゴシック"/>
                          <a:sym typeface="游ゴシック"/>
                        </a:rPr>
                        <a:t>ユーザーあたりの</a:t>
                      </a:r>
                      <a:br>
                        <a:rPr cap="none" sz="850" i="0" b="1" u="none">
                          <a:solidFill>
                            <a:srgbClr val="FFFFFF">
                              <a:alpha val="100000"/>
                            </a:srgbClr>
                          </a:solidFill>
                          <a:latin typeface="游ゴシック"/>
                          <a:cs typeface="游ゴシック"/>
                          <a:ea typeface="游ゴシック"/>
                          <a:sym typeface="游ゴシック"/>
                        </a:rPr>
                      </a:br>
                      <a:r>
                        <a:rPr cap="none" sz="850" i="0" b="1" u="none">
                          <a:solidFill>
                            <a:srgbClr val="FFFFFF">
                              <a:alpha val="100000"/>
                            </a:srgbClr>
                          </a:solidFill>
                          <a:latin typeface="游ゴシック"/>
                          <a:cs typeface="游ゴシック"/>
                          <a:ea typeface="游ゴシック"/>
                          <a:sym typeface="游ゴシック"/>
                        </a:rPr>
                        <a:t>ビュー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平均エンゲージメント時間</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2,575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1,516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00:00:32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名古屋で食事付きの学生寮なら学生会館ドーミー・学生マンション</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2,575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1,516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00:00:32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/find/property/13359/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1,123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584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ドーミーちくさ | 名古屋の学生...ドーミー｜共立メンテナンス名古屋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1,123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584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/find/property/13387/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778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487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ドーミーちくさ３ | 名古屋の学...ドーミー｜共立メンテナンス名古屋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778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487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/find/property/12126/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713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386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ドーミー赤池 | 名古屋の学生寮...ドーミー｜共立メンテナンス名古屋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713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386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/find/property/13445/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677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426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00:00:49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ドーミー本山 | 名古屋の学生寮...ドーミー｜共立メンテナンス名古屋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677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426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00:00:49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604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384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物件情報 | 名古屋の学生寮なら...ドーミー｜共立メンテナンス名古屋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604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384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/contact/application/</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593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00:01:29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入居のお申し込み | 名古屋の学...ドーミー｜共立メンテナンス名古屋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593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00:01:29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/find/property/13499/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577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00:01:11</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ドーミー千種南 | 名古屋の学生...ドーミー｜共立メンテナンス名古屋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577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00:01:11</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/find/property/13464/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560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00:00:46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ドーミー鶴舞公園 | 名古屋の学...ドーミー｜共立メンテナンス名古屋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560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00:00:46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/find/property/13394/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ドーミー大須観音 | 名古屋の学...ドーミー｜共立メンテナンス名古屋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24</a:t>
            </a:fld>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アクセスランキングTOP 20（2/2）</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540000"/>
                <a:gridCol w="4212000"/>
                <a:gridCol w="1035000"/>
                <a:gridCol w="1035000"/>
                <a:gridCol w="1035000"/>
                <a:gridCol w="1035000"/>
              </a:tblGrid>
              <a:tr h="432000">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No.</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ページURL</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ページタイトル</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表示回数</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850" i="0" b="1" u="none">
                          <a:solidFill>
                            <a:srgbClr val="FFFFFF">
                              <a:alpha val="100000"/>
                            </a:srgbClr>
                          </a:solidFill>
                          <a:latin typeface="游ゴシック"/>
                          <a:cs typeface="游ゴシック"/>
                          <a:ea typeface="游ゴシック"/>
                          <a:sym typeface="游ゴシック"/>
                        </a:rPr>
                        <a:t>ユーザーあたりの</a:t>
                      </a:r>
                      <a:br>
                        <a:rPr cap="none" sz="850" i="0" b="1" u="none">
                          <a:solidFill>
                            <a:srgbClr val="FFFFFF">
                              <a:alpha val="100000"/>
                            </a:srgbClr>
                          </a:solidFill>
                          <a:latin typeface="游ゴシック"/>
                          <a:cs typeface="游ゴシック"/>
                          <a:ea typeface="游ゴシック"/>
                          <a:sym typeface="游ゴシック"/>
                        </a:rPr>
                      </a:br>
                      <a:r>
                        <a:rPr cap="none" sz="850" i="0" b="1" u="none">
                          <a:solidFill>
                            <a:srgbClr val="FFFFFF">
                              <a:alpha val="100000"/>
                            </a:srgbClr>
                          </a:solidFill>
                          <a:latin typeface="游ゴシック"/>
                          <a:cs typeface="游ゴシック"/>
                          <a:ea typeface="游ゴシック"/>
                          <a:sym typeface="游ゴシック"/>
                        </a:rPr>
                        <a:t>ビュー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平均エンゲージメント時間</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/charm/meal/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505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419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朝夕食事付き | 名古屋の学生寮...ドーミー｜共立メンテナンス名古屋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505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419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/topics/14223/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474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【3月27日(金)まで期間延長】...ドーミー｜共立メンテナンス名古屋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474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/find/property/13298/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454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ドーミー川名 | 名古屋の学生寮...ドーミー｜共立メンテナンス名古屋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454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/find/property/13335/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ドーミー藤ヶ丘 | 名古屋の学生...ドーミー｜共立メンテナンス名古屋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/find/property/13452/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408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ドーミー長久手 | 名古屋の学生...ドーミー｜共立メンテナンス名古屋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408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/find/property/13325/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358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2.01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ドーミー東山公園 | 名古屋の学...ドーミー｜共立メンテナンス名古屋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358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2.01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/find/property/13405/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357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205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ドーミー名駅亀島 | 名古屋の学...ドーミー｜共立メンテナンス名古屋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357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205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/find/property/13432/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ドーミーいりなか | 名古屋の学...ドーミー｜共立メンテナンス名古屋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/find/property/13413/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298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ドーミー名駅南 | 名古屋の学生...ドーミー｜共立メンテナンス名古屋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298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34360">
                <a:tc rowSpan="2">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/find/property/12124/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rowSpan="2">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34360">
                <a:tc vMerge="true">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ドーミー吹上公園 | 名古屋の学...ドーミー｜共立メンテナンス名古屋</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vMerge="true">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25</a:t>
            </a:fld>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ランディングページTOP 20（1/2）</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540000"/>
                <a:gridCol w="4212000"/>
                <a:gridCol w="1035000"/>
                <a:gridCol w="1035000"/>
                <a:gridCol w="1035000"/>
                <a:gridCol w="1035000"/>
              </a:tblGrid>
              <a:tr h="432000">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No.</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ランディングページURL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セッション</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新しいユーザー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750" i="0" b="1" u="none">
                          <a:solidFill>
                            <a:srgbClr val="FFFFFF">
                              <a:alpha val="100000"/>
                            </a:srgbClr>
                          </a:solidFill>
                          <a:latin typeface="游ゴシック"/>
                          <a:cs typeface="游ゴシック"/>
                          <a:ea typeface="游ゴシック"/>
                          <a:sym typeface="游ゴシック"/>
                        </a:rPr>
                        <a:t>セッション</a:t>
                      </a:r>
                      <a:br>
                        <a:rPr cap="none" sz="750" i="0" b="1" u="none">
                          <a:solidFill>
                            <a:srgbClr val="FFFFFF">
                              <a:alpha val="100000"/>
                            </a:srgbClr>
                          </a:solidFill>
                          <a:latin typeface="游ゴシック"/>
                          <a:cs typeface="游ゴシック"/>
                          <a:ea typeface="游ゴシック"/>
                          <a:sym typeface="游ゴシック"/>
                        </a:rPr>
                      </a:br>
                      <a:r>
                        <a:rPr cap="none" sz="750" i="0" b="1" u="none">
                          <a:solidFill>
                            <a:srgbClr val="FFFFFF">
                              <a:alpha val="100000"/>
                            </a:srgbClr>
                          </a:solidFill>
                          <a:latin typeface="游ゴシック"/>
                          <a:cs typeface="游ゴシック"/>
                          <a:ea typeface="游ゴシック"/>
                          <a:sym typeface="游ゴシック"/>
                        </a:rPr>
                        <a:t>あたりの</a:t>
                      </a:r>
                      <a:br>
                        <a:rPr cap="none" sz="750" i="0" b="1" u="none">
                          <a:solidFill>
                            <a:srgbClr val="FFFFFF">
                              <a:alpha val="100000"/>
                            </a:srgbClr>
                          </a:solidFill>
                          <a:latin typeface="游ゴシック"/>
                          <a:cs typeface="游ゴシック"/>
                          <a:ea typeface="游ゴシック"/>
                          <a:sym typeface="游ゴシック"/>
                        </a:rPr>
                      </a:br>
                      <a:r>
                        <a:rPr cap="none" sz="750" i="0" b="1" u="none">
                          <a:solidFill>
                            <a:srgbClr val="FFFFFF">
                              <a:alpha val="100000"/>
                            </a:srgbClr>
                          </a:solidFill>
                          <a:latin typeface="游ゴシック"/>
                          <a:cs typeface="游ゴシック"/>
                          <a:ea typeface="游ゴシック"/>
                          <a:sym typeface="游ゴシック"/>
                        </a:rPr>
                        <a:t>平均エンゲージ</a:t>
                      </a:r>
                      <a:br>
                        <a:rPr cap="none" sz="750" i="0" b="1" u="none">
                          <a:solidFill>
                            <a:srgbClr val="FFFFFF">
                              <a:alpha val="100000"/>
                            </a:srgbClr>
                          </a:solidFill>
                          <a:latin typeface="游ゴシック"/>
                          <a:cs typeface="游ゴシック"/>
                          <a:ea typeface="游ゴシック"/>
                          <a:sym typeface="游ゴシック"/>
                        </a:rPr>
                      </a:br>
                      <a:r>
                        <a:rPr cap="none" sz="750" i="0" b="1" u="none">
                          <a:solidFill>
                            <a:srgbClr val="FFFFFF">
                              <a:alpha val="100000"/>
                            </a:srgbClr>
                          </a:solidFill>
                          <a:latin typeface="游ゴシック"/>
                          <a:cs typeface="游ゴシック"/>
                          <a:ea typeface="游ゴシック"/>
                          <a:sym typeface="游ゴシック"/>
                        </a:rPr>
                        <a:t>メント時間</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1,660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1,340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1,130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00:02:04</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/find/property/13359/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457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(not set)</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00:00:20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/topics/14223/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206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00:02:59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/find/property/13394/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/find/property/13445/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00:00:51</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/find/property/12126/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00:01:01</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/find/property/13387/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00:01:11</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/page/chukyo-uni...MOhL_ZkjtpIHTjwU</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/topics/16110/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00:01:26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26</a:t>
            </a:fld>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ランディングページTOP 20（2/2）</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540000"/>
                <a:gridCol w="4212000"/>
                <a:gridCol w="1035000"/>
                <a:gridCol w="1035000"/>
                <a:gridCol w="1035000"/>
                <a:gridCol w="1035000"/>
              </a:tblGrid>
              <a:tr h="432000">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No.</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ランディングページURL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セッション</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新しいユーザー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750" i="0" b="1" u="none">
                          <a:solidFill>
                            <a:srgbClr val="FFFFFF">
                              <a:alpha val="100000"/>
                            </a:srgbClr>
                          </a:solidFill>
                          <a:latin typeface="游ゴシック"/>
                          <a:cs typeface="游ゴシック"/>
                          <a:ea typeface="游ゴシック"/>
                          <a:sym typeface="游ゴシック"/>
                        </a:rPr>
                        <a:t>セッション</a:t>
                      </a:r>
                      <a:br>
                        <a:rPr cap="none" sz="750" i="0" b="1" u="none">
                          <a:solidFill>
                            <a:srgbClr val="FFFFFF">
                              <a:alpha val="100000"/>
                            </a:srgbClr>
                          </a:solidFill>
                          <a:latin typeface="游ゴシック"/>
                          <a:cs typeface="游ゴシック"/>
                          <a:ea typeface="游ゴシック"/>
                          <a:sym typeface="游ゴシック"/>
                        </a:rPr>
                      </a:br>
                      <a:r>
                        <a:rPr cap="none" sz="750" i="0" b="1" u="none">
                          <a:solidFill>
                            <a:srgbClr val="FFFFFF">
                              <a:alpha val="100000"/>
                            </a:srgbClr>
                          </a:solidFill>
                          <a:latin typeface="游ゴシック"/>
                          <a:cs typeface="游ゴシック"/>
                          <a:ea typeface="游ゴシック"/>
                          <a:sym typeface="游ゴシック"/>
                        </a:rPr>
                        <a:t>あたりの</a:t>
                      </a:r>
                      <a:br>
                        <a:rPr cap="none" sz="750" i="0" b="1" u="none">
                          <a:solidFill>
                            <a:srgbClr val="FFFFFF">
                              <a:alpha val="100000"/>
                            </a:srgbClr>
                          </a:solidFill>
                          <a:latin typeface="游ゴシック"/>
                          <a:cs typeface="游ゴシック"/>
                          <a:ea typeface="游ゴシック"/>
                          <a:sym typeface="游ゴシック"/>
                        </a:rPr>
                      </a:br>
                      <a:r>
                        <a:rPr cap="none" sz="750" i="0" b="1" u="none">
                          <a:solidFill>
                            <a:srgbClr val="FFFFFF">
                              <a:alpha val="100000"/>
                            </a:srgbClr>
                          </a:solidFill>
                          <a:latin typeface="游ゴシック"/>
                          <a:cs typeface="游ゴシック"/>
                          <a:ea typeface="游ゴシック"/>
                          <a:sym typeface="游ゴシック"/>
                        </a:rPr>
                        <a:t>平均エンゲージ</a:t>
                      </a:r>
                      <a:br>
                        <a:rPr cap="none" sz="750" i="0" b="1" u="none">
                          <a:solidFill>
                            <a:srgbClr val="FFFFFF">
                              <a:alpha val="100000"/>
                            </a:srgbClr>
                          </a:solidFill>
                          <a:latin typeface="游ゴシック"/>
                          <a:cs typeface="游ゴシック"/>
                          <a:ea typeface="游ゴシック"/>
                          <a:sym typeface="游ゴシック"/>
                        </a:rPr>
                      </a:br>
                      <a:r>
                        <a:rPr cap="none" sz="750" i="0" b="1" u="none">
                          <a:solidFill>
                            <a:srgbClr val="FFFFFF">
                              <a:alpha val="100000"/>
                            </a:srgbClr>
                          </a:solidFill>
                          <a:latin typeface="游ゴシック"/>
                          <a:cs typeface="游ゴシック"/>
                          <a:ea typeface="游ゴシック"/>
                          <a:sym typeface="游ゴシック"/>
                        </a:rPr>
                        <a:t>メント時間</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/find/property/13499/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00:01:14</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/page/aichi-fam-u/</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00:01:21</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/page/nagoya-u/?...ziR0Kq9sA0VB2twA</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/contact/application/</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/find/property/13325/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00:00:46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/page/meijo-univ/</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/topics/3016/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/find/property/13464/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00:01:01</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/find/property/13298/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46872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050" i="0" b="0" u="none">
                          <a:solidFill>
                            <a:srgbClr val="000000">
                              <a:alpha val="100000"/>
                            </a:srgbClr>
                          </a:solidFill>
                          <a:latin typeface="游ゴシック"/>
                          <a:cs typeface="游ゴシック"/>
                          <a:ea typeface="游ゴシック"/>
                          <a:sym typeface="游ゴシック"/>
                        </a:rPr>
                        <a:t>/find/property/13335/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00:00:58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27</a:t>
            </a:fld>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ランディングページのパフォーマンス（1/2）</a:t>
            </a:r>
          </a:p>
        </p:txBody>
      </p:sp>
      <p:graphicFrame>
        <p:nvGraphicFramePr>
          <p:cNvPr id="4" name="table"/>
          <p:cNvGraphicFramePr>
            <a:graphicFrameLocks noGrp="true"/>
          </p:cNvGraphicFramePr>
          <p:nvPr/>
        </p:nvGraphicFramePr>
        <p:xfrm rot="0">
          <a:off x="589400" y="977898"/>
          <a:ext cx="3312000" cy="5400000"/>
        </p:xfrm>
        <a:graphic>
          <a:graphicData uri="http://schemas.openxmlformats.org/drawingml/2006/table">
            <a:tbl>
              <a:tblPr/>
              <a:tblGrid>
                <a:gridCol w="432000"/>
                <a:gridCol w="1008000"/>
                <a:gridCol w="1224000"/>
                <a:gridCol w="648000"/>
              </a:tblGrid>
              <a:tr h="243771">
                <a:tc>
                  <a:txBody>
                    <a:bodyPr/>
                    <a:lstStyle/>
                    <a:p>
                      <a:pPr algn="ctr" marL="63500" marR="63500">
                        <a:lnSpc>
                          <a:spcPct val="100000"/>
                        </a:lnSpc>
                        <a:spcBef>
                          <a:spcPts val="0"/>
                        </a:spcBef>
                        <a:spcAft>
                          <a:spcPts val="0"/>
                        </a:spcAft>
                        <a:buNone/>
                      </a:pPr>
                      <a:r>
                        <a:rPr cap="none" sz="900" i="0" b="1" u="none">
                          <a:solidFill>
                            <a:srgbClr val="FFFFFF">
                              <a:alpha val="100000"/>
                            </a:srgbClr>
                          </a:solidFill>
                          <a:latin typeface="游ゴシック"/>
                          <a:cs typeface="游ゴシック"/>
                          <a:ea typeface="游ゴシック"/>
                          <a:sym typeface="游ゴシック"/>
                        </a:rPr>
                        <a:t> </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900" i="0" b="1" u="none">
                          <a:solidFill>
                            <a:srgbClr val="FFFFFF">
                              <a:alpha val="100000"/>
                            </a:srgbClr>
                          </a:solidFill>
                          <a:latin typeface="游ゴシック"/>
                          <a:cs typeface="游ゴシック"/>
                          <a:ea typeface="游ゴシック"/>
                          <a:sym typeface="游ゴシック"/>
                        </a:rPr>
                        <a:t>セッション</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900" i="0" b="1" u="none">
                          <a:solidFill>
                            <a:srgbClr val="FFFFFF">
                              <a:alpha val="100000"/>
                            </a:srgbClr>
                          </a:solidFill>
                          <a:latin typeface="游ゴシック"/>
                          <a:cs typeface="游ゴシック"/>
                          <a:ea typeface="游ゴシック"/>
                          <a:sym typeface="游ゴシック"/>
                        </a:rPr>
                        <a:t>エンゲージメント率</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900" i="0" b="1" u="none">
                          <a:solidFill>
                            <a:srgbClr val="FFFFFF">
                              <a:alpha val="100000"/>
                            </a:srgbClr>
                          </a:solidFill>
                          <a:latin typeface="游ゴシック"/>
                          <a:cs typeface="游ゴシック"/>
                          <a:ea typeface="游ゴシック"/>
                          <a:sym typeface="游ゴシック"/>
                        </a:rPr>
                        <a:t>ラベル</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A</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1,660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76.08%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B</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457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59.08%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C</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D</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79.85%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E</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51.60%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F</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60.59%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G</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63.51%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H</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56.65%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I</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64.50%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J</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71.86%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K</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65.06%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L</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62.96%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M</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62.73%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N</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69.48%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O</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53.90%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P</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60.53%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Q</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65.03%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R</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55.32%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S</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60.43%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T</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61.83%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bl>
          </a:graphicData>
        </a:graphic>
      </p:graphicFrame>
      <p:pic>
        <p:nvPicPr>
          <p:cNvPr id="5" name="graph" descr=""/>
          <p:cNvPicPr>
            <a:picLocks noGrp="1"/>
          </p:cNvPicPr>
          <p:nvPr>
            <p:ph type="chart" sz="quarter" idx="11"/>
          </p:nvPr>
        </p:nvPicPr>
        <p:blipFill>
          <a:blip cstate="print" r:embed="rId2"/>
          <a:stretch>
            <a:fillRect/>
          </a:stretch>
        </p:blipFill>
        <p:spPr>
          <a:xfrm>
            <a:off x="4316400" y="1371600"/>
            <a:ext cx="4636800" cy="3888000"/>
          </a:xfrm>
          <a:prstGeom prst="rect">
            <a:avLst/>
          </a:prstGeom>
        </p:spPr>
      </p:pic>
      <p:sp>
        <p:nvSpPr>
          <p:cNvPr id="6" name="text"/>
          <p:cNvSpPr>
            <a:spLocks noGrp="1"/>
          </p:cNvSpPr>
          <p:nvPr>
            <p:ph type="body" sz="quarter" idx="14"/>
          </p:nvPr>
        </p:nvSpPr>
        <p:spPr>
          <a:xfrm>
            <a:off x="5209200" y="5504400"/>
            <a:ext cx="3840161" cy="592000"/>
          </a:xfrm>
        </p:spPr>
        <p:txBody>
          <a:bodyPr/>
          <a:lstStyle/>
          <a:p>
            <a:r>
              <a:rPr/>
              <a:t>◎：模範（セッション：多、エンゲージメント率：高）
〇：優秀（セッション：少、エンゲージメント率：高）
△：要検証（セッション：少、エンゲージメント率：低）
×：要改修（セッション：多、エンゲージメント率：低）
</a:t>
            </a:r>
          </a:p>
        </p:txBody>
      </p:sp>
      <p:sp>
        <p:nvSpPr>
          <p:cNvPr id="7" name="スライド番号プレースホルダー 2"/>
          <p:cNvSpPr>
            <a:spLocks noGrp="1"/>
          </p:cNvSpPr>
          <p:nvPr>
            <p:ph type="sldNum" sz="quarter" idx="15"/>
          </p:nvPr>
        </p:nvSpPr>
        <p:spPr>
          <a:xfrm>
            <a:off x="7560000" y="6356350"/>
            <a:ext cx="2228850" cy="365125"/>
          </a:xfrm>
        </p:spPr>
        <p:txBody>
          <a:bodyPr/>
          <a:lstStyle/>
          <a:p>
            <a:fld id="{93BF14CA-2582-4BFF-825A-396A65C60C80}" type="slidenum">
              <a:rPr/>
              <a:t>28</a:t>
            </a:fld>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ランディングページのパフォーマンス（2/2）</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432000"/>
                <a:gridCol w="4248000"/>
                <a:gridCol w="1404000"/>
                <a:gridCol w="1404000"/>
                <a:gridCol w="1404000"/>
              </a:tblGrid>
              <a:tr h="243771">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 </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ランディングページURL</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セッション</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エンゲージメント率</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ラベル</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A</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1,660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76.08%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B</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/find/property/13359/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457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59.08%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C</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(not set)</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D</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/topics/14223/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79.85%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E</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/find/property/13394/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51.60%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F</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/find/property/13445/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60.59%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G</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/find/property/12126/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63.51%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H</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/find/property/13387/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56.65%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I</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/page/chukyo-univ/?fbclid=IwAR2ePv-CA1g...ss8fGQmbCti6fzn_NXFaGhMOhL_ZkjtpIHTjwU</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64.50%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J</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/topics/16110/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71.86%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K</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/find/property/13499/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65.06%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L</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/page/aichi-fam-u/</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62.96%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M</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/page/nagoya-u/?ttclid=E.C.P.CsECeLPUUp...GB_g5MnnVS4Zhc6OO_IHyLziR0Kq9sA0VB2twA</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62.73%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N</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/contact/application/</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69.48%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O</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/find/property/13325/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53.90%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P</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/page/meijo-univ/</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60.53%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Q</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/topics/3016/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65.03%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R</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/find/property/13464/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55.32%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S</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/find/property/13298/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60.43%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43771">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T</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l" marL="63500" marR="63500">
                        <a:lnSpc>
                          <a:spcPct val="100000"/>
                        </a:lnSpc>
                        <a:spcBef>
                          <a:spcPts val="0"/>
                        </a:spcBef>
                        <a:spcAft>
                          <a:spcPts val="0"/>
                        </a:spcAft>
                        <a:buNone/>
                      </a:pPr>
                      <a:r>
                        <a:rPr cap="none" sz="1100" i="0" b="0" u="none">
                          <a:solidFill>
                            <a:srgbClr val="000000">
                              <a:alpha val="100000"/>
                            </a:srgbClr>
                          </a:solidFill>
                          <a:latin typeface="游ゴシック"/>
                          <a:cs typeface="游ゴシック"/>
                          <a:ea typeface="游ゴシック"/>
                          <a:sym typeface="游ゴシック"/>
                        </a:rPr>
                        <a:t>/find/property/13335/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61.83%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ct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〇</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29</a:t>
            </a:fld>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_1"/>
          <p:cNvSpPr>
            <a:spLocks noGrp="1"/>
          </p:cNvSpPr>
          <p:nvPr>
            <p:ph type="body" sz="quarter" idx="15"/>
          </p:nvPr>
        </p:nvSpPr>
        <p:spPr>
          <a:xfrm>
            <a:off x="1355670" y="1325647"/>
            <a:ext cx="7194661" cy="434665"/>
          </a:xfrm>
        </p:spPr>
        <p:txBody>
          <a:bodyPr/>
          <a:lstStyle/>
          <a:p>
            <a:r>
              <a:rPr/>
              <a:t>基本レポート</a:t>
            </a:r>
          </a:p>
        </p:txBody>
      </p:sp>
      <p:sp>
        <p:nvSpPr>
          <p:cNvPr id="3" name="page_title_2"/>
          <p:cNvSpPr>
            <a:spLocks noGrp="1"/>
          </p:cNvSpPr>
          <p:nvPr>
            <p:ph type="body" sz="quarter" idx="16"/>
          </p:nvPr>
        </p:nvSpPr>
        <p:spPr>
          <a:xfrm>
            <a:off x="1355671" y="2041183"/>
            <a:ext cx="7194661" cy="973231"/>
          </a:xfrm>
        </p:spPr>
        <p:txBody>
          <a:bodyPr/>
          <a:lstStyle/>
          <a:p>
            <a:r>
              <a:rPr/>
              <a:t>ユーザーの属性</a:t>
            </a:r>
          </a:p>
        </p:txBody>
      </p:sp>
      <p:sp>
        <p:nvSpPr>
          <p:cNvPr id="4" name="date_background"/>
          <p:cNvSpPr>
            <a:spLocks noGrp="1"/>
          </p:cNvSpPr>
          <p:nvPr>
            <p:ph type="body" sz="quarter" idx="17"/>
          </p:nvPr>
        </p:nvSpPr>
        <p:spPr>
          <a:xfrm>
            <a:off x="4433454" y="3916110"/>
            <a:ext cx="4765964" cy="2101327"/>
          </a:xfrm>
        </p:spPr>
        <p:txBody>
          <a:bodyPr/>
          <a:lstStyle/>
          <a:p>
            <a:pPr algn="l" marL="0" marR="0">
              <a:lnSpc>
                <a:spcPct val="100000"/>
              </a:lnSpc>
              <a:spcBef>
                <a:spcPts val="0"/>
              </a:spcBef>
              <a:spcAft>
                <a:spcPts val="0"/>
              </a:spcAft>
              <a:buNone/>
            </a:pPr>
            <a:r>
              <a:rPr cap="none" sz="12000" i="0" b="1" u="none">
                <a:solidFill>
                  <a:srgbClr val="D9E6FF">
                    <a:alpha val="100000"/>
                  </a:srgbClr>
                </a:solidFill>
                <a:latin typeface="Arial"/>
                <a:cs typeface="Arial"/>
                <a:ea typeface="Arial"/>
                <a:sym typeface="Arial"/>
              </a:rPr>
              <a:t>‘26.03</a:t>
            </a:r>
          </a:p>
        </p:txBody>
      </p:sp>
      <p:sp>
        <p:nvSpPr>
          <p:cNvPr id="5" name="text"/>
          <p:cNvSpPr>
            <a:spLocks noGrp="1"/>
          </p:cNvSpPr>
          <p:nvPr>
            <p:ph type="body" sz="quarter" idx="18"/>
          </p:nvPr>
        </p:nvSpPr>
        <p:spPr>
          <a:xfrm>
            <a:off x="1355670" y="3577197"/>
            <a:ext cx="7843748" cy="2101327"/>
          </a:xfrm>
        </p:spPr>
        <p:txBody>
          <a:bodyPr/>
          <a:lstStyle/>
          <a:p>
            <a:r>
              <a:rPr/>
              <a:t>取得可能な範囲での来訪ユーザーの属性
（男女比・年齢比・地域・利用デバイス）を比較し、
来訪ユーザーのイメージをつかみ、
ユーザー体験の改善に活かすデータの確認が可能です。</a:t>
            </a:r>
          </a:p>
        </p:txBody>
      </p:sp>
      <p:sp>
        <p:nvSpPr>
          <p:cNvPr id="6" name="スライド番号プレースホルダー 1"/>
          <p:cNvSpPr>
            <a:spLocks noGrp="1"/>
          </p:cNvSpPr>
          <p:nvPr>
            <p:ph type="sldNum" sz="quarter" idx="12"/>
          </p:nvPr>
        </p:nvSpPr>
        <p:spPr>
          <a:xfrm>
            <a:off x="7560000" y="6356350"/>
            <a:ext cx="2228850" cy="365125"/>
          </a:xfrm>
        </p:spPr>
        <p:txBody>
          <a:bodyPr/>
          <a:lstStyle/>
          <a:p>
            <a:fld id="{93BF14CA-2582-4BFF-825A-396A65C60C80}" type="slidenum">
              <a:rPr/>
              <a:t>30</a:t>
            </a:fld>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41"/>
          </p:nvPr>
        </p:nvSpPr>
        <p:spPr>
          <a:xfrm>
            <a:off x="468000" y="360000"/>
            <a:ext cx="7642225" cy="244800"/>
          </a:xfrm>
        </p:spPr>
        <p:txBody>
          <a:bodyPr/>
          <a:lstStyle/>
          <a:p>
            <a:r>
              <a:rPr/>
              <a:t>訪問ユーザーの属性</a:t>
            </a:r>
          </a:p>
        </p:txBody>
      </p:sp>
      <p:sp>
        <p:nvSpPr>
          <p:cNvPr id="3"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4" name="caption_1"/>
          <p:cNvSpPr>
            <a:spLocks noGrp="1"/>
          </p:cNvSpPr>
          <p:nvPr>
            <p:ph type="body" sz="quarter" idx="44"/>
          </p:nvPr>
        </p:nvSpPr>
        <p:spPr>
          <a:xfrm>
            <a:off x="589399" y="2815200"/>
            <a:ext cx="8784000" cy="183600"/>
          </a:xfrm>
        </p:spPr>
        <p:txBody>
          <a:bodyPr/>
          <a:lstStyle/>
          <a:p>
            <a:r>
              <a:rPr/>
              <a:t>女性全体：846　／　男性全体：684</a:t>
            </a:r>
          </a:p>
        </p:txBody>
      </p:sp>
      <p:graphicFrame>
        <p:nvGraphicFramePr>
          <p:cNvPr id="5" name="graph_1"/>
          <p:cNvGraphicFramePr>
            <a:graphicFrameLocks noGrp="true"/>
          </p:cNvGraphicFramePr>
          <p:nvPr/>
        </p:nvGraphicFramePr>
        <p:xfrm rot="0">
          <a:off x="589400" y="1123200"/>
          <a:ext cx="8784000" cy="1681200"/>
        </p:xfrm>
        <a:graphic>
          <a:graphicData uri="http://schemas.openxmlformats.org/drawingml/2006/chart">
            <c:chart xmlns:c="http://schemas.openxmlformats.org/drawingml/2006/chart" r:id="rId2"/>
          </a:graphicData>
        </a:graphic>
      </p:graphicFrame>
      <p:graphicFrame>
        <p:nvGraphicFramePr>
          <p:cNvPr id="6" name="graph_2"/>
          <p:cNvGraphicFramePr>
            <a:graphicFrameLocks noGrp="true"/>
          </p:cNvGraphicFramePr>
          <p:nvPr/>
        </p:nvGraphicFramePr>
        <p:xfrm rot="0">
          <a:off x="75600" y="3697200"/>
          <a:ext cx="9298800" cy="2952000"/>
        </p:xfrm>
        <a:graphic>
          <a:graphicData uri="http://schemas.openxmlformats.org/drawingml/2006/chart">
            <c:chart xmlns:c="http://schemas.openxmlformats.org/drawingml/2006/chart" r:id="rId3"/>
          </a:graphicData>
        </a:graphic>
      </p:graphicFrame>
      <p:sp>
        <p:nvSpPr>
          <p:cNvPr id="7" name="caption_2"/>
          <p:cNvSpPr>
            <a:spLocks noGrp="1"/>
          </p:cNvSpPr>
          <p:nvPr>
            <p:ph type="body" sz="quarter" idx="20"/>
          </p:nvPr>
        </p:nvSpPr>
        <p:spPr>
          <a:xfrm>
            <a:off x="5522400" y="6148800"/>
            <a:ext cx="3841200" cy="176400"/>
          </a:xfrm>
        </p:spPr>
        <p:txBody>
          <a:bodyPr/>
          <a:lstStyle/>
          <a:p>
            <a:r>
              <a:rPr/>
              <a:t>※(not set)を除外した数値</a:t>
            </a:r>
          </a:p>
        </p:txBody>
      </p:sp>
      <p:sp>
        <p:nvSpPr>
          <p:cNvPr id="8"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31</a:t>
            </a:fld>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地域別アクセスランキング</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306000"/>
                <a:gridCol w="1431000"/>
                <a:gridCol w="1431000"/>
                <a:gridCol w="1431000"/>
                <a:gridCol w="1431000"/>
                <a:gridCol w="1431000"/>
                <a:gridCol w="1431000"/>
              </a:tblGrid>
              <a:tr h="666000">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 </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地域</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新しいユーザー</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エンゲージメント率</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エンゲージのあった</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セッション</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平均エンゲージ</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メント時間</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愛知県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1,285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1,140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62.28%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1,222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00:01:44</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東京都</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953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770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65.75%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862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00:01:41</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大阪府</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543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421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67.04%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476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静岡県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490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409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69.54%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443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三重県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415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71.58%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408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00:01:55</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北海道</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347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68.39%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岐阜県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313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72.05%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千葉県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67.47%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兵庫県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67.71%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長野県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58.70%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京都府</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71.56%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栃木県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66.38%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00:01:27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愛媛県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71.49%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00:02:36</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広島県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66.99%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茨城県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74.10%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00:01:23</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神奈川県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67.98%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17</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福岡県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68.12%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00:01:35</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18</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埼玉県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96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66.08%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00:01:48</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19</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新潟県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70.42%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100</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12057">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Arial"/>
                          <a:cs typeface="Arial"/>
                          <a:ea typeface="Arial"/>
                          <a:sym typeface="Arial"/>
                        </a:rPr>
                        <a:t>20</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000" i="0" b="0" u="none">
                          <a:solidFill>
                            <a:srgbClr val="000000">
                              <a:alpha val="100000"/>
                            </a:srgbClr>
                          </a:solidFill>
                          <a:latin typeface="游ゴシック"/>
                          <a:cs typeface="游ゴシック"/>
                          <a:ea typeface="游ゴシック"/>
                          <a:sym typeface="游ゴシック"/>
                        </a:rPr>
                        <a:t>島根県</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70.25%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00:01:10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32</a:t>
            </a:fld>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16"/>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スマートフォン/PC/タブレットユーザーの分布</a:t>
            </a:r>
          </a:p>
        </p:txBody>
      </p:sp>
      <p:graphicFrame>
        <p:nvGraphicFramePr>
          <p:cNvPr id="4" name="table"/>
          <p:cNvGraphicFramePr>
            <a:graphicFrameLocks noGrp="true"/>
          </p:cNvGraphicFramePr>
          <p:nvPr/>
        </p:nvGraphicFramePr>
        <p:xfrm rot="0">
          <a:off x="565200" y="1081819"/>
          <a:ext cx="8892000" cy="5148689"/>
        </p:xfrm>
        <a:graphic>
          <a:graphicData uri="http://schemas.openxmlformats.org/drawingml/2006/table">
            <a:tbl>
              <a:tblPr/>
              <a:tblGrid>
                <a:gridCol w="1482000"/>
                <a:gridCol w="1482000"/>
                <a:gridCol w="1482000"/>
                <a:gridCol w="1482000"/>
                <a:gridCol w="1482000"/>
                <a:gridCol w="1482000"/>
              </a:tblGrid>
              <a:tr h="720000">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 </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ユーザー</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新しいユーザー</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比率</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エンゲージメント率</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平均エンゲージ</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メント時間</a:t>
                      </a:r>
                    </a:p>
                  </a:txBody>
                  <a:tcPr anchor="ctr" marB="63500" marT="6350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72000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游ゴシック"/>
                          <a:cs typeface="游ゴシック"/>
                          <a:ea typeface="游ゴシック"/>
                          <a:sym typeface="游ゴシック"/>
                        </a:rPr>
                        <a:t>スマートフォン</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5,153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4,813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77.26%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64.63%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00:01:55</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0">
                      <a:noFill/>
                      <a:prstDash val="solid"/>
                    </a:lnT>
                    <a:lnB algn="ctr" cmpd="sng" cap="flat" w="12700">
                      <a:solidFill>
                        <a:srgbClr val="CDCDCD">
                          <a:alpha val="100000"/>
                        </a:srgbClr>
                      </a:solidFill>
                      <a:prstDash val="solid"/>
                    </a:lnB>
                    <a:solidFill>
                      <a:srgbClr val="FFFFFF">
                        <a:alpha val="0"/>
                      </a:srgbClr>
                    </a:solidFill>
                  </a:tcPr>
                </a:tc>
              </a:tr>
              <a:tr h="72000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游ゴシック"/>
                          <a:cs typeface="游ゴシック"/>
                          <a:ea typeface="游ゴシック"/>
                          <a:sym typeface="游ゴシック"/>
                        </a:rPr>
                        <a:t>PC</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1,411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1,277</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21.15%</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65.28%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00:02:37</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720000">
                <a:tc>
                  <a:txBody>
                    <a:bodyPr/>
                    <a:lstStyle/>
                    <a:p>
                      <a:pPr algn="ctr" marL="63500" marR="63500">
                        <a:lnSpc>
                          <a:spcPct val="100000"/>
                        </a:lnSpc>
                        <a:spcBef>
                          <a:spcPts val="0"/>
                        </a:spcBef>
                        <a:spcAft>
                          <a:spcPts val="0"/>
                        </a:spcAft>
                        <a:buNone/>
                      </a:pPr>
                      <a:r>
                        <a:rPr cap="none" sz="1000" i="0" b="1" u="none">
                          <a:solidFill>
                            <a:srgbClr val="000000">
                              <a:alpha val="100000"/>
                            </a:srgbClr>
                          </a:solidFill>
                          <a:latin typeface="游ゴシック"/>
                          <a:cs typeface="游ゴシック"/>
                          <a:ea typeface="游ゴシック"/>
                          <a:sym typeface="游ゴシック"/>
                        </a:rPr>
                        <a:t>タブレット</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106</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101</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1.59%</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64.18%</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00:02:30</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bl>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33</a:t>
            </a:fld>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スマートフォン/PC/タブレット比率の推移（月別）</a:t>
            </a:r>
          </a:p>
        </p:txBody>
      </p:sp>
      <p:graphicFrame>
        <p:nvGraphicFramePr>
          <p:cNvPr id="4" name="graph"/>
          <p:cNvGraphicFramePr>
            <a:graphicFrameLocks noGrp="true"/>
          </p:cNvGraphicFramePr>
          <p:nvPr/>
        </p:nvGraphicFramePr>
        <p:xfrm rot="0">
          <a:off x="127000" y="1015200"/>
          <a:ext cx="9410700" cy="2962800"/>
        </p:xfrm>
        <a:graphic>
          <a:graphicData uri="http://schemas.openxmlformats.org/drawingml/2006/chart">
            <c:chart xmlns:c="http://schemas.openxmlformats.org/drawingml/2006/chart" r:id="rId2"/>
          </a:graphicData>
        </a:graphic>
      </p:graphicFrame>
      <p:graphicFrame>
        <p:nvGraphicFramePr>
          <p:cNvPr id="5" name="table"/>
          <p:cNvGraphicFramePr>
            <a:graphicFrameLocks noGrp="true"/>
          </p:cNvGraphicFramePr>
          <p:nvPr/>
        </p:nvGraphicFramePr>
        <p:xfrm rot="0">
          <a:off x="586800" y="3697200"/>
          <a:ext cx="8726400" cy="1526400"/>
        </p:xfrm>
        <a:graphic>
          <a:graphicData uri="http://schemas.openxmlformats.org/drawingml/2006/table">
            <a:tbl>
              <a:tblPr/>
              <a:tblGrid>
                <a:gridCol w="1260000"/>
                <a:gridCol w="636000"/>
                <a:gridCol w="636000"/>
                <a:gridCol w="636000"/>
                <a:gridCol w="636000"/>
                <a:gridCol w="636000"/>
                <a:gridCol w="636000"/>
                <a:gridCol w="636000"/>
                <a:gridCol w="636000"/>
                <a:gridCol w="636000"/>
                <a:gridCol w="636000"/>
                <a:gridCol w="636000"/>
                <a:gridCol w="636000"/>
              </a:tblGrid>
              <a:tr h="502920">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63500" marT="6350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2025年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4月</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2025年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5月</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2025年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6月</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2025年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7月</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2025年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8月</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2025年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9月</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2025年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10月</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2025年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11月</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2025年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12月</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2026年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1月</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2026年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2月</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63500" marR="63500">
                        <a:lnSpc>
                          <a:spcPct val="100000"/>
                        </a:lnSpc>
                        <a:spcBef>
                          <a:spcPts val="500"/>
                        </a:spcBef>
                        <a:spcAft>
                          <a:spcPts val="500"/>
                        </a:spcAft>
                        <a:buNone/>
                      </a:pPr>
                      <a:r>
                        <a:rPr cap="none" sz="1000" i="0" b="1" u="none">
                          <a:solidFill>
                            <a:srgbClr val="FFFFFF">
                              <a:alpha val="100000"/>
                            </a:srgbClr>
                          </a:solidFill>
                          <a:latin typeface="游ゴシック"/>
                          <a:cs typeface="游ゴシック"/>
                          <a:ea typeface="游ゴシック"/>
                          <a:sym typeface="游ゴシック"/>
                        </a:rPr>
                        <a:t>2026年</a:t>
                      </a:r>
                      <a:br>
                        <a:rPr cap="none" sz="1000" i="0" b="1" u="none">
                          <a:solidFill>
                            <a:srgbClr val="FFFFFF">
                              <a:alpha val="100000"/>
                            </a:srgbClr>
                          </a:solidFill>
                          <a:latin typeface="游ゴシック"/>
                          <a:cs typeface="游ゴシック"/>
                          <a:ea typeface="游ゴシック"/>
                          <a:sym typeface="游ゴシック"/>
                        </a:rPr>
                      </a:br>
                      <a:r>
                        <a:rPr cap="none" sz="1000" i="0" b="1" u="none">
                          <a:solidFill>
                            <a:srgbClr val="FFFFFF">
                              <a:alpha val="100000"/>
                            </a:srgbClr>
                          </a:solidFill>
                          <a:latin typeface="游ゴシック"/>
                          <a:cs typeface="游ゴシック"/>
                          <a:ea typeface="游ゴシック"/>
                          <a:sym typeface="游ゴシック"/>
                        </a:rPr>
                        <a:t>3月</a:t>
                      </a:r>
                    </a:p>
                  </a:txBody>
                  <a:tcPr anchor="ctr" marB="63500" marT="6350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r>
              <a:tr h="41148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游ゴシック"/>
                          <a:cs typeface="游ゴシック"/>
                          <a:ea typeface="游ゴシック"/>
                          <a:sym typeface="游ゴシック"/>
                        </a:rPr>
                        <a:t>mobile</a:t>
                      </a:r>
                    </a:p>
                  </a:txBody>
                  <a:tcPr anchor="ctr" marB="63500" marT="6350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4979F5">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3,537</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3,440</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3,882</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5,072</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6,034</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8,659</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7,093</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6,282</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4,873</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7,434</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7,747</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5,153</a:t>
                      </a:r>
                    </a:p>
                  </a:txBody>
                  <a:tcPr anchor="ctr" marB="63500" marT="6350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41148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游ゴシック"/>
                          <a:cs typeface="游ゴシック"/>
                          <a:ea typeface="游ゴシック"/>
                          <a:sym typeface="游ゴシック"/>
                        </a:rPr>
                        <a:t>desktop</a:t>
                      </a:r>
                    </a:p>
                  </a:txBody>
                  <a:tcPr anchor="ctr" marB="63500" marT="6350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1,141</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1,469</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1,210</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1,418</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1,406</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1,422</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1,310</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1,242</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1,300</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2,181</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1,862</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1,411</a:t>
                      </a:r>
                    </a:p>
                  </a:txBody>
                  <a:tcPr anchor="ctr" marB="63500" marT="6350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2F2F2">
                        <a:alpha val="100000"/>
                      </a:srgbClr>
                    </a:solidFill>
                  </a:tcPr>
                </a:tc>
              </a:tr>
              <a:tr h="411480">
                <a:tc>
                  <a:txBody>
                    <a:bodyPr/>
                    <a:lstStyle/>
                    <a:p>
                      <a:pPr algn="ctr" marL="63500" marR="63500">
                        <a:lnSpc>
                          <a:spcPct val="100000"/>
                        </a:lnSpc>
                        <a:spcBef>
                          <a:spcPts val="500"/>
                        </a:spcBef>
                        <a:spcAft>
                          <a:spcPts val="500"/>
                        </a:spcAft>
                        <a:buNone/>
                      </a:pPr>
                      <a:r>
                        <a:rPr cap="none" sz="1000" i="0" b="1" u="none">
                          <a:solidFill>
                            <a:srgbClr val="000000">
                              <a:alpha val="100000"/>
                            </a:srgbClr>
                          </a:solidFill>
                          <a:latin typeface="游ゴシック"/>
                          <a:cs typeface="游ゴシック"/>
                          <a:ea typeface="游ゴシック"/>
                          <a:sym typeface="游ゴシック"/>
                        </a:rPr>
                        <a:t>tablet</a:t>
                      </a:r>
                    </a:p>
                  </a:txBody>
                  <a:tcPr anchor="ctr" marB="63500" marT="6350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D9E6FF">
                        <a:alpha val="10000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71</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74</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77</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79</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85</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89</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91</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111</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96</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128</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110</a:t>
                      </a:r>
                    </a:p>
                  </a:txBody>
                  <a:tcPr anchor="ctr" marB="63500" marT="6350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63500" marR="63500">
                        <a:lnSpc>
                          <a:spcPct val="100000"/>
                        </a:lnSpc>
                        <a:spcBef>
                          <a:spcPts val="500"/>
                        </a:spcBef>
                        <a:spcAft>
                          <a:spcPts val="500"/>
                        </a:spcAft>
                        <a:buNone/>
                      </a:pPr>
                      <a:r>
                        <a:rPr cap="none" sz="1100" i="0" b="0" u="none">
                          <a:solidFill>
                            <a:srgbClr val="000000">
                              <a:alpha val="100000"/>
                            </a:srgbClr>
                          </a:solidFill>
                          <a:latin typeface="Arial"/>
                          <a:cs typeface="Arial"/>
                          <a:ea typeface="Arial"/>
                          <a:sym typeface="Arial"/>
                        </a:rPr>
                        <a:t>106</a:t>
                      </a:r>
                    </a:p>
                  </a:txBody>
                  <a:tcPr anchor="ctr" marB="63500" marT="6350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sp>
        <p:nvSpPr>
          <p:cNvPr id="6"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34</a:t>
            </a:fld>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スマートフォンOS比率の推移（月別）</a:t>
            </a:r>
          </a:p>
        </p:txBody>
      </p:sp>
      <p:graphicFrame>
        <p:nvGraphicFramePr>
          <p:cNvPr id="4" name="graph"/>
          <p:cNvGraphicFramePr>
            <a:graphicFrameLocks noGrp="true"/>
          </p:cNvGraphicFramePr>
          <p:nvPr/>
        </p:nvGraphicFramePr>
        <p:xfrm rot="0">
          <a:off x="126999" y="1015200"/>
          <a:ext cx="9420225" cy="2962800"/>
        </p:xfrm>
        <a:graphic>
          <a:graphicData uri="http://schemas.openxmlformats.org/drawingml/2006/chart">
            <c:chart xmlns:c="http://schemas.openxmlformats.org/drawingml/2006/chart" r:id="rId2"/>
          </a:graphicData>
        </a:graphic>
      </p:graphicFrame>
      <p:sp>
        <p:nvSpPr>
          <p:cNvPr id="5"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35</a:t>
            </a:fld>
          </a:p>
        </p:txBody>
      </p:sp>
      <p:graphicFrame>
        <p:nvGraphicFramePr>
          <p:cNvPr id="6" name="table_1"/>
          <p:cNvGraphicFramePr>
            <a:graphicFrameLocks noGrp="true"/>
          </p:cNvGraphicFramePr>
          <p:nvPr/>
        </p:nvGraphicFramePr>
        <p:xfrm rot="0">
          <a:off x="993600" y="3866400"/>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2025年4月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2025年5月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2025年6月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2025年7月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2025年8月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2025年9月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iOS</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2,513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2,433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2,746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3,401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3,839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5,996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Android</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1,024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1,006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1,134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1,668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2,193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2,578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graphicFrame>
        <p:nvGraphicFramePr>
          <p:cNvPr id="7" name="table_2"/>
          <p:cNvGraphicFramePr>
            <a:graphicFrameLocks noGrp="true"/>
          </p:cNvGraphicFramePr>
          <p:nvPr/>
        </p:nvGraphicFramePr>
        <p:xfrm rot="0">
          <a:off x="993600" y="4970308"/>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2025年10月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2026年3月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iOS</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4,604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3,244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3,246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4,125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4,236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3,533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Android</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2,523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3,028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1,627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3,285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3,534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1,620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_1"/>
          <p:cNvSpPr>
            <a:spLocks noGrp="1"/>
          </p:cNvSpPr>
          <p:nvPr>
            <p:ph type="body" sz="quarter" idx="15"/>
          </p:nvPr>
        </p:nvSpPr>
        <p:spPr>
          <a:xfrm>
            <a:off x="1355670" y="1325647"/>
            <a:ext cx="7194661" cy="434665"/>
          </a:xfrm>
        </p:spPr>
        <p:txBody>
          <a:bodyPr/>
          <a:lstStyle/>
          <a:p>
            <a:r>
              <a:rPr/>
              <a:t>基本レポート</a:t>
            </a:r>
          </a:p>
        </p:txBody>
      </p:sp>
      <p:sp>
        <p:nvSpPr>
          <p:cNvPr id="3" name="page_title_2"/>
          <p:cNvSpPr>
            <a:spLocks noGrp="1"/>
          </p:cNvSpPr>
          <p:nvPr>
            <p:ph type="body" sz="quarter" idx="16"/>
          </p:nvPr>
        </p:nvSpPr>
        <p:spPr>
          <a:xfrm>
            <a:off x="1355671" y="2041183"/>
            <a:ext cx="7194661" cy="973231"/>
          </a:xfrm>
        </p:spPr>
        <p:txBody>
          <a:bodyPr/>
          <a:lstStyle/>
          <a:p>
            <a:r>
              <a:rPr/>
              <a:t>キーイベント</a:t>
            </a:r>
          </a:p>
        </p:txBody>
      </p:sp>
      <p:sp>
        <p:nvSpPr>
          <p:cNvPr id="4" name="date_background"/>
          <p:cNvSpPr>
            <a:spLocks noGrp="1"/>
          </p:cNvSpPr>
          <p:nvPr>
            <p:ph type="body" sz="quarter" idx="17"/>
          </p:nvPr>
        </p:nvSpPr>
        <p:spPr>
          <a:xfrm>
            <a:off x="4433454" y="3916110"/>
            <a:ext cx="4765964" cy="2101327"/>
          </a:xfrm>
        </p:spPr>
        <p:txBody>
          <a:bodyPr/>
          <a:lstStyle/>
          <a:p>
            <a:pPr algn="l" marL="0" marR="0">
              <a:lnSpc>
                <a:spcPct val="100000"/>
              </a:lnSpc>
              <a:spcBef>
                <a:spcPts val="0"/>
              </a:spcBef>
              <a:spcAft>
                <a:spcPts val="0"/>
              </a:spcAft>
              <a:buNone/>
            </a:pPr>
            <a:r>
              <a:rPr cap="none" sz="12000" i="0" b="1" u="none">
                <a:solidFill>
                  <a:srgbClr val="D9E6FF">
                    <a:alpha val="100000"/>
                  </a:srgbClr>
                </a:solidFill>
                <a:latin typeface="Arial"/>
                <a:cs typeface="Arial"/>
                <a:ea typeface="Arial"/>
                <a:sym typeface="Arial"/>
              </a:rPr>
              <a:t>‘26.03</a:t>
            </a:r>
          </a:p>
        </p:txBody>
      </p:sp>
      <p:sp>
        <p:nvSpPr>
          <p:cNvPr id="5" name="text"/>
          <p:cNvSpPr>
            <a:spLocks noGrp="1"/>
          </p:cNvSpPr>
          <p:nvPr>
            <p:ph type="body" sz="quarter" idx="18"/>
          </p:nvPr>
        </p:nvSpPr>
        <p:spPr>
          <a:xfrm>
            <a:off x="1355670" y="3577197"/>
            <a:ext cx="7843748" cy="2101327"/>
          </a:xfrm>
        </p:spPr>
        <p:txBody>
          <a:bodyPr/>
          <a:lstStyle/>
          <a:p>
            <a:r>
              <a:rPr/>
              <a:t>GA4で設定したキーイベント（旧コンバージョン）に絞っての推移を確認することができます。
日別・月別・前年同月比較やビジネスの成果に重要なアクションとなる
キーイベントレート（従来のコンバージョン率）の定量的な効果測定が可能です。</a:t>
            </a:r>
          </a:p>
        </p:txBody>
      </p:sp>
      <p:sp>
        <p:nvSpPr>
          <p:cNvPr id="6" name="スライド番号プレースホルダー 1"/>
          <p:cNvSpPr>
            <a:spLocks noGrp="1"/>
          </p:cNvSpPr>
          <p:nvPr>
            <p:ph type="sldNum" sz="quarter" idx="12"/>
          </p:nvPr>
        </p:nvSpPr>
        <p:spPr>
          <a:xfrm>
            <a:off x="7560000" y="6356350"/>
            <a:ext cx="2228850" cy="365125"/>
          </a:xfrm>
        </p:spPr>
        <p:txBody>
          <a:bodyPr/>
          <a:lstStyle/>
          <a:p>
            <a:fld id="{93BF14CA-2582-4BFF-825A-396A65C60C80}" type="slidenum">
              <a:rPr/>
              <a:t>36</a:t>
            </a:fld>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キーイベントの推移（月別）</a:t>
            </a:r>
          </a:p>
        </p:txBody>
      </p:sp>
      <p:graphicFrame>
        <p:nvGraphicFramePr>
          <p:cNvPr id="4" name="graph"/>
          <p:cNvGraphicFramePr>
            <a:graphicFrameLocks noGrp="true"/>
          </p:cNvGraphicFramePr>
          <p:nvPr/>
        </p:nvGraphicFramePr>
        <p:xfrm rot="0">
          <a:off x="589400" y="1058400"/>
          <a:ext cx="8726050" cy="2506836"/>
        </p:xfrm>
        <a:graphic>
          <a:graphicData uri="http://schemas.openxmlformats.org/drawingml/2006/chart">
            <c:chart xmlns:c="http://schemas.openxmlformats.org/drawingml/2006/chart" r:id="rId2"/>
          </a:graphicData>
        </a:graphic>
      </p:graphicFrame>
      <p:graphicFrame>
        <p:nvGraphicFramePr>
          <p:cNvPr id="5" name="table_1"/>
          <p:cNvGraphicFramePr>
            <a:graphicFrameLocks noGrp="true"/>
          </p:cNvGraphicFramePr>
          <p:nvPr/>
        </p:nvGraphicFramePr>
        <p:xfrm rot="0">
          <a:off x="993600" y="3866400"/>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2025年4月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2025年5月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2025年6月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2025年7月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2025年8月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2025年9月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340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414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558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247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graphicFrame>
        <p:nvGraphicFramePr>
          <p:cNvPr id="6" name="table_2"/>
          <p:cNvGraphicFramePr>
            <a:graphicFrameLocks noGrp="true"/>
          </p:cNvGraphicFramePr>
          <p:nvPr/>
        </p:nvGraphicFramePr>
        <p:xfrm rot="0">
          <a:off x="993600" y="4970308"/>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2025年10月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2026年3月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305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252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299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198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404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701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480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sp>
        <p:nvSpPr>
          <p:cNvPr id="7"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37</a:t>
            </a:fld>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キーイベントの推移（日別）</a:t>
            </a:r>
          </a:p>
        </p:txBody>
      </p:sp>
      <p:graphicFrame>
        <p:nvGraphicFramePr>
          <p:cNvPr id="4" name="graph"/>
          <p:cNvGraphicFramePr>
            <a:graphicFrameLocks noGrp="true"/>
          </p:cNvGraphicFramePr>
          <p:nvPr/>
        </p:nvGraphicFramePr>
        <p:xfrm rot="0">
          <a:off x="589400" y="1029600"/>
          <a:ext cx="8726050" cy="2613600"/>
        </p:xfrm>
        <a:graphic>
          <a:graphicData uri="http://schemas.openxmlformats.org/drawingml/2006/chart">
            <c:chart xmlns:c="http://schemas.openxmlformats.org/drawingml/2006/chart" r:id="rId2"/>
          </a:graphicData>
        </a:graphic>
      </p:graphicFrame>
      <p:graphicFrame>
        <p:nvGraphicFramePr>
          <p:cNvPr id="5" name="table"/>
          <p:cNvGraphicFramePr>
            <a:graphicFrameLocks noGrp="true"/>
          </p:cNvGraphicFramePr>
          <p:nvPr/>
        </p:nvGraphicFramePr>
        <p:xfrm rot="0">
          <a:off x="590400" y="3787200"/>
          <a:ext cx="8726400" cy="2592000"/>
        </p:xfrm>
        <a:graphic>
          <a:graphicData uri="http://schemas.openxmlformats.org/drawingml/2006/table">
            <a:tbl>
              <a:tblPr/>
              <a:tblGrid>
                <a:gridCol w="1246629"/>
                <a:gridCol w="1246629"/>
                <a:gridCol w="1246629"/>
                <a:gridCol w="1246629"/>
                <a:gridCol w="1246629"/>
                <a:gridCol w="1246629"/>
                <a:gridCol w="1246629"/>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日</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火</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水</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木</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金</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土</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4979F5">
                        <a:alpha val="10000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01</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07</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08</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14</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7</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15</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21</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22</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28</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29</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30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31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5</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r>
            </a:tbl>
          </a:graphicData>
        </a:graphic>
      </p:graphicFrame>
      <p:sp>
        <p:nvSpPr>
          <p:cNvPr id="6"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38</a:t>
            </a:fld>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ユーザーキーイベントレートの推移（月別）</a:t>
            </a:r>
          </a:p>
        </p:txBody>
      </p:sp>
      <p:graphicFrame>
        <p:nvGraphicFramePr>
          <p:cNvPr id="4" name="graph"/>
          <p:cNvGraphicFramePr>
            <a:graphicFrameLocks noGrp="true"/>
          </p:cNvGraphicFramePr>
          <p:nvPr/>
        </p:nvGraphicFramePr>
        <p:xfrm rot="0">
          <a:off x="589400" y="1058400"/>
          <a:ext cx="8726050" cy="2506836"/>
        </p:xfrm>
        <a:graphic>
          <a:graphicData uri="http://schemas.openxmlformats.org/drawingml/2006/chart">
            <c:chart xmlns:c="http://schemas.openxmlformats.org/drawingml/2006/chart" r:id="rId2"/>
          </a:graphicData>
        </a:graphic>
      </p:graphicFrame>
      <p:graphicFrame>
        <p:nvGraphicFramePr>
          <p:cNvPr id="5" name="table_1"/>
          <p:cNvGraphicFramePr>
            <a:graphicFrameLocks noGrp="true"/>
          </p:cNvGraphicFramePr>
          <p:nvPr/>
        </p:nvGraphicFramePr>
        <p:xfrm rot="0">
          <a:off x="993600" y="3866400"/>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2025年4月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2025年5月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2025年6月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2025年7月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2025年8月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2025年9月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3.45%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3.22%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3.44%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0.44%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graphicFrame>
        <p:nvGraphicFramePr>
          <p:cNvPr id="6" name="table_2"/>
          <p:cNvGraphicFramePr>
            <a:graphicFrameLocks noGrp="true"/>
          </p:cNvGraphicFramePr>
          <p:nvPr/>
        </p:nvGraphicFramePr>
        <p:xfrm rot="0">
          <a:off x="993600" y="4970308"/>
          <a:ext cx="7920000" cy="972000"/>
        </p:xfrm>
        <a:graphic>
          <a:graphicData uri="http://schemas.openxmlformats.org/drawingml/2006/table">
            <a:tbl>
              <a:tblPr/>
              <a:tblGrid>
                <a:gridCol w="1260000"/>
                <a:gridCol w="1110000"/>
                <a:gridCol w="1110000"/>
                <a:gridCol w="1110000"/>
                <a:gridCol w="1110000"/>
                <a:gridCol w="1110000"/>
                <a:gridCol w="1110000"/>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年月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2025年10月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2025年12月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2026年1月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2026年2月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2026年3月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当月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1.74%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1.48%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360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前年同月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9DB7F9">
                        <a:alpha val="10000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2.12%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2.02%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2.71%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2.45%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2.36%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bl>
          </a:graphicData>
        </a:graphic>
      </p:graphicFrame>
      <p:sp>
        <p:nvSpPr>
          <p:cNvPr id="7"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39</a:t>
            </a:fld>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ユーザーキーイベントレートの推移（日別）</a:t>
            </a:r>
          </a:p>
        </p:txBody>
      </p:sp>
      <p:graphicFrame>
        <p:nvGraphicFramePr>
          <p:cNvPr id="4" name="graph"/>
          <p:cNvGraphicFramePr>
            <a:graphicFrameLocks noGrp="true"/>
          </p:cNvGraphicFramePr>
          <p:nvPr/>
        </p:nvGraphicFramePr>
        <p:xfrm rot="0">
          <a:off x="589400" y="1029600"/>
          <a:ext cx="8726050" cy="2613600"/>
        </p:xfrm>
        <a:graphic>
          <a:graphicData uri="http://schemas.openxmlformats.org/drawingml/2006/chart">
            <c:chart xmlns:c="http://schemas.openxmlformats.org/drawingml/2006/chart" r:id="rId2"/>
          </a:graphicData>
        </a:graphic>
      </p:graphicFrame>
      <p:graphicFrame>
        <p:nvGraphicFramePr>
          <p:cNvPr id="5" name="table"/>
          <p:cNvGraphicFramePr>
            <a:graphicFrameLocks noGrp="true"/>
          </p:cNvGraphicFramePr>
          <p:nvPr/>
        </p:nvGraphicFramePr>
        <p:xfrm rot="0">
          <a:off x="590400" y="3787200"/>
          <a:ext cx="8726400" cy="2592000"/>
        </p:xfrm>
        <a:graphic>
          <a:graphicData uri="http://schemas.openxmlformats.org/drawingml/2006/table">
            <a:tbl>
              <a:tblPr/>
              <a:tblGrid>
                <a:gridCol w="1246629"/>
                <a:gridCol w="1246629"/>
                <a:gridCol w="1246629"/>
                <a:gridCol w="1246629"/>
                <a:gridCol w="1246629"/>
                <a:gridCol w="1246629"/>
                <a:gridCol w="1246629"/>
              </a:tblGrid>
              <a:tr h="252000">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日</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0017C1">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月</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火</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水</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木</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金</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595959">
                        <a:alpha val="100000"/>
                      </a:srgbClr>
                    </a:solidFill>
                  </a:tcPr>
                </a:tc>
                <a:tc>
                  <a:txBody>
                    <a:bodyPr/>
                    <a:lstStyle/>
                    <a:p>
                      <a:pPr algn="ctr" marL="25400" marR="63500">
                        <a:lnSpc>
                          <a:spcPct val="100000"/>
                        </a:lnSpc>
                        <a:spcBef>
                          <a:spcPts val="0"/>
                        </a:spcBef>
                        <a:spcAft>
                          <a:spcPts val="0"/>
                        </a:spcAft>
                        <a:buNone/>
                      </a:pPr>
                      <a:r>
                        <a:rPr cap="none" sz="1000" i="0" b="1" u="none">
                          <a:solidFill>
                            <a:srgbClr val="FFFFFF">
                              <a:alpha val="100000"/>
                            </a:srgbClr>
                          </a:solidFill>
                          <a:latin typeface="游ゴシック"/>
                          <a:cs typeface="游ゴシック"/>
                          <a:ea typeface="游ゴシック"/>
                          <a:sym typeface="游ゴシック"/>
                        </a:rPr>
                        <a:t>土</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4979F5">
                        <a:alpha val="10000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01</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07</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1.27%</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0.36%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0.45%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2.65%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1.56%</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08</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09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14</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1.32%</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0.73%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0.61%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0.38%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0.40%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0.44%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3.33%</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15</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19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21</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2.23%</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0.96%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1.34%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2.29%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0.43%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1.82%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1.14%</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22</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23</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24</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26</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28</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0.37%</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2.85%</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1.27%</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0.42%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0.88%</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0.92%</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0.83%</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r>
              <a:tr h="144000">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29</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30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31</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D9E6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c>
                  <a:txBody>
                    <a:bodyPr/>
                    <a:lstStyle/>
                    <a:p>
                      <a:pPr algn="ctr" marL="25400" marR="63500">
                        <a:lnSpc>
                          <a:spcPct val="100000"/>
                        </a:lnSpc>
                        <a:spcBef>
                          <a:spcPts val="0"/>
                        </a:spcBef>
                        <a:spcAft>
                          <a:spcPts val="0"/>
                        </a:spcAft>
                        <a:buNone/>
                      </a:pPr>
                      <a:r>
                        <a:rPr cap="none" sz="900" i="0" b="1"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100000"/>
                      </a:srgbClr>
                    </a:solidFill>
                  </a:tcPr>
                </a:tc>
              </a:tr>
              <a:tr h="324000">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1.08%</a:t>
                      </a:r>
                    </a:p>
                  </a:txBody>
                  <a:tcPr anchor="ctr" marB="0" marT="0" marR="0" marL="0">
                    <a:lnL algn="ctr" cmpd="sng" cap="flat" w="12700">
                      <a:solidFill>
                        <a:srgbClr val="FFFFFF">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0.40%</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1.69%</a:t>
                      </a:r>
                    </a:p>
                  </a:txBody>
                  <a:tcPr anchor="ctr" marB="0" marT="0" marR="0" marL="0">
                    <a:lnL algn="ctr" cmpd="sng" cap="flat" w="12700">
                      <a:solidFill>
                        <a:srgbClr val="B2B2B2">
                          <a:alpha val="100000"/>
                        </a:srgbClr>
                      </a:solidFill>
                      <a:prstDash val="solid"/>
                    </a:lnL>
                    <a:lnR algn="ctr" cmpd="sng" cap="flat" w="12700">
                      <a:solidFill>
                        <a:srgbClr val="B2B2B2">
                          <a:alpha val="100000"/>
                        </a:srgbClr>
                      </a:solidFill>
                      <a:prstDash val="solid"/>
                    </a:lnR>
                    <a:lnT algn="ctr" cmpd="sng" cap="flat" w="12700">
                      <a:solidFill>
                        <a:srgbClr val="B2B2B2">
                          <a:alpha val="100000"/>
                        </a:srgbClr>
                      </a:solidFill>
                      <a:prstDash val="solid"/>
                    </a:lnT>
                    <a:lnB algn="ctr" cmpd="sng" cap="flat" w="12700">
                      <a:solidFill>
                        <a:srgbClr val="B2B2B2">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c>
                  <a:txBody>
                    <a:bodyPr/>
                    <a:lstStyle/>
                    <a:p>
                      <a:pPr algn="r" marL="25400" marR="63500">
                        <a:lnSpc>
                          <a:spcPct val="100000"/>
                        </a:lnSpc>
                        <a:spcBef>
                          <a:spcPts val="0"/>
                        </a:spcBef>
                        <a:spcAft>
                          <a:spcPts val="0"/>
                        </a:spcAft>
                        <a:buNone/>
                      </a:pPr>
                      <a:r>
                        <a:rPr cap="none" sz="1100" i="0" b="0" u="none">
                          <a:solidFill>
                            <a:srgbClr val="000000">
                              <a:alpha val="100000"/>
                            </a:srgbClr>
                          </a:solidFill>
                          <a:latin typeface="Arial"/>
                          <a:cs typeface="Arial"/>
                          <a:ea typeface="Arial"/>
                          <a:sym typeface="Arial"/>
                        </a:rPr>
                        <a:t> </a:t>
                      </a:r>
                    </a:p>
                  </a:txBody>
                  <a:tcPr anchor="ctr" marB="0" marT="0" marR="0" marL="0">
                    <a:lnL algn="ctr" cmpd="sng" cap="flat" w="12700">
                      <a:solidFill>
                        <a:srgbClr val="B2B2B2">
                          <a:alpha val="100000"/>
                        </a:srgbClr>
                      </a:solidFill>
                      <a:prstDash val="solid"/>
                    </a:lnL>
                    <a:lnR algn="ctr" cmpd="sng" cap="flat" w="12700">
                      <a:solidFill>
                        <a:srgbClr val="FFFFFF">
                          <a:alpha val="100000"/>
                        </a:srgbClr>
                      </a:solidFill>
                      <a:prstDash val="solid"/>
                    </a:lnR>
                    <a:lnT algn="ctr" cmpd="sng" cap="flat" w="12700">
                      <a:solidFill>
                        <a:srgbClr val="B2B2B2">
                          <a:alpha val="100000"/>
                        </a:srgbClr>
                      </a:solidFill>
                      <a:prstDash val="solid"/>
                    </a:lnT>
                    <a:lnB algn="ctr" cmpd="sng" cap="flat" w="12700">
                      <a:solidFill>
                        <a:srgbClr val="FFFFFF">
                          <a:alpha val="100000"/>
                        </a:srgbClr>
                      </a:solidFill>
                      <a:prstDash val="solid"/>
                    </a:lnB>
                    <a:solidFill>
                      <a:srgbClr val="FFFFFF">
                        <a:alpha val="0"/>
                      </a:srgbClr>
                    </a:solidFill>
                  </a:tcPr>
                </a:tc>
              </a:tr>
            </a:tbl>
          </a:graphicData>
        </a:graphic>
      </p:graphicFrame>
      <p:sp>
        <p:nvSpPr>
          <p:cNvPr id="6"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40</a:t>
            </a:fld>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cNvSpPr>
            <a:spLocks noGrp="1"/>
          </p:cNvSpPr>
          <p:nvPr>
            <p:ph type="body" sz="quarter" idx="42"/>
          </p:nvPr>
        </p:nvSpPr>
        <p:spPr>
          <a:xfrm>
            <a:off x="8118687" y="507998"/>
            <a:ext cx="1428538" cy="160764"/>
          </a:xfrm>
        </p:spPr>
        <p:txBody>
          <a:bodyPr/>
          <a:lstStyle/>
          <a:p>
            <a:pPr algn="r" marL="0" marR="0">
              <a:lnSpc>
                <a:spcPct val="100000"/>
              </a:lnSpc>
              <a:spcBef>
                <a:spcPts val="0"/>
              </a:spcBef>
              <a:spcAft>
                <a:spcPts val="0"/>
              </a:spcAft>
              <a:buNone/>
            </a:pPr>
            <a:r>
              <a:rPr cap="none" sz="1000" i="0" b="0" u="none">
                <a:solidFill>
                  <a:srgbClr val="0017C1">
                    <a:alpha val="100000"/>
                  </a:srgbClr>
                </a:solidFill>
                <a:latin typeface="Arial"/>
                <a:cs typeface="Arial"/>
                <a:ea typeface="Arial"/>
                <a:sym typeface="Arial"/>
              </a:rPr>
              <a:t>2026.03.01~31</a:t>
            </a:r>
          </a:p>
        </p:txBody>
      </p:sp>
      <p:sp>
        <p:nvSpPr>
          <p:cNvPr id="3" name="page_title"/>
          <p:cNvSpPr>
            <a:spLocks noGrp="1"/>
          </p:cNvSpPr>
          <p:nvPr>
            <p:ph type="body" sz="quarter" idx="41"/>
          </p:nvPr>
        </p:nvSpPr>
        <p:spPr>
          <a:xfrm>
            <a:off x="468000" y="360000"/>
            <a:ext cx="7642225" cy="244800"/>
          </a:xfrm>
        </p:spPr>
        <p:txBody>
          <a:bodyPr/>
          <a:lstStyle/>
          <a:p>
            <a:r>
              <a:rPr/>
              <a:t>キーイベントのサマリ</a:t>
            </a:r>
          </a:p>
        </p:txBody>
      </p:sp>
      <p:graphicFrame>
        <p:nvGraphicFramePr>
          <p:cNvPr id="4" name="table"/>
          <p:cNvGraphicFramePr>
            <a:graphicFrameLocks noGrp="true"/>
          </p:cNvGraphicFramePr>
          <p:nvPr/>
        </p:nvGraphicFramePr>
        <p:xfrm rot="0">
          <a:off x="589401" y="1041403"/>
          <a:ext cx="8726710" cy="5423858"/>
        </p:xfrm>
        <a:graphic>
          <a:graphicData uri="http://schemas.openxmlformats.org/drawingml/2006/table">
            <a:tbl>
              <a:tblPr/>
              <a:tblGrid>
                <a:gridCol w="360000"/>
                <a:gridCol w="2412000"/>
                <a:gridCol w="3060000"/>
                <a:gridCol w="3060000"/>
              </a:tblGrid>
              <a:tr h="432000">
                <a:tc>
                  <a:txBody>
                    <a:bodyPr/>
                    <a:lstStyle/>
                    <a:p>
                      <a:pPr algn="ctr" marL="63500" marR="63500">
                        <a:lnSpc>
                          <a:spcPct val="100000"/>
                        </a:lnSpc>
                        <a:spcBef>
                          <a:spcPts val="0"/>
                        </a:spcBef>
                        <a:spcAft>
                          <a:spcPts val="0"/>
                        </a:spcAft>
                        <a:buNone/>
                      </a:pPr>
                      <a:r>
                        <a:rPr cap="none" sz="1100" i="0" b="1" u="none">
                          <a:solidFill>
                            <a:srgbClr val="FFFFFF">
                              <a:alpha val="100000"/>
                            </a:srgbClr>
                          </a:solidFill>
                          <a:latin typeface="游ゴシック"/>
                          <a:cs typeface="游ゴシック"/>
                          <a:ea typeface="游ゴシック"/>
                          <a:sym typeface="游ゴシック"/>
                        </a:rPr>
                        <a:t> </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100" i="0" b="1" u="none">
                          <a:solidFill>
                            <a:srgbClr val="FFFFFF">
                              <a:alpha val="100000"/>
                            </a:srgbClr>
                          </a:solidFill>
                          <a:latin typeface="游ゴシック"/>
                          <a:cs typeface="游ゴシック"/>
                          <a:ea typeface="游ゴシック"/>
                          <a:sym typeface="游ゴシック"/>
                        </a:rPr>
                        <a:t>イベント名</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100" i="0" b="1" u="none">
                          <a:solidFill>
                            <a:srgbClr val="FFFFFF">
                              <a:alpha val="100000"/>
                            </a:srgbClr>
                          </a:solidFill>
                          <a:latin typeface="游ゴシック"/>
                          <a:cs typeface="游ゴシック"/>
                          <a:ea typeface="游ゴシック"/>
                          <a:sym typeface="游ゴシック"/>
                        </a:rPr>
                        <a:t>キーイベント数</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ctr" marL="63500" marR="63500">
                        <a:lnSpc>
                          <a:spcPct val="100000"/>
                        </a:lnSpc>
                        <a:spcBef>
                          <a:spcPts val="0"/>
                        </a:spcBef>
                        <a:spcAft>
                          <a:spcPts val="0"/>
                        </a:spcAft>
                        <a:buNone/>
                      </a:pPr>
                      <a:r>
                        <a:rPr cap="none" sz="1100" i="0" b="1" u="none">
                          <a:solidFill>
                            <a:srgbClr val="FFFFFF">
                              <a:alpha val="100000"/>
                            </a:srgbClr>
                          </a:solidFill>
                          <a:latin typeface="游ゴシック"/>
                          <a:cs typeface="游ゴシック"/>
                          <a:ea typeface="游ゴシック"/>
                          <a:sym typeface="游ゴシック"/>
                        </a:rPr>
                        <a:t>ユーザー</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78120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游ゴシック"/>
                          <a:cs typeface="游ゴシック"/>
                          <a:ea typeface="游ゴシック"/>
                          <a:sym typeface="游ゴシック"/>
                        </a:rPr>
                        <a:t>CV_application_complete</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64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55</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78120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游ゴシック"/>
                          <a:cs typeface="游ゴシック"/>
                          <a:ea typeface="游ゴシック"/>
                          <a:sym typeface="游ゴシック"/>
                        </a:rPr>
                        <a:t>CV_request_complete</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34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78120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3</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游ゴシック"/>
                          <a:cs typeface="游ゴシック"/>
                          <a:ea typeface="游ゴシック"/>
                          <a:sym typeface="游ゴシック"/>
                        </a:rPr>
                        <a:t>資料請求申込完了</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34</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78120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4</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游ゴシック"/>
                          <a:cs typeface="游ゴシック"/>
                          <a:ea typeface="游ゴシック"/>
                          <a:sym typeface="游ゴシック"/>
                        </a:rPr>
                        <a:t>入居のお申込完了</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33</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29</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78120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5</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游ゴシック"/>
                          <a:cs typeface="游ゴシック"/>
                          <a:ea typeface="游ゴシック"/>
                          <a:sym typeface="游ゴシック"/>
                        </a:rPr>
                        <a:t>CV_tours_complete</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11</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781200">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6</a:t>
                      </a:r>
                    </a:p>
                  </a:txBody>
                  <a:tcPr anchor="ctr" marB="0" marT="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D9E6FF">
                        <a:alpha val="100000"/>
                      </a:srgbClr>
                    </a:solidFill>
                  </a:tcPr>
                </a:tc>
                <a:tc>
                  <a:txBody>
                    <a:bodyPr/>
                    <a:lstStyle/>
                    <a:p>
                      <a:pPr algn="ctr" marL="63500" marR="63500">
                        <a:lnSpc>
                          <a:spcPct val="100000"/>
                        </a:lnSpc>
                        <a:spcBef>
                          <a:spcPts val="0"/>
                        </a:spcBef>
                        <a:spcAft>
                          <a:spcPts val="0"/>
                        </a:spcAft>
                        <a:buNone/>
                      </a:pPr>
                      <a:r>
                        <a:rPr cap="none" sz="1100" i="0" b="1" u="none">
                          <a:solidFill>
                            <a:srgbClr val="000000">
                              <a:alpha val="100000"/>
                            </a:srgbClr>
                          </a:solidFill>
                          <a:latin typeface="游ゴシック"/>
                          <a:cs typeface="游ゴシック"/>
                          <a:ea typeface="游ゴシック"/>
                          <a:sym typeface="游ゴシック"/>
                        </a:rPr>
                        <a:t>CV_experience_complete</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a:t>
                      </a:r>
                    </a:p>
                  </a:txBody>
                  <a:tcPr anchor="ctr" marB="0" marT="0" marR="0" marL="0">
                    <a:lnL algn="ctr" cmpd="sng" cap="flat" w="12700">
                      <a:solidFill>
                        <a:srgbClr val="CDCDCD">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r" marL="63500" marR="63500">
                        <a:lnSpc>
                          <a:spcPct val="100000"/>
                        </a:lnSpc>
                        <a:spcBef>
                          <a:spcPts val="0"/>
                        </a:spcBef>
                        <a:spcAft>
                          <a:spcPts val="0"/>
                        </a:spcAft>
                        <a:buNone/>
                      </a:pPr>
                      <a:r>
                        <a:rPr cap="none" sz="1100" i="0" b="1" u="none">
                          <a:solidFill>
                            <a:srgbClr val="000000">
                              <a:alpha val="100000"/>
                            </a:srgbClr>
                          </a:solidFill>
                          <a:latin typeface="Arial"/>
                          <a:cs typeface="Arial"/>
                          <a:ea typeface="Arial"/>
                          <a:sym typeface="Arial"/>
                        </a:rPr>
                        <a:t>2</a:t>
                      </a:r>
                    </a:p>
                  </a:txBody>
                  <a:tcPr anchor="ctr" marB="0" marT="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bl>
          </a:graphicData>
        </a:graphic>
      </p:graphicFrame>
      <p:sp>
        <p:nvSpPr>
          <p:cNvPr id="5" name="caption"/>
          <p:cNvSpPr>
            <a:spLocks noGrp="1"/>
          </p:cNvSpPr>
          <p:nvPr>
            <p:ph/>
          </p:nvPr>
        </p:nvSpPr>
        <p:spPr>
          <a:xfrm>
            <a:off x="4147127" y="6376699"/>
            <a:ext cx="5237020" cy="230832"/>
          </a:xfrm>
        </p:spPr>
        <p:txBody>
          <a:bodyPr/>
          <a:lstStyle/>
          <a:p>
            <a:pPr algn="l" marL="0" marR="0">
              <a:lnSpc>
                <a:spcPct val="100000"/>
              </a:lnSpc>
              <a:spcBef>
                <a:spcPts val="0"/>
              </a:spcBef>
              <a:spcAft>
                <a:spcPts val="0"/>
              </a:spcAft>
              <a:buNone/>
            </a:pPr>
            <a:r>
              <a:rPr cap="none" sz="900" i="0" b="0" u="none">
                <a:solidFill>
                  <a:srgbClr val="000000">
                    <a:alpha val="100000"/>
                  </a:srgbClr>
                </a:solidFill>
                <a:latin typeface="Arial"/>
                <a:cs typeface="Arial"/>
                <a:ea typeface="Arial"/>
                <a:sym typeface="Arial"/>
              </a:rPr>
              <a:t>※キーイベントに設定されているイベント20件をキーイベント数降順で表示しています。</a:t>
            </a:r>
          </a:p>
        </p:txBody>
      </p:sp>
      <p:sp>
        <p:nvSpPr>
          <p:cNvPr id="6"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41</a:t>
            </a:fld>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_1"/>
          <p:cNvSpPr>
            <a:spLocks noGrp="1"/>
          </p:cNvSpPr>
          <p:nvPr>
            <p:ph type="body" sz="quarter" idx="15"/>
          </p:nvPr>
        </p:nvSpPr>
        <p:spPr>
          <a:xfrm>
            <a:off x="1355670" y="1325647"/>
            <a:ext cx="7194661" cy="434665"/>
          </a:xfrm>
        </p:spPr>
        <p:txBody>
          <a:bodyPr/>
          <a:lstStyle/>
          <a:p>
            <a:r>
              <a:rPr/>
              <a:t>基本レポート</a:t>
            </a:r>
          </a:p>
        </p:txBody>
      </p:sp>
      <p:sp>
        <p:nvSpPr>
          <p:cNvPr id="3" name="page_title_2"/>
          <p:cNvSpPr>
            <a:spLocks noGrp="1"/>
          </p:cNvSpPr>
          <p:nvPr>
            <p:ph type="body" sz="quarter" idx="16"/>
          </p:nvPr>
        </p:nvSpPr>
        <p:spPr>
          <a:xfrm>
            <a:off x="1355671" y="2041183"/>
            <a:ext cx="7194661" cy="973231"/>
          </a:xfrm>
        </p:spPr>
        <p:txBody>
          <a:bodyPr/>
          <a:lstStyle/>
          <a:p>
            <a:r>
              <a:rPr/>
              <a:t>Appendix</a:t>
            </a:r>
          </a:p>
        </p:txBody>
      </p:sp>
      <p:sp>
        <p:nvSpPr>
          <p:cNvPr id="4" name="date_background"/>
          <p:cNvSpPr>
            <a:spLocks noGrp="1"/>
          </p:cNvSpPr>
          <p:nvPr>
            <p:ph type="body" sz="quarter" idx="17"/>
          </p:nvPr>
        </p:nvSpPr>
        <p:spPr>
          <a:xfrm>
            <a:off x="4433454" y="3916110"/>
            <a:ext cx="4765964" cy="2101327"/>
          </a:xfrm>
        </p:spPr>
        <p:txBody>
          <a:bodyPr/>
          <a:lstStyle/>
          <a:p>
            <a:pPr algn="l" marL="0" marR="0">
              <a:lnSpc>
                <a:spcPct val="100000"/>
              </a:lnSpc>
              <a:spcBef>
                <a:spcPts val="0"/>
              </a:spcBef>
              <a:spcAft>
                <a:spcPts val="0"/>
              </a:spcAft>
              <a:buNone/>
            </a:pPr>
            <a:r>
              <a:rPr cap="none" sz="12000" i="0" b="1" u="none">
                <a:solidFill>
                  <a:srgbClr val="D9E6FF">
                    <a:alpha val="100000"/>
                  </a:srgbClr>
                </a:solidFill>
                <a:latin typeface="Arial"/>
                <a:cs typeface="Arial"/>
                <a:ea typeface="Arial"/>
                <a:sym typeface="Arial"/>
              </a:rPr>
              <a:t>‘26.03</a:t>
            </a:r>
          </a:p>
        </p:txBody>
      </p:sp>
      <p:sp>
        <p:nvSpPr>
          <p:cNvPr id="5" name="text"/>
          <p:cNvSpPr>
            <a:spLocks noGrp="1"/>
          </p:cNvSpPr>
          <p:nvPr>
            <p:ph type="body" sz="quarter" idx="18"/>
          </p:nvPr>
        </p:nvSpPr>
        <p:spPr>
          <a:xfrm>
            <a:off x="1355670" y="3577197"/>
            <a:ext cx="7843748" cy="2101327"/>
          </a:xfrm>
        </p:spPr>
        <p:txBody>
          <a:bodyPr/>
          <a:lstStyle/>
          <a:p>
            <a:r>
              <a:rPr/>
              <a:t>レポート内で使用している用語・指標の詳細を説明している項目です。</a:t>
            </a:r>
          </a:p>
        </p:txBody>
      </p:sp>
      <p:sp>
        <p:nvSpPr>
          <p:cNvPr id="6" name="スライド番号プレースホルダー 1"/>
          <p:cNvSpPr>
            <a:spLocks noGrp="1"/>
          </p:cNvSpPr>
          <p:nvPr>
            <p:ph type="sldNum" sz="quarter" idx="12"/>
          </p:nvPr>
        </p:nvSpPr>
        <p:spPr>
          <a:xfrm>
            <a:off x="7560000" y="6356350"/>
            <a:ext cx="2228850" cy="365125"/>
          </a:xfrm>
        </p:spPr>
        <p:txBody>
          <a:bodyPr/>
          <a:lstStyle/>
          <a:p>
            <a:fld id="{93BF14CA-2582-4BFF-825A-396A65C60C80}" type="slidenum">
              <a:rPr/>
              <a:t>42</a:t>
            </a:fld>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41"/>
          </p:nvPr>
        </p:nvSpPr>
        <p:spPr>
          <a:xfrm>
            <a:off x="468000" y="360000"/>
            <a:ext cx="7642225" cy="244800"/>
          </a:xfrm>
        </p:spPr>
        <p:txBody>
          <a:bodyPr/>
          <a:lstStyle/>
          <a:p>
            <a:r>
              <a:rPr/>
              <a:t>指標・用語の説明</a:t>
            </a:r>
          </a:p>
        </p:txBody>
      </p:sp>
      <p:graphicFrame>
        <p:nvGraphicFramePr>
          <p:cNvPr id="3" name="table"/>
          <p:cNvGraphicFramePr>
            <a:graphicFrameLocks noGrp="true"/>
          </p:cNvGraphicFramePr>
          <p:nvPr/>
        </p:nvGraphicFramePr>
        <p:xfrm rot="0">
          <a:off x="565200" y="1081819"/>
          <a:ext cx="8892000" cy="5148689"/>
        </p:xfrm>
        <a:graphic>
          <a:graphicData uri="http://schemas.openxmlformats.org/drawingml/2006/table">
            <a:tbl>
              <a:tblPr/>
              <a:tblGrid>
                <a:gridCol w="2743200"/>
                <a:gridCol w="6035040"/>
              </a:tblGrid>
              <a:tr h="256032">
                <a:tc>
                  <a:txBody>
                    <a:bodyPr/>
                    <a:lstStyle/>
                    <a:p>
                      <a:pPr algn="l" marL="63500" marR="63500">
                        <a:lnSpc>
                          <a:spcPct val="100000"/>
                        </a:lnSpc>
                        <a:spcBef>
                          <a:spcPts val="500"/>
                        </a:spcBef>
                        <a:spcAft>
                          <a:spcPts val="500"/>
                        </a:spcAft>
                        <a:buNone/>
                      </a:pPr>
                      <a:r>
                        <a:rPr cap="none" sz="950" i="0" b="1" u="none">
                          <a:solidFill>
                            <a:srgbClr val="FFFFFF">
                              <a:alpha val="100000"/>
                            </a:srgbClr>
                          </a:solidFill>
                          <a:latin typeface="游ゴシック"/>
                          <a:cs typeface="游ゴシック"/>
                          <a:ea typeface="游ゴシック"/>
                          <a:sym typeface="游ゴシック"/>
                        </a:rPr>
                        <a:t>指標</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l" marL="63500" marR="63500">
                        <a:lnSpc>
                          <a:spcPct val="100000"/>
                        </a:lnSpc>
                        <a:spcBef>
                          <a:spcPts val="500"/>
                        </a:spcBef>
                        <a:spcAft>
                          <a:spcPts val="500"/>
                        </a:spcAft>
                        <a:buNone/>
                      </a:pPr>
                      <a:r>
                        <a:rPr cap="none" sz="950" i="0" b="1" u="none">
                          <a:solidFill>
                            <a:srgbClr val="FFFFFF">
                              <a:alpha val="100000"/>
                            </a:srgbClr>
                          </a:solidFill>
                          <a:latin typeface="游ゴシック"/>
                          <a:cs typeface="游ゴシック"/>
                          <a:ea typeface="游ゴシック"/>
                          <a:sym typeface="游ゴシック"/>
                        </a:rPr>
                        <a:t>説明</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ユーザー</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GA4上の表記はアクティブユーザー数。初回訪問イベントが発生するか、エンゲージメント セッション(10秒以上のセッション、キーイベントが発生したセッション、または2回以上のページビューもしくはスクリーンビューが発生したセッション)が発生したユーザーの数。</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セッション</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特定の期間内にウェブサイトまたはアプリで発生した一連のユーザーインタラクション。</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新規ユーザー数</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サイトと初めて接触した、またはアプリを初めて起動したユーザーの数。</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表示回数</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ユーザーが閲覧したモバイルアプリのスクリーンまたはウェブページの数。同じスクリーンまたはページが繰り返し表示された場合も集計される。</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エンゲージメント率</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エンゲージメントセッションの割合(エンゲージメント セッション数をセッション数で割った値)。</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平均エンゲージメント時間</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ウェブサイトがユーザーのブラウザでフォーカス状態にあった平均時間、またはモバイルアプリがユーザーのデバイスでフォアグラウンド表示されていた平均時間。(ウェブサイトがフォーカス状態にあったか、アプリがフォアグラウンド表示されていた合計時間)÷(アクティブ ユーザーの合計数)。</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セッションあたりの平均エンゲージメント時間</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1回のセッションでウェブサイトまたはアプリでエンゲージメントが行われた時間。（ウェブサイトがブラウザでフォーカス状態にあった平均時間、またはアプリがフォアグラウンド表示されていた平均時間）÷（セッションの合計数）。</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ユーザーあたりのビュー</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表示されたモバイルアプリのスクリーンまたはウェブページのユーザーあたりの平均数。</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キーイベント数</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GA4のイベント設定で、キーイベントとしてマークしたイベントの発生回数の合計。</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ユーザーキーイベントレート</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キーイベントをトリガーしたユーザーの割合。</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43</a:t>
            </a:fld>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age_title"/>
          <p:cNvSpPr>
            <a:spLocks noGrp="1"/>
          </p:cNvSpPr>
          <p:nvPr>
            <p:ph type="body" sz="quarter" idx="41"/>
          </p:nvPr>
        </p:nvSpPr>
        <p:spPr>
          <a:xfrm>
            <a:off x="468000" y="360000"/>
            <a:ext cx="7642225" cy="244800"/>
          </a:xfrm>
        </p:spPr>
        <p:txBody>
          <a:bodyPr/>
          <a:lstStyle/>
          <a:p>
            <a:r>
              <a:rPr/>
              <a:t>指標・用語の説明</a:t>
            </a:r>
          </a:p>
        </p:txBody>
      </p:sp>
      <p:graphicFrame>
        <p:nvGraphicFramePr>
          <p:cNvPr id="3" name="table"/>
          <p:cNvGraphicFramePr>
            <a:graphicFrameLocks noGrp="true"/>
          </p:cNvGraphicFramePr>
          <p:nvPr/>
        </p:nvGraphicFramePr>
        <p:xfrm rot="0">
          <a:off x="565200" y="1081819"/>
          <a:ext cx="8892000" cy="5148689"/>
        </p:xfrm>
        <a:graphic>
          <a:graphicData uri="http://schemas.openxmlformats.org/drawingml/2006/table">
            <a:tbl>
              <a:tblPr/>
              <a:tblGrid>
                <a:gridCol w="2743200"/>
                <a:gridCol w="6035040"/>
              </a:tblGrid>
              <a:tr h="256032">
                <a:tc>
                  <a:txBody>
                    <a:bodyPr/>
                    <a:lstStyle/>
                    <a:p>
                      <a:pPr algn="l" marL="63500" marR="63500">
                        <a:lnSpc>
                          <a:spcPct val="100000"/>
                        </a:lnSpc>
                        <a:spcBef>
                          <a:spcPts val="500"/>
                        </a:spcBef>
                        <a:spcAft>
                          <a:spcPts val="500"/>
                        </a:spcAft>
                        <a:buNone/>
                      </a:pPr>
                      <a:r>
                        <a:rPr cap="none" sz="950" i="0" b="1" u="none">
                          <a:solidFill>
                            <a:srgbClr val="FFFFFF">
                              <a:alpha val="100000"/>
                            </a:srgbClr>
                          </a:solidFill>
                          <a:latin typeface="游ゴシック"/>
                          <a:cs typeface="游ゴシック"/>
                          <a:ea typeface="游ゴシック"/>
                          <a:sym typeface="游ゴシック"/>
                        </a:rPr>
                        <a:t>ディメンション</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c>
                  <a:txBody>
                    <a:bodyPr/>
                    <a:lstStyle/>
                    <a:p>
                      <a:pPr algn="l" marL="63500" marR="63500">
                        <a:lnSpc>
                          <a:spcPct val="100000"/>
                        </a:lnSpc>
                        <a:spcBef>
                          <a:spcPts val="500"/>
                        </a:spcBef>
                        <a:spcAft>
                          <a:spcPts val="500"/>
                        </a:spcAft>
                        <a:buNone/>
                      </a:pPr>
                      <a:r>
                        <a:rPr cap="none" sz="950" i="0" b="1" u="none">
                          <a:solidFill>
                            <a:srgbClr val="FFFFFF">
                              <a:alpha val="100000"/>
                            </a:srgbClr>
                          </a:solidFill>
                          <a:latin typeface="游ゴシック"/>
                          <a:cs typeface="游ゴシック"/>
                          <a:ea typeface="游ゴシック"/>
                          <a:sym typeface="游ゴシック"/>
                        </a:rPr>
                        <a:t>説明</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0017C1">
                        <a:alpha val="10000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セッションのチャネルグループ</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GA4上の表記はセッションのデフォルトチャネルグループ。主に参照元とメディアに基づいて設定されます。</a:t>
                      </a:r>
                      <a:br>
                        <a:rPr cap="none" sz="950" i="0" b="0" u="none">
                          <a:solidFill>
                            <a:srgbClr val="000000">
                              <a:alpha val="100000"/>
                            </a:srgbClr>
                          </a:solidFill>
                          <a:latin typeface="游ゴシック"/>
                          <a:cs typeface="游ゴシック"/>
                          <a:ea typeface="游ゴシック"/>
                          <a:sym typeface="游ゴシック"/>
                        </a:rPr>
                      </a:br>
                      <a:r>
                        <a:rPr cap="none" sz="950" i="0" b="0" u="none">
                          <a:solidFill>
                            <a:srgbClr val="000000">
                              <a:alpha val="100000"/>
                            </a:srgbClr>
                          </a:solidFill>
                          <a:latin typeface="游ゴシック"/>
                          <a:cs typeface="游ゴシック"/>
                          <a:ea typeface="游ゴシック"/>
                          <a:sym typeface="游ゴシック"/>
                        </a:rPr>
                        <a:t>Direct、Organic Search、Paid Social、Organic Social、Email、Affiliates、Referral、Paid Search、Video、Display を含む列挙型。</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参照元/メディア</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GA4上の表記はセッションの参照元/メディア。</a:t>
                      </a:r>
                      <a:br>
                        <a:rPr cap="none" sz="950" i="0" b="0" u="none">
                          <a:solidFill>
                            <a:srgbClr val="000000">
                              <a:alpha val="100000"/>
                            </a:srgbClr>
                          </a:solidFill>
                          <a:latin typeface="游ゴシック"/>
                          <a:cs typeface="游ゴシック"/>
                          <a:ea typeface="游ゴシック"/>
                          <a:sym typeface="游ゴシック"/>
                        </a:rPr>
                      </a:br>
                      <a:r>
                        <a:rPr cap="none" sz="950" i="0" b="0" u="none">
                          <a:solidFill>
                            <a:srgbClr val="000000">
                              <a:alpha val="100000"/>
                            </a:srgbClr>
                          </a:solidFill>
                          <a:latin typeface="游ゴシック"/>
                          <a:cs typeface="游ゴシック"/>
                          <a:ea typeface="游ゴシック"/>
                          <a:sym typeface="游ゴシック"/>
                        </a:rPr>
                        <a:t>セッションにつながったウェブサイトまたはアプリでセッションを開始した参照元とウェブサイトまたはアプリでセッションを開始したメディア。</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キャンペーン</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GA4上の表記はセッションのキャンペーン。utm_campaignで入力された値。</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ページURL</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GA4上の表記はページパス + クエリ文字列。ユーザーが訪問したウェブページのうち、ドメイン部分を除外したもの。</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2F2F2">
                        <a:alpha val="100000"/>
                      </a:srgbClr>
                    </a:solidFill>
                  </a:tcPr>
                </a:tc>
              </a:tr>
              <a:tr h="256032">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ランディングページURL</a:t>
                      </a:r>
                    </a:p>
                  </a:txBody>
                  <a:tcPr anchor="ctr" marB="63500" marT="63500" marR="0" marL="0">
                    <a:lnL algn="ctr" cmpd="sng" cap="flat" w="12700">
                      <a:solidFill>
                        <a:srgbClr val="FFFFFF">
                          <a:alpha val="100000"/>
                        </a:srgbClr>
                      </a:solidFill>
                      <a:prstDash val="solid"/>
                    </a:lnL>
                    <a:lnR algn="ctr" cmpd="sng" cap="flat" w="12700">
                      <a:solidFill>
                        <a:srgbClr val="CDCDCD">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c>
                  <a:txBody>
                    <a:bodyPr/>
                    <a:lstStyle/>
                    <a:p>
                      <a:pPr algn="l" marL="63500" marR="63500">
                        <a:lnSpc>
                          <a:spcPct val="100000"/>
                        </a:lnSpc>
                        <a:spcBef>
                          <a:spcPts val="500"/>
                        </a:spcBef>
                        <a:spcAft>
                          <a:spcPts val="500"/>
                        </a:spcAft>
                        <a:buNone/>
                      </a:pPr>
                      <a:r>
                        <a:rPr cap="none" sz="950" i="0" b="0" u="none">
                          <a:solidFill>
                            <a:srgbClr val="000000">
                              <a:alpha val="100000"/>
                            </a:srgbClr>
                          </a:solidFill>
                          <a:latin typeface="游ゴシック"/>
                          <a:cs typeface="游ゴシック"/>
                          <a:ea typeface="游ゴシック"/>
                          <a:sym typeface="游ゴシック"/>
                        </a:rPr>
                        <a:t>GA4上の表記はランディング ページ + クエリ文字列。セッションの最初のページビューに関連付けられたページパスとクエリ文字列。</a:t>
                      </a:r>
                    </a:p>
                  </a:txBody>
                  <a:tcPr anchor="ctr" marB="63500" marT="63500" marR="0" marL="0">
                    <a:lnL algn="ctr" cmpd="sng" cap="flat" w="12700">
                      <a:solidFill>
                        <a:srgbClr val="CDCDCD">
                          <a:alpha val="100000"/>
                        </a:srgbClr>
                      </a:solidFill>
                      <a:prstDash val="solid"/>
                    </a:lnL>
                    <a:lnR algn="ctr" cmpd="sng" cap="flat" w="12700">
                      <a:solidFill>
                        <a:srgbClr val="FFFFFF">
                          <a:alpha val="100000"/>
                        </a:srgbClr>
                      </a:solidFill>
                      <a:prstDash val="solid"/>
                    </a:lnR>
                    <a:lnT algn="ctr" cmpd="sng" cap="flat" w="12700">
                      <a:solidFill>
                        <a:srgbClr val="CDCDCD">
                          <a:alpha val="100000"/>
                        </a:srgbClr>
                      </a:solidFill>
                      <a:prstDash val="solid"/>
                    </a:lnT>
                    <a:lnB algn="ctr" cmpd="sng" cap="flat" w="12700">
                      <a:solidFill>
                        <a:srgbClr val="CDCDCD">
                          <a:alpha val="100000"/>
                        </a:srgbClr>
                      </a:solidFill>
                      <a:prstDash val="solid"/>
                    </a:lnB>
                    <a:solidFill>
                      <a:srgbClr val="FFFFFF">
                        <a:alpha val="0"/>
                      </a:srgbClr>
                    </a:solidFill>
                  </a:tcPr>
                </a:tc>
              </a:tr>
            </a:tbl>
          </a:graphicData>
        </a:graphic>
      </p:graphicFrame>
      <p:sp>
        <p:nvSpPr>
          <p:cNvPr id="4" name="スライド番号プレースホルダー 2"/>
          <p:cNvSpPr>
            <a:spLocks noGrp="1"/>
          </p:cNvSpPr>
          <p:nvPr>
            <p:ph type="sldNum" sz="quarter" idx="13"/>
          </p:nvPr>
        </p:nvSpPr>
        <p:spPr>
          <a:xfrm>
            <a:off x="7560000" y="6356350"/>
            <a:ext cx="2228850" cy="365125"/>
          </a:xfrm>
        </p:spPr>
        <p:txBody>
          <a:bodyPr/>
          <a:lstStyle/>
          <a:p>
            <a:fld id="{93BF14CA-2582-4BFF-825A-396A65C60C80}" type="slidenum">
              <a:rPr/>
              <a:t>44</a:t>
            </a:fld>
          </a:p>
        </p:txBody>
      </p:sp>
    </p:spTree>
  </p:cSld>
  <p:clrMapOvr>
    <a:masterClrMapping/>
  </p:clrMapOvr>
</p:sld>
</file>

<file path=ppt/theme/theme1.xml><?xml version="1.0" encoding="utf-8"?>
<a:theme xmlns:a="http://schemas.openxmlformats.org/drawingml/2006/main" name="next">
  <a:themeElements>
    <a:clrScheme name="ユーザー定義 3">
      <a:dk1>
        <a:sysClr val="windowText" lastClr="000000"/>
      </a:dk1>
      <a:lt1>
        <a:sysClr val="window" lastClr="FFFFFF"/>
      </a:lt1>
      <a:dk2>
        <a:srgbClr val="F8F8F8"/>
      </a:dk2>
      <a:lt2>
        <a:srgbClr val="F2F2F2"/>
      </a:lt2>
      <a:accent1>
        <a:srgbClr val="FBE9E7"/>
      </a:accent1>
      <a:accent2>
        <a:srgbClr val="FF7043"/>
      </a:accent2>
      <a:accent3>
        <a:srgbClr val="C63F17"/>
      </a:accent3>
      <a:accent4>
        <a:srgbClr val="212121"/>
      </a:accent4>
      <a:accent5>
        <a:srgbClr val="B2B2B2"/>
      </a:accent5>
      <a:accent6>
        <a:srgbClr val="212121"/>
      </a:accent6>
      <a:hlink>
        <a:srgbClr val="B2B2B2"/>
      </a:hlink>
      <a:folHlink>
        <a:srgbClr val="919191"/>
      </a:folHlink>
    </a:clrScheme>
    <a:fontScheme name="ユーザー定義 1">
      <a:majorFont>
        <a:latin typeface="游ゴシック"/>
        <a:ea typeface="游ゴシック"/>
        <a:cs typeface=""/>
      </a:majorFont>
      <a:minorFont>
        <a:latin typeface="游ゴシック"/>
        <a:ea typeface="游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ctr">
          <a:defRPr kumimoji="1" sz="1600" b="1" dirty="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ホワイ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Yu Gothic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Yu Gothic"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44825</TotalTime>
  <Words>0</Words>
  <Application>Microsoft Office PowerPoint</Application>
  <PresentationFormat>A4 210 x 297 mm</PresentationFormat>
  <Paragraphs>0</Paragraphs>
  <Slides>0</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0</vt:i4>
      </vt:variant>
    </vt:vector>
  </HeadingPairs>
  <TitlesOfParts>
    <vt:vector size="4" baseType="lpstr">
      <vt:lpstr>游ゴシック</vt:lpstr>
      <vt:lpstr>游ゴシック</vt:lpstr>
      <vt:lpstr>Arial</vt:lpstr>
      <vt:lpstr>next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dc:title>PowerPoint プレゼンテーション</dc:title>
  <dc:subject/>
  <dc:creator/>
  <cp:keywords/>
  <dc:description/>
  <cp:lastModifiedBy/>
  <cp:revision>406</cp:revision>
  <dcterms:created xsi:type="dcterms:W3CDTF">2017-06-01T02:52:37Z</dcterms:created>
  <dcterms:modified xsi:type="dcterms:W3CDTF">2026-04-02T12:52:34Z</dcterms:modified>
  <cp:category/>
</cp:coreProperties>
</file>